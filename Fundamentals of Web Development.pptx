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6256000" cy="9144000"/>
  <p:notesSz cx="9144000" cy="16256000"/>
  <p:embeddedFontLst>
    <p:embeddedFont>
      <p:font typeface="Liter" panose="020B0604020202020204" charset="0"/>
      <p:regular r:id="rId18"/>
    </p:embeddedFont>
    <p:embeddedFont>
      <p:font typeface="Quattrocento Sans" panose="020B0502050000020003" pitchFamily="3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50" d="100"/>
          <a:sy n="50" d="100"/>
        </p:scale>
        <p:origin x="620"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07274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 my presentation on Fundamentals of Web Development. Today I will walk you through the core technologies that power the modern web — from structuring content with HTML to styling with CSS, adding interactivity with JavaScript, and building dynamic applications with PHP and MySQL.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introduce myself. I am Rimsha Riaz, currently in my 5th semester of BS Information Technology at University of Sargodha. I am passionate about web development and have also completed a web development course from National College. My goal is to become a Full Stack Web Developer.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 development is the process of building and maintaining websites and web applications. It consists of three main areas: Frontend Development which handles what users see, Backend Development which handles server-side logic, and Database Management which stores and retrieves data. The core technologies follow a flow from HTML for structure, CSS for styling, JavaScript for interactivity, PHP for server-side processing, and MySQL for data storage.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HTML stands for HyperText Markup Language. It is the standard markup language for creating web pages. Think of HTML as the skeleton of a website — it provides the basic structure. Just as a human skeleton gives shape and support to the body, HTML gives structure to web content through elements like headings, paragraphs, links, and images.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HTML provides many important elements that make web pages functional and meaningful. The five core elements we will discuss are Lists for organizing items, Tables for displaying data, Forms for user input, Semantic HTML for meaningful structure, and Multimedia for embedding audio and video. HTML is easy to learn, supported by all browsers, and is the foundation of every website on the internet.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CSS stands for Cascading Style Sheets. It is used to style and design web pages — controlling colors, backgrounds, fonts, spacing, and borders. The analogy is simple: if HTML is the skeleton, CSS is the clothing and appearance. Without CSS, websites would look plain and unstyled. With CSS, we can transform a basic structure into a visually appealing, professional design.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Advanced CSS concepts include Flexbox and CSS Grid for modern layouts, the Position property for element placement, Responsive Design for multi-device compatibility, and Animations &amp; Transitions for interactive effects. Responsive design ensures websites look great on desktop, tablet, and mobile devices using media queries and flexible layouts.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JavaScript is a programming language that adds interactivity and dynamic behavior to websites. While HTML provides structure and CSS provides style, JavaScript brings websites to life. It handles variables for storing data, different data types like strings and numbers, operators for calculations, and functions for reusable code blocks. Think of JavaScript as the electricity in a house — it powers all the interactive features.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Advanced JavaScript concepts include Conditions for decision-making, Loops for repetition, Arrays and Objects for data organization, DOM manipulation for changing page content dynamically, Events for user interactions, Form Validation for data integrity, and ES6 features like arrow functions, template literals, and destructuring for modern, cleaner code.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PHP stands for Hypertext Preprocessor. It is a server-side scripting language used to create dynamic websites. Unlike HTML, CSS, and JavaScript which run in the browser, PHP code runs on the server before the page is sent to the browser. It handles variables, data types, functions, loops, and arrays — making it possible to create personalized, data-driven web experiences.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Advanced PHP concepts include Forms Handling for processing user input, Sessions for maintaining user state across pages, Cookies for storing small data on the client side, and Database Connectivity for linking PHP with MySQL. The PHP and MySQL connection allows dynamic data-driven websites where content can be created, read, updated, and deleted from a database.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CRUD stands for Create, Read, Update, and Delete — the four basic operations for any data storage system. In a Student Management System example: Create means adding a new student record, Read means viewing student records, Update means editing existing student information, and Delete means removing a student record. These operations form the backbone of any database-driven application.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MySQL is a relational database management system. A database is a collection of organized data. Tables store data in rows and columns, similar to a spreadsheet. A Primary Key uniquely identifies each row, while a Foreign Key creates relationships between tables. The University Student Management System is a real-life example where students, courses, and grades are stored in separate but related tables.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SQL (Structured Query Language) is used to interact with databases. The six essential commands are CREATE DATABASE for creating new databases, CREATE TABLE for defining table structures, INSERT for adding data, SELECT for retrieving data, UPDATE for modifying data, and DELETE for removing data. Database relationships include One-to-One (one record relates to one record), One-to-Many (one record relates to multiple records), and Many-to-Many (multiple records relate to multiple records through a junction table).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all for listening to my presentation on Fundamentals of Web Development. Today we covered the five core technologies: HTML for structure, CSS for styling, JavaScript for interactivity, PHP for server-side processing, and MySQL for database management. Together, these technologies enable developers to create powerful, interactive, and user-friendly web applications. I am excited to continue my journey toward becoming a Full Stack Web Developer.
</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gradFill flip="none" rotWithShape="1">
          <a:gsLst>
            <a:gs pos="0">
              <a:srgbClr val="3B0764"/>
            </a:gs>
            <a:gs pos="50000">
              <a:srgbClr val="5B21B6"/>
            </a:gs>
            <a:gs pos="100000">
              <a:srgbClr val="7C3AED"/>
            </a:gs>
          </a:gsLst>
          <a:lin ang="8100000" scaled="1"/>
        </a:gradFill>
        <a:effectLst/>
      </p:bgPr>
    </p:bg>
    <p:spTree>
      <p:nvGrpSpPr>
        <p:cNvPr id="1" name=""/>
        <p:cNvGrpSpPr/>
        <p:nvPr/>
      </p:nvGrpSpPr>
      <p:grpSpPr>
        <a:xfrm>
          <a:off x="0" y="0"/>
          <a:ext cx="0" cy="0"/>
          <a:chOff x="0" y="0"/>
          <a:chExt cx="0" cy="0"/>
        </a:xfrm>
      </p:grpSpPr>
      <p:sp>
        <p:nvSpPr>
          <p:cNvPr id="3" name="Shape 0"/>
          <p:cNvSpPr/>
          <p:nvPr/>
        </p:nvSpPr>
        <p:spPr>
          <a:xfrm>
            <a:off x="0" y="0"/>
            <a:ext cx="2540000" cy="2540000"/>
          </a:xfrm>
          <a:prstGeom prst="ellipse">
            <a:avLst/>
          </a:prstGeom>
          <a:solidFill>
            <a:srgbClr val="FFFFFF">
              <a:alpha val="3137"/>
            </a:srgbClr>
          </a:solidFill>
          <a:ln/>
        </p:spPr>
        <p:txBody>
          <a:bodyPr/>
          <a:lstStyle/>
          <a:p>
            <a:endParaRPr lang="en-US"/>
          </a:p>
        </p:txBody>
      </p:sp>
      <p:sp>
        <p:nvSpPr>
          <p:cNvPr id="4" name="Shape 1"/>
          <p:cNvSpPr/>
          <p:nvPr/>
        </p:nvSpPr>
        <p:spPr>
          <a:xfrm>
            <a:off x="13716000" y="6604000"/>
            <a:ext cx="2540000" cy="2540000"/>
          </a:xfrm>
          <a:prstGeom prst="ellipse">
            <a:avLst/>
          </a:prstGeom>
          <a:solidFill>
            <a:srgbClr val="FFFFFF">
              <a:alpha val="3137"/>
            </a:srgbClr>
          </a:solidFill>
          <a:ln/>
        </p:spPr>
        <p:txBody>
          <a:bodyPr/>
          <a:lstStyle/>
          <a:p>
            <a:endParaRPr lang="en-US"/>
          </a:p>
        </p:txBody>
      </p:sp>
      <p:sp>
        <p:nvSpPr>
          <p:cNvPr id="5" name="Shape 2"/>
          <p:cNvSpPr/>
          <p:nvPr/>
        </p:nvSpPr>
        <p:spPr>
          <a:xfrm>
            <a:off x="13335000" y="508000"/>
            <a:ext cx="1778000" cy="1778000"/>
          </a:xfrm>
          <a:prstGeom prst="ellipse">
            <a:avLst/>
          </a:prstGeom>
          <a:solidFill>
            <a:srgbClr val="FFFFFF">
              <a:alpha val="2353"/>
            </a:srgbClr>
          </a:solidFill>
          <a:ln/>
        </p:spPr>
        <p:txBody>
          <a:bodyPr/>
          <a:lstStyle/>
          <a:p>
            <a:endParaRPr lang="en-US"/>
          </a:p>
        </p:txBody>
      </p:sp>
      <p:sp>
        <p:nvSpPr>
          <p:cNvPr id="6" name="Shape 3"/>
          <p:cNvSpPr/>
          <p:nvPr/>
        </p:nvSpPr>
        <p:spPr>
          <a:xfrm>
            <a:off x="2540000" y="1905000"/>
            <a:ext cx="101600" cy="101600"/>
          </a:xfrm>
          <a:prstGeom prst="ellipse">
            <a:avLst/>
          </a:prstGeom>
          <a:solidFill>
            <a:srgbClr val="D8B4FE">
              <a:alpha val="25098"/>
            </a:srgbClr>
          </a:solidFill>
          <a:ln/>
        </p:spPr>
        <p:txBody>
          <a:bodyPr/>
          <a:lstStyle/>
          <a:p>
            <a:endParaRPr lang="en-US"/>
          </a:p>
        </p:txBody>
      </p:sp>
      <p:sp>
        <p:nvSpPr>
          <p:cNvPr id="7" name="Shape 4"/>
          <p:cNvSpPr/>
          <p:nvPr/>
        </p:nvSpPr>
        <p:spPr>
          <a:xfrm>
            <a:off x="13716000" y="5080000"/>
            <a:ext cx="76200" cy="76200"/>
          </a:xfrm>
          <a:prstGeom prst="ellipse">
            <a:avLst/>
          </a:prstGeom>
          <a:solidFill>
            <a:srgbClr val="D8B4FE">
              <a:alpha val="31373"/>
            </a:srgbClr>
          </a:solidFill>
          <a:ln/>
        </p:spPr>
        <p:txBody>
          <a:bodyPr/>
          <a:lstStyle/>
          <a:p>
            <a:endParaRPr lang="en-US"/>
          </a:p>
        </p:txBody>
      </p:sp>
      <p:sp>
        <p:nvSpPr>
          <p:cNvPr id="8" name="Shape 5"/>
          <p:cNvSpPr/>
          <p:nvPr/>
        </p:nvSpPr>
        <p:spPr>
          <a:xfrm>
            <a:off x="1905000" y="7366000"/>
            <a:ext cx="127000" cy="127000"/>
          </a:xfrm>
          <a:prstGeom prst="ellipse">
            <a:avLst/>
          </a:prstGeom>
          <a:solidFill>
            <a:srgbClr val="D8B4FE">
              <a:alpha val="18824"/>
            </a:srgbClr>
          </a:solidFill>
          <a:ln/>
        </p:spPr>
        <p:txBody>
          <a:bodyPr/>
          <a:lstStyle/>
          <a:p>
            <a:endParaRPr lang="en-US"/>
          </a:p>
        </p:txBody>
      </p:sp>
      <p:sp>
        <p:nvSpPr>
          <p:cNvPr id="9" name="Text 6"/>
          <p:cNvSpPr/>
          <p:nvPr/>
        </p:nvSpPr>
        <p:spPr>
          <a:xfrm>
            <a:off x="1778000" y="2540000"/>
            <a:ext cx="12700000" cy="762000"/>
          </a:xfrm>
          <a:prstGeom prst="rect">
            <a:avLst/>
          </a:prstGeom>
          <a:noFill/>
          <a:ln/>
        </p:spPr>
        <p:txBody>
          <a:bodyPr wrap="none" lIns="0" tIns="0" rIns="0" bIns="0" rtlCol="0" anchor="ctr"/>
          <a:lstStyle/>
          <a:p>
            <a:pPr algn="ctr">
              <a:lnSpc>
                <a:spcPct val="120000"/>
              </a:lnSpc>
            </a:pPr>
            <a:r>
              <a:rPr lang="en-US" sz="4200" b="1" kern="0" spc="300" dirty="0">
                <a:solidFill>
                  <a:srgbClr val="FFFFFF"/>
                </a:solidFill>
                <a:latin typeface="Liter" pitchFamily="34" charset="0"/>
                <a:ea typeface="Liter" pitchFamily="34" charset="-122"/>
                <a:cs typeface="Liter" pitchFamily="34" charset="-120"/>
              </a:rPr>
              <a:t>FUNDAMENTALS OF WEB DEVELOPMENT</a:t>
            </a:r>
            <a:endParaRPr lang="en-US" sz="4200" dirty="0"/>
          </a:p>
        </p:txBody>
      </p:sp>
      <p:sp>
        <p:nvSpPr>
          <p:cNvPr id="10" name="Shape 7"/>
          <p:cNvSpPr/>
          <p:nvPr/>
        </p:nvSpPr>
        <p:spPr>
          <a:xfrm>
            <a:off x="6223000" y="3492500"/>
            <a:ext cx="3810000" cy="38100"/>
          </a:xfrm>
          <a:prstGeom prst="rect">
            <a:avLst/>
          </a:prstGeom>
          <a:gradFill flip="none" rotWithShape="1">
            <a:gsLst>
              <a:gs pos="0">
                <a:srgbClr val="D8B4FE">
                  <a:alpha val="0"/>
                </a:srgbClr>
              </a:gs>
              <a:gs pos="30000">
                <a:srgbClr val="D8B4FE"/>
              </a:gs>
              <a:gs pos="70000">
                <a:srgbClr val="D8B4FE"/>
              </a:gs>
              <a:gs pos="100000">
                <a:srgbClr val="D8B4FE">
                  <a:alpha val="0"/>
                </a:srgbClr>
              </a:gs>
            </a:gsLst>
            <a:lin ang="0" scaled="1"/>
          </a:gradFill>
          <a:ln/>
        </p:spPr>
        <p:txBody>
          <a:bodyPr/>
          <a:lstStyle/>
          <a:p>
            <a:endParaRPr lang="en-US"/>
          </a:p>
        </p:txBody>
      </p:sp>
      <p:sp>
        <p:nvSpPr>
          <p:cNvPr id="11" name="Text 8"/>
          <p:cNvSpPr/>
          <p:nvPr/>
        </p:nvSpPr>
        <p:spPr>
          <a:xfrm>
            <a:off x="4318000" y="3810000"/>
            <a:ext cx="7620000" cy="444500"/>
          </a:xfrm>
          <a:prstGeom prst="rect">
            <a:avLst/>
          </a:prstGeom>
          <a:noFill/>
          <a:ln/>
        </p:spPr>
        <p:txBody>
          <a:bodyPr wrap="none" lIns="0" tIns="0" rIns="0" bIns="0" rtlCol="0" anchor="ctr"/>
          <a:lstStyle/>
          <a:p>
            <a:pPr algn="ctr">
              <a:lnSpc>
                <a:spcPct val="140000"/>
              </a:lnSpc>
            </a:pPr>
            <a:r>
              <a:rPr lang="en-US" sz="2000" dirty="0">
                <a:solidFill>
                  <a:srgbClr val="D8B4FE"/>
                </a:solidFill>
                <a:latin typeface="QuattrocentoSans" pitchFamily="34" charset="0"/>
                <a:ea typeface="QuattrocentoSans" pitchFamily="34" charset="-122"/>
                <a:cs typeface="QuattrocentoSans" pitchFamily="34" charset="-120"/>
              </a:rPr>
              <a:t>Presented By: </a:t>
            </a:r>
            <a:r>
              <a:rPr lang="en-US" sz="2000" b="1" dirty="0">
                <a:solidFill>
                  <a:srgbClr val="D8B4FE"/>
                </a:solidFill>
                <a:latin typeface="QuattrocentoSans" pitchFamily="34" charset="0"/>
                <a:ea typeface="QuattrocentoSans" pitchFamily="34" charset="-122"/>
                <a:cs typeface="QuattrocentoSans" pitchFamily="34" charset="-120"/>
              </a:rPr>
              <a:t>Rimsha Riaz</a:t>
            </a:r>
            <a:endParaRPr lang="en-US" sz="2000" dirty="0"/>
          </a:p>
        </p:txBody>
      </p:sp>
      <p:sp>
        <p:nvSpPr>
          <p:cNvPr id="12" name="Shape 9"/>
          <p:cNvSpPr/>
          <p:nvPr/>
        </p:nvSpPr>
        <p:spPr>
          <a:xfrm>
            <a:off x="6064250" y="4790661"/>
            <a:ext cx="381000" cy="508000"/>
          </a:xfrm>
          <a:custGeom>
            <a:avLst/>
            <a:gdLst/>
            <a:ahLst/>
            <a:cxnLst/>
            <a:rect l="l" t="t" r="r" b="b"/>
            <a:pathLst>
              <a:path w="381000" h="508000">
                <a:moveTo>
                  <a:pt x="0" y="31750"/>
                </a:moveTo>
                <a:lnTo>
                  <a:pt x="34627" y="424458"/>
                </a:lnTo>
                <a:lnTo>
                  <a:pt x="190004" y="476250"/>
                </a:lnTo>
                <a:lnTo>
                  <a:pt x="346373" y="424458"/>
                </a:lnTo>
                <a:lnTo>
                  <a:pt x="381000" y="31750"/>
                </a:lnTo>
                <a:lnTo>
                  <a:pt x="0" y="31750"/>
                </a:lnTo>
                <a:close/>
                <a:moveTo>
                  <a:pt x="305792" y="158651"/>
                </a:moveTo>
                <a:lnTo>
                  <a:pt x="123428" y="158651"/>
                </a:lnTo>
                <a:lnTo>
                  <a:pt x="127496" y="207665"/>
                </a:lnTo>
                <a:lnTo>
                  <a:pt x="301724" y="207665"/>
                </a:lnTo>
                <a:lnTo>
                  <a:pt x="288230" y="354905"/>
                </a:lnTo>
                <a:lnTo>
                  <a:pt x="191095" y="381695"/>
                </a:lnTo>
                <a:lnTo>
                  <a:pt x="191095" y="381992"/>
                </a:lnTo>
                <a:lnTo>
                  <a:pt x="190004" y="381992"/>
                </a:lnTo>
                <a:lnTo>
                  <a:pt x="92075" y="354905"/>
                </a:lnTo>
                <a:lnTo>
                  <a:pt x="86122" y="279698"/>
                </a:lnTo>
                <a:lnTo>
                  <a:pt x="133449" y="279698"/>
                </a:lnTo>
                <a:lnTo>
                  <a:pt x="136922" y="317500"/>
                </a:lnTo>
                <a:lnTo>
                  <a:pt x="190004" y="331887"/>
                </a:lnTo>
                <a:lnTo>
                  <a:pt x="243284" y="317500"/>
                </a:lnTo>
                <a:lnTo>
                  <a:pt x="249237" y="255786"/>
                </a:lnTo>
                <a:lnTo>
                  <a:pt x="83641" y="255786"/>
                </a:lnTo>
                <a:lnTo>
                  <a:pt x="70941" y="111323"/>
                </a:lnTo>
                <a:lnTo>
                  <a:pt x="310158" y="111323"/>
                </a:lnTo>
                <a:lnTo>
                  <a:pt x="305792" y="158651"/>
                </a:lnTo>
                <a:close/>
              </a:path>
            </a:pathLst>
          </a:custGeom>
          <a:solidFill>
            <a:srgbClr val="E9D5FF"/>
          </a:solidFill>
          <a:ln/>
        </p:spPr>
        <p:txBody>
          <a:bodyPr/>
          <a:lstStyle/>
          <a:p>
            <a:endParaRPr lang="en-US"/>
          </a:p>
        </p:txBody>
      </p:sp>
      <p:sp>
        <p:nvSpPr>
          <p:cNvPr id="13" name="Shape 10"/>
          <p:cNvSpPr/>
          <p:nvPr/>
        </p:nvSpPr>
        <p:spPr>
          <a:xfrm>
            <a:off x="6953250" y="4790661"/>
            <a:ext cx="381000" cy="508000"/>
          </a:xfrm>
          <a:custGeom>
            <a:avLst/>
            <a:gdLst/>
            <a:ahLst/>
            <a:cxnLst/>
            <a:rect l="l" t="t" r="r" b="b"/>
            <a:pathLst>
              <a:path w="381000" h="508000">
                <a:moveTo>
                  <a:pt x="0" y="31750"/>
                </a:moveTo>
                <a:lnTo>
                  <a:pt x="34627" y="424458"/>
                </a:lnTo>
                <a:lnTo>
                  <a:pt x="190500" y="476250"/>
                </a:lnTo>
                <a:lnTo>
                  <a:pt x="346373" y="424458"/>
                </a:lnTo>
                <a:lnTo>
                  <a:pt x="381000" y="31750"/>
                </a:lnTo>
                <a:lnTo>
                  <a:pt x="0" y="31750"/>
                </a:lnTo>
                <a:close/>
                <a:moveTo>
                  <a:pt x="310654" y="111125"/>
                </a:moveTo>
                <a:lnTo>
                  <a:pt x="305891" y="158055"/>
                </a:lnTo>
                <a:lnTo>
                  <a:pt x="191492" y="206970"/>
                </a:lnTo>
                <a:lnTo>
                  <a:pt x="191195" y="207070"/>
                </a:lnTo>
                <a:lnTo>
                  <a:pt x="301823" y="207070"/>
                </a:lnTo>
                <a:lnTo>
                  <a:pt x="289123" y="352524"/>
                </a:lnTo>
                <a:lnTo>
                  <a:pt x="191691" y="381000"/>
                </a:lnTo>
                <a:lnTo>
                  <a:pt x="93662" y="352028"/>
                </a:lnTo>
                <a:lnTo>
                  <a:pt x="87313" y="278705"/>
                </a:lnTo>
                <a:lnTo>
                  <a:pt x="135830" y="278705"/>
                </a:lnTo>
                <a:lnTo>
                  <a:pt x="139005" y="316706"/>
                </a:lnTo>
                <a:lnTo>
                  <a:pt x="191195" y="329902"/>
                </a:lnTo>
                <a:lnTo>
                  <a:pt x="245467" y="314623"/>
                </a:lnTo>
                <a:lnTo>
                  <a:pt x="249138" y="253504"/>
                </a:lnTo>
                <a:lnTo>
                  <a:pt x="84137" y="253008"/>
                </a:lnTo>
                <a:lnTo>
                  <a:pt x="84137" y="252909"/>
                </a:lnTo>
                <a:lnTo>
                  <a:pt x="83939" y="253008"/>
                </a:lnTo>
                <a:lnTo>
                  <a:pt x="80367" y="207070"/>
                </a:lnTo>
                <a:lnTo>
                  <a:pt x="191591" y="160734"/>
                </a:lnTo>
                <a:lnTo>
                  <a:pt x="198041" y="158055"/>
                </a:lnTo>
                <a:lnTo>
                  <a:pt x="76101" y="158055"/>
                </a:lnTo>
                <a:lnTo>
                  <a:pt x="70346" y="111125"/>
                </a:lnTo>
                <a:lnTo>
                  <a:pt x="310654" y="111125"/>
                </a:lnTo>
                <a:close/>
              </a:path>
            </a:pathLst>
          </a:custGeom>
          <a:solidFill>
            <a:srgbClr val="E9D5FF"/>
          </a:solidFill>
          <a:ln/>
        </p:spPr>
        <p:txBody>
          <a:bodyPr/>
          <a:lstStyle/>
          <a:p>
            <a:endParaRPr lang="en-US"/>
          </a:p>
        </p:txBody>
      </p:sp>
      <p:sp>
        <p:nvSpPr>
          <p:cNvPr id="14" name="Shape 11"/>
          <p:cNvSpPr/>
          <p:nvPr/>
        </p:nvSpPr>
        <p:spPr>
          <a:xfrm>
            <a:off x="7810500" y="4790661"/>
            <a:ext cx="444500" cy="508000"/>
          </a:xfrm>
          <a:custGeom>
            <a:avLst/>
            <a:gdLst/>
            <a:ahLst/>
            <a:cxnLst/>
            <a:rect l="l" t="t" r="r" b="b"/>
            <a:pathLst>
              <a:path w="444500" h="508000">
                <a:moveTo>
                  <a:pt x="0" y="31750"/>
                </a:moveTo>
                <a:lnTo>
                  <a:pt x="0" y="476250"/>
                </a:lnTo>
                <a:lnTo>
                  <a:pt x="444500" y="476250"/>
                </a:lnTo>
                <a:lnTo>
                  <a:pt x="444500" y="31750"/>
                </a:lnTo>
                <a:lnTo>
                  <a:pt x="0" y="31750"/>
                </a:lnTo>
                <a:close/>
                <a:moveTo>
                  <a:pt x="241895" y="378420"/>
                </a:moveTo>
                <a:cubicBezTo>
                  <a:pt x="241895" y="421680"/>
                  <a:pt x="216495" y="441424"/>
                  <a:pt x="179487" y="441424"/>
                </a:cubicBezTo>
                <a:cubicBezTo>
                  <a:pt x="146050" y="441424"/>
                  <a:pt x="126702" y="424160"/>
                  <a:pt x="116780" y="403225"/>
                </a:cubicBezTo>
                <a:lnTo>
                  <a:pt x="150813" y="382687"/>
                </a:lnTo>
                <a:cubicBezTo>
                  <a:pt x="157361" y="394295"/>
                  <a:pt x="163314" y="404118"/>
                  <a:pt x="177701" y="404118"/>
                </a:cubicBezTo>
                <a:cubicBezTo>
                  <a:pt x="191393" y="404118"/>
                  <a:pt x="200124" y="398760"/>
                  <a:pt x="200124" y="377825"/>
                </a:cubicBezTo>
                <a:lnTo>
                  <a:pt x="200124" y="235843"/>
                </a:lnTo>
                <a:lnTo>
                  <a:pt x="241895" y="235843"/>
                </a:lnTo>
                <a:lnTo>
                  <a:pt x="241895" y="378420"/>
                </a:lnTo>
                <a:close/>
                <a:moveTo>
                  <a:pt x="340717" y="441424"/>
                </a:moveTo>
                <a:cubicBezTo>
                  <a:pt x="301923" y="441424"/>
                  <a:pt x="276820" y="422970"/>
                  <a:pt x="264616" y="398760"/>
                </a:cubicBezTo>
                <a:lnTo>
                  <a:pt x="298648" y="379115"/>
                </a:lnTo>
                <a:cubicBezTo>
                  <a:pt x="307578" y="393700"/>
                  <a:pt x="319286" y="404515"/>
                  <a:pt x="339824" y="404515"/>
                </a:cubicBezTo>
                <a:cubicBezTo>
                  <a:pt x="357088" y="404515"/>
                  <a:pt x="368201" y="395883"/>
                  <a:pt x="368201" y="383877"/>
                </a:cubicBezTo>
                <a:cubicBezTo>
                  <a:pt x="368201" y="369590"/>
                  <a:pt x="356890" y="364530"/>
                  <a:pt x="337741" y="356096"/>
                </a:cubicBezTo>
                <a:lnTo>
                  <a:pt x="327323" y="351631"/>
                </a:lnTo>
                <a:cubicBezTo>
                  <a:pt x="297160" y="338832"/>
                  <a:pt x="277217" y="322659"/>
                  <a:pt x="277217" y="288627"/>
                </a:cubicBezTo>
                <a:cubicBezTo>
                  <a:pt x="277217" y="257274"/>
                  <a:pt x="301129" y="233462"/>
                  <a:pt x="338336" y="233462"/>
                </a:cubicBezTo>
                <a:cubicBezTo>
                  <a:pt x="364927" y="233462"/>
                  <a:pt x="383977" y="242689"/>
                  <a:pt x="397669" y="266898"/>
                </a:cubicBezTo>
                <a:lnTo>
                  <a:pt x="365125" y="287734"/>
                </a:lnTo>
                <a:cubicBezTo>
                  <a:pt x="357981" y="274935"/>
                  <a:pt x="350242" y="269875"/>
                  <a:pt x="338237" y="269875"/>
                </a:cubicBezTo>
                <a:cubicBezTo>
                  <a:pt x="326033" y="269875"/>
                  <a:pt x="318294" y="277614"/>
                  <a:pt x="318294" y="287734"/>
                </a:cubicBezTo>
                <a:cubicBezTo>
                  <a:pt x="318294" y="300236"/>
                  <a:pt x="326033" y="305296"/>
                  <a:pt x="343991" y="313134"/>
                </a:cubicBezTo>
                <a:lnTo>
                  <a:pt x="354409" y="317599"/>
                </a:lnTo>
                <a:cubicBezTo>
                  <a:pt x="389930" y="332780"/>
                  <a:pt x="409873" y="348357"/>
                  <a:pt x="409873" y="383282"/>
                </a:cubicBezTo>
                <a:cubicBezTo>
                  <a:pt x="409873" y="420787"/>
                  <a:pt x="380305" y="441424"/>
                  <a:pt x="340717" y="441424"/>
                </a:cubicBezTo>
                <a:close/>
              </a:path>
            </a:pathLst>
          </a:custGeom>
          <a:solidFill>
            <a:srgbClr val="E9D5FF"/>
          </a:solidFill>
          <a:ln/>
        </p:spPr>
        <p:txBody>
          <a:bodyPr/>
          <a:lstStyle/>
          <a:p>
            <a:endParaRPr lang="en-US"/>
          </a:p>
        </p:txBody>
      </p:sp>
      <p:sp>
        <p:nvSpPr>
          <p:cNvPr id="15" name="Shape 12"/>
          <p:cNvSpPr/>
          <p:nvPr/>
        </p:nvSpPr>
        <p:spPr>
          <a:xfrm>
            <a:off x="8604250" y="4790661"/>
            <a:ext cx="635000" cy="508000"/>
          </a:xfrm>
          <a:custGeom>
            <a:avLst/>
            <a:gdLst/>
            <a:ahLst/>
            <a:cxnLst/>
            <a:rect l="l" t="t" r="r" b="b"/>
            <a:pathLst>
              <a:path w="635000" h="508000">
                <a:moveTo>
                  <a:pt x="317500" y="103684"/>
                </a:moveTo>
                <a:cubicBezTo>
                  <a:pt x="487561" y="103684"/>
                  <a:pt x="618331" y="175320"/>
                  <a:pt x="618331" y="254000"/>
                </a:cubicBezTo>
                <a:cubicBezTo>
                  <a:pt x="618331" y="332680"/>
                  <a:pt x="487462" y="404316"/>
                  <a:pt x="317500" y="404316"/>
                </a:cubicBezTo>
                <a:cubicBezTo>
                  <a:pt x="147439" y="404316"/>
                  <a:pt x="16669" y="332680"/>
                  <a:pt x="16669" y="254000"/>
                </a:cubicBezTo>
                <a:cubicBezTo>
                  <a:pt x="16669" y="175320"/>
                  <a:pt x="147538" y="103684"/>
                  <a:pt x="317500" y="103684"/>
                </a:cubicBezTo>
                <a:close/>
                <a:moveTo>
                  <a:pt x="317500" y="87015"/>
                </a:moveTo>
                <a:cubicBezTo>
                  <a:pt x="142180" y="87015"/>
                  <a:pt x="0" y="161727"/>
                  <a:pt x="0" y="254000"/>
                </a:cubicBezTo>
                <a:cubicBezTo>
                  <a:pt x="0" y="346273"/>
                  <a:pt x="142180" y="420985"/>
                  <a:pt x="317500" y="420985"/>
                </a:cubicBezTo>
                <a:cubicBezTo>
                  <a:pt x="492820" y="420985"/>
                  <a:pt x="635000" y="346273"/>
                  <a:pt x="635000" y="254000"/>
                </a:cubicBezTo>
                <a:cubicBezTo>
                  <a:pt x="635000" y="161727"/>
                  <a:pt x="492820" y="87015"/>
                  <a:pt x="317500" y="87015"/>
                </a:cubicBezTo>
                <a:close/>
                <a:moveTo>
                  <a:pt x="216495" y="240605"/>
                </a:moveTo>
                <a:cubicBezTo>
                  <a:pt x="208657" y="280789"/>
                  <a:pt x="180975" y="276622"/>
                  <a:pt x="146943" y="276622"/>
                </a:cubicBezTo>
                <a:lnTo>
                  <a:pt x="160536" y="206573"/>
                </a:lnTo>
                <a:cubicBezTo>
                  <a:pt x="198239" y="206573"/>
                  <a:pt x="223837" y="202505"/>
                  <a:pt x="216495" y="240605"/>
                </a:cubicBezTo>
                <a:close/>
                <a:moveTo>
                  <a:pt x="96639" y="347563"/>
                </a:moveTo>
                <a:lnTo>
                  <a:pt x="133052" y="347563"/>
                </a:lnTo>
                <a:lnTo>
                  <a:pt x="141684" y="303113"/>
                </a:lnTo>
                <a:cubicBezTo>
                  <a:pt x="182463" y="303113"/>
                  <a:pt x="207764" y="306090"/>
                  <a:pt x="231180" y="284162"/>
                </a:cubicBezTo>
                <a:cubicBezTo>
                  <a:pt x="257076" y="260350"/>
                  <a:pt x="263823" y="217984"/>
                  <a:pt x="245368" y="196751"/>
                </a:cubicBezTo>
                <a:cubicBezTo>
                  <a:pt x="235744" y="185638"/>
                  <a:pt x="220266" y="180181"/>
                  <a:pt x="199231" y="180181"/>
                </a:cubicBezTo>
                <a:lnTo>
                  <a:pt x="129084" y="180181"/>
                </a:lnTo>
                <a:lnTo>
                  <a:pt x="96639" y="347563"/>
                </a:lnTo>
                <a:close/>
                <a:moveTo>
                  <a:pt x="280888" y="135632"/>
                </a:moveTo>
                <a:lnTo>
                  <a:pt x="317103" y="135632"/>
                </a:lnTo>
                <a:lnTo>
                  <a:pt x="308471" y="180082"/>
                </a:lnTo>
                <a:cubicBezTo>
                  <a:pt x="339725" y="180082"/>
                  <a:pt x="368697" y="177800"/>
                  <a:pt x="382687" y="190698"/>
                </a:cubicBezTo>
                <a:cubicBezTo>
                  <a:pt x="397371" y="204192"/>
                  <a:pt x="390327" y="221456"/>
                  <a:pt x="374452" y="302915"/>
                </a:cubicBezTo>
                <a:lnTo>
                  <a:pt x="337741" y="302915"/>
                </a:lnTo>
                <a:cubicBezTo>
                  <a:pt x="353020" y="224135"/>
                  <a:pt x="355898" y="217587"/>
                  <a:pt x="350341" y="211634"/>
                </a:cubicBezTo>
                <a:cubicBezTo>
                  <a:pt x="344984" y="205879"/>
                  <a:pt x="332780" y="207070"/>
                  <a:pt x="303312" y="207070"/>
                </a:cubicBezTo>
                <a:lnTo>
                  <a:pt x="284659" y="302915"/>
                </a:lnTo>
                <a:lnTo>
                  <a:pt x="248444" y="302915"/>
                </a:lnTo>
                <a:lnTo>
                  <a:pt x="280888" y="135632"/>
                </a:lnTo>
                <a:close/>
                <a:moveTo>
                  <a:pt x="501055" y="240605"/>
                </a:moveTo>
                <a:cubicBezTo>
                  <a:pt x="493117" y="281384"/>
                  <a:pt x="464641" y="276622"/>
                  <a:pt x="431502" y="276622"/>
                </a:cubicBezTo>
                <a:lnTo>
                  <a:pt x="445095" y="206573"/>
                </a:lnTo>
                <a:cubicBezTo>
                  <a:pt x="482997" y="206573"/>
                  <a:pt x="508397" y="202505"/>
                  <a:pt x="501055" y="240605"/>
                </a:cubicBezTo>
                <a:close/>
                <a:moveTo>
                  <a:pt x="381198" y="347563"/>
                </a:moveTo>
                <a:lnTo>
                  <a:pt x="417711" y="347563"/>
                </a:lnTo>
                <a:lnTo>
                  <a:pt x="426343" y="303113"/>
                </a:lnTo>
                <a:cubicBezTo>
                  <a:pt x="469205" y="303113"/>
                  <a:pt x="492919" y="305594"/>
                  <a:pt x="515838" y="284162"/>
                </a:cubicBezTo>
                <a:cubicBezTo>
                  <a:pt x="541734" y="260350"/>
                  <a:pt x="548481" y="217984"/>
                  <a:pt x="530027" y="196751"/>
                </a:cubicBezTo>
                <a:cubicBezTo>
                  <a:pt x="520402" y="185638"/>
                  <a:pt x="504924" y="180181"/>
                  <a:pt x="483890" y="180181"/>
                </a:cubicBezTo>
                <a:lnTo>
                  <a:pt x="413742" y="180181"/>
                </a:lnTo>
                <a:lnTo>
                  <a:pt x="381198" y="347563"/>
                </a:lnTo>
                <a:close/>
              </a:path>
            </a:pathLst>
          </a:custGeom>
          <a:solidFill>
            <a:srgbClr val="E9D5FF"/>
          </a:solidFill>
          <a:ln/>
        </p:spPr>
        <p:txBody>
          <a:bodyPr/>
          <a:lstStyle/>
          <a:p>
            <a:endParaRPr lang="en-US"/>
          </a:p>
        </p:txBody>
      </p:sp>
      <p:sp>
        <p:nvSpPr>
          <p:cNvPr id="16" name="Shape 13"/>
          <p:cNvSpPr/>
          <p:nvPr/>
        </p:nvSpPr>
        <p:spPr>
          <a:xfrm>
            <a:off x="9588500" y="4790661"/>
            <a:ext cx="444500" cy="508000"/>
          </a:xfrm>
          <a:custGeom>
            <a:avLst/>
            <a:gdLst/>
            <a:ahLst/>
            <a:cxnLst/>
            <a:rect l="l" t="t" r="r" b="b"/>
            <a:pathLst>
              <a:path w="444500" h="508000">
                <a:moveTo>
                  <a:pt x="444500" y="204192"/>
                </a:moveTo>
                <a:cubicBezTo>
                  <a:pt x="429816" y="213916"/>
                  <a:pt x="412948" y="221754"/>
                  <a:pt x="395387" y="228005"/>
                </a:cubicBezTo>
                <a:cubicBezTo>
                  <a:pt x="348754" y="244673"/>
                  <a:pt x="287536" y="254000"/>
                  <a:pt x="222250" y="254000"/>
                </a:cubicBezTo>
                <a:cubicBezTo>
                  <a:pt x="156964" y="254000"/>
                  <a:pt x="95647" y="244574"/>
                  <a:pt x="49113" y="228005"/>
                </a:cubicBezTo>
                <a:cubicBezTo>
                  <a:pt x="31651" y="221754"/>
                  <a:pt x="14684" y="213916"/>
                  <a:pt x="0" y="204192"/>
                </a:cubicBezTo>
                <a:lnTo>
                  <a:pt x="0" y="285750"/>
                </a:lnTo>
                <a:cubicBezTo>
                  <a:pt x="0" y="329605"/>
                  <a:pt x="99516" y="365125"/>
                  <a:pt x="222250" y="365125"/>
                </a:cubicBezTo>
                <a:cubicBezTo>
                  <a:pt x="344984" y="365125"/>
                  <a:pt x="444500" y="329605"/>
                  <a:pt x="444500" y="285750"/>
                </a:cubicBezTo>
                <a:lnTo>
                  <a:pt x="444500" y="204192"/>
                </a:lnTo>
                <a:close/>
                <a:moveTo>
                  <a:pt x="444500" y="127000"/>
                </a:moveTo>
                <a:lnTo>
                  <a:pt x="444500" y="79375"/>
                </a:lnTo>
                <a:cubicBezTo>
                  <a:pt x="444500" y="35520"/>
                  <a:pt x="344984" y="0"/>
                  <a:pt x="222250" y="0"/>
                </a:cubicBezTo>
                <a:cubicBezTo>
                  <a:pt x="99516" y="0"/>
                  <a:pt x="0" y="35520"/>
                  <a:pt x="0" y="79375"/>
                </a:cubicBezTo>
                <a:lnTo>
                  <a:pt x="0" y="127000"/>
                </a:lnTo>
                <a:cubicBezTo>
                  <a:pt x="0" y="170855"/>
                  <a:pt x="99516" y="206375"/>
                  <a:pt x="222250" y="206375"/>
                </a:cubicBezTo>
                <a:cubicBezTo>
                  <a:pt x="344984" y="206375"/>
                  <a:pt x="444500" y="170855"/>
                  <a:pt x="444500" y="127000"/>
                </a:cubicBezTo>
                <a:close/>
                <a:moveTo>
                  <a:pt x="395387" y="386755"/>
                </a:moveTo>
                <a:cubicBezTo>
                  <a:pt x="348853" y="403324"/>
                  <a:pt x="287635" y="412750"/>
                  <a:pt x="222250" y="412750"/>
                </a:cubicBezTo>
                <a:cubicBezTo>
                  <a:pt x="156865" y="412750"/>
                  <a:pt x="95647" y="403324"/>
                  <a:pt x="49113" y="386755"/>
                </a:cubicBezTo>
                <a:cubicBezTo>
                  <a:pt x="31651" y="380504"/>
                  <a:pt x="14684" y="372666"/>
                  <a:pt x="0" y="362942"/>
                </a:cubicBezTo>
                <a:lnTo>
                  <a:pt x="0" y="428625"/>
                </a:lnTo>
                <a:cubicBezTo>
                  <a:pt x="0" y="472480"/>
                  <a:pt x="99516" y="508000"/>
                  <a:pt x="222250" y="508000"/>
                </a:cubicBezTo>
                <a:cubicBezTo>
                  <a:pt x="344984" y="508000"/>
                  <a:pt x="444500" y="472480"/>
                  <a:pt x="444500" y="428625"/>
                </a:cubicBezTo>
                <a:lnTo>
                  <a:pt x="444500" y="362942"/>
                </a:lnTo>
                <a:cubicBezTo>
                  <a:pt x="429816" y="372666"/>
                  <a:pt x="412948" y="380504"/>
                  <a:pt x="395387" y="386755"/>
                </a:cubicBezTo>
                <a:close/>
              </a:path>
            </a:pathLst>
          </a:custGeom>
          <a:solidFill>
            <a:srgbClr val="E9D5FF"/>
          </a:solidFill>
          <a:ln/>
        </p:spPr>
        <p:txBody>
          <a:bodyPr/>
          <a:lstStyle/>
          <a:p>
            <a:endParaRPr lang="en-US"/>
          </a:p>
        </p:txBody>
      </p:sp>
      <p:sp>
        <p:nvSpPr>
          <p:cNvPr id="17" name="Text 14"/>
          <p:cNvSpPr/>
          <p:nvPr/>
        </p:nvSpPr>
        <p:spPr>
          <a:xfrm>
            <a:off x="4318000" y="5461000"/>
            <a:ext cx="7620000" cy="317500"/>
          </a:xfrm>
          <a:prstGeom prst="rect">
            <a:avLst/>
          </a:prstGeom>
          <a:noFill/>
          <a:ln/>
        </p:spPr>
        <p:txBody>
          <a:bodyPr wrap="none" lIns="0" tIns="0" rIns="0" bIns="0" rtlCol="0" anchor="ctr"/>
          <a:lstStyle/>
          <a:p>
            <a:pPr algn="ctr">
              <a:lnSpc>
                <a:spcPct val="100000"/>
              </a:lnSpc>
            </a:pPr>
            <a:r>
              <a:rPr lang="en-US" sz="1300" kern="0" spc="400" dirty="0">
                <a:solidFill>
                  <a:srgbClr val="C4B5FD"/>
                </a:solidFill>
                <a:latin typeface="Liter" pitchFamily="34" charset="0"/>
                <a:ea typeface="Liter" pitchFamily="34" charset="-122"/>
                <a:cs typeface="Liter" pitchFamily="34" charset="-120"/>
              </a:rPr>
              <a:t>HTML CSS JAVASCRIPT PHP MYSQL</a:t>
            </a:r>
            <a:endParaRPr lang="en-US" sz="1600" dirty="0"/>
          </a:p>
        </p:txBody>
      </p:sp>
      <p:sp>
        <p:nvSpPr>
          <p:cNvPr id="18" name="Shape 15"/>
          <p:cNvSpPr/>
          <p:nvPr/>
        </p:nvSpPr>
        <p:spPr>
          <a:xfrm>
            <a:off x="4953000" y="6477000"/>
            <a:ext cx="6350000" cy="1143000"/>
          </a:xfrm>
          <a:prstGeom prst="roundRect">
            <a:avLst>
              <a:gd name="adj" fmla="val 12000"/>
            </a:avLst>
          </a:prstGeom>
          <a:solidFill>
            <a:srgbClr val="FFFFFF">
              <a:alpha val="8235"/>
            </a:srgbClr>
          </a:solidFill>
          <a:ln w="12700">
            <a:solidFill>
              <a:srgbClr val="FFFFFF">
                <a:alpha val="12549"/>
              </a:srgbClr>
            </a:solidFill>
            <a:prstDash val="solid"/>
          </a:ln>
        </p:spPr>
        <p:txBody>
          <a:bodyPr/>
          <a:lstStyle/>
          <a:p>
            <a:endParaRPr lang="en-US"/>
          </a:p>
        </p:txBody>
      </p:sp>
      <p:sp>
        <p:nvSpPr>
          <p:cNvPr id="19" name="Text 16"/>
          <p:cNvSpPr/>
          <p:nvPr/>
        </p:nvSpPr>
        <p:spPr>
          <a:xfrm>
            <a:off x="5080000" y="6604000"/>
            <a:ext cx="6096000" cy="889000"/>
          </a:xfrm>
          <a:prstGeom prst="rect">
            <a:avLst/>
          </a:prstGeom>
          <a:noFill/>
          <a:ln/>
        </p:spPr>
        <p:txBody>
          <a:bodyPr wrap="square" lIns="0" tIns="0" rIns="0" bIns="0" rtlCol="0" anchor="ctr"/>
          <a:lstStyle/>
          <a:p>
            <a:pPr algn="ctr">
              <a:lnSpc>
                <a:spcPct val="160000"/>
              </a:lnSpc>
            </a:pPr>
            <a:r>
              <a:rPr lang="en-US" sz="1600" dirty="0">
                <a:solidFill>
                  <a:srgbClr val="E9D5FF"/>
                </a:solidFill>
                <a:latin typeface="Quattrocento Sans" pitchFamily="34" charset="0"/>
                <a:ea typeface="Quattrocento Sans" pitchFamily="34" charset="-122"/>
                <a:cs typeface="Quattrocento Sans" pitchFamily="34" charset="-120"/>
              </a:rPr>
              <a:t>BS Information Technology (5th Semester)</a:t>
            </a:r>
            <a:endParaRPr lang="en-US" sz="1600" dirty="0"/>
          </a:p>
          <a:p>
            <a:pPr algn="ctr">
              <a:lnSpc>
                <a:spcPct val="160000"/>
              </a:lnSpc>
            </a:pPr>
            <a:r>
              <a:rPr lang="en-US" sz="1600" dirty="0">
                <a:solidFill>
                  <a:srgbClr val="E9D5FF"/>
                </a:solidFill>
                <a:latin typeface="Quattrocento Sans" pitchFamily="34" charset="0"/>
                <a:ea typeface="Quattrocento Sans" pitchFamily="34" charset="-122"/>
                <a:cs typeface="Quattrocento Sans" pitchFamily="34" charset="-120"/>
              </a:rPr>
              <a:t>University of Sargodha</a:t>
            </a:r>
            <a:endParaRPr lang="en-US" sz="1600"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762000" y="508000"/>
            <a:ext cx="5080000" cy="508000"/>
          </a:xfrm>
          <a:prstGeom prst="rect">
            <a:avLst/>
          </a:prstGeom>
          <a:noFill/>
          <a:ln/>
        </p:spPr>
        <p:txBody>
          <a:bodyPr wrap="none" lIns="0" tIns="0" rIns="0" bIns="0" rtlCol="0" anchor="ctr"/>
          <a:lstStyle/>
          <a:p>
            <a:pPr>
              <a:lnSpc>
                <a:spcPct val="130000"/>
              </a:lnSpc>
            </a:pPr>
            <a:r>
              <a:rPr lang="en-US" sz="2800" b="1" dirty="0">
                <a:solidFill>
                  <a:srgbClr val="6B21A8"/>
                </a:solidFill>
                <a:latin typeface="Liter" pitchFamily="34" charset="0"/>
                <a:ea typeface="Liter" pitchFamily="34" charset="-122"/>
                <a:cs typeface="Liter" pitchFamily="34" charset="-120"/>
              </a:rPr>
              <a:t>About Me</a:t>
            </a:r>
            <a:endParaRPr lang="en-US" sz="2800" dirty="0"/>
          </a:p>
        </p:txBody>
      </p:sp>
      <p:sp>
        <p:nvSpPr>
          <p:cNvPr id="4" name="Shape 1"/>
          <p:cNvSpPr/>
          <p:nvPr/>
        </p:nvSpPr>
        <p:spPr>
          <a:xfrm>
            <a:off x="762000" y="1079500"/>
            <a:ext cx="1016000" cy="50800"/>
          </a:xfrm>
          <a:prstGeom prst="rect">
            <a:avLst/>
          </a:prstGeom>
          <a:solidFill>
            <a:srgbClr val="6B21A8"/>
          </a:solidFill>
          <a:ln/>
        </p:spPr>
        <p:txBody>
          <a:bodyPr/>
          <a:lstStyle/>
          <a:p>
            <a:endParaRPr lang="en-US"/>
          </a:p>
        </p:txBody>
      </p:sp>
      <p:sp>
        <p:nvSpPr>
          <p:cNvPr id="5" name="Shape 2"/>
          <p:cNvSpPr/>
          <p:nvPr/>
        </p:nvSpPr>
        <p:spPr>
          <a:xfrm>
            <a:off x="762000" y="1524000"/>
            <a:ext cx="4572000" cy="6604000"/>
          </a:xfrm>
          <a:prstGeom prst="roundRect">
            <a:avLst>
              <a:gd name="adj" fmla="val 12000"/>
            </a:avLst>
          </a:prstGeom>
          <a:gradFill flip="none" rotWithShape="1">
            <a:gsLst>
              <a:gs pos="0">
                <a:srgbClr val="6B21A8"/>
              </a:gs>
              <a:gs pos="100000">
                <a:srgbClr val="7C3AED"/>
              </a:gs>
            </a:gsLst>
            <a:lin ang="10800000" scaled="1"/>
          </a:gradFill>
          <a:ln/>
          <a:effectLst>
            <a:outerShdw blurRad="254000" dist="101600" dir="5400000" algn="bl" rotWithShape="0">
              <a:srgbClr val="6B21A8">
                <a:alpha val="18824"/>
              </a:srgbClr>
            </a:outerShdw>
          </a:effectLst>
        </p:spPr>
        <p:txBody>
          <a:bodyPr/>
          <a:lstStyle/>
          <a:p>
            <a:endParaRPr lang="en-US"/>
          </a:p>
        </p:txBody>
      </p:sp>
      <p:sp>
        <p:nvSpPr>
          <p:cNvPr id="6" name="Shape 3"/>
          <p:cNvSpPr/>
          <p:nvPr/>
        </p:nvSpPr>
        <p:spPr>
          <a:xfrm>
            <a:off x="2559050" y="2032000"/>
            <a:ext cx="977900" cy="1117600"/>
          </a:xfrm>
          <a:custGeom>
            <a:avLst/>
            <a:gdLst/>
            <a:ahLst/>
            <a:cxnLst/>
            <a:rect l="l" t="t" r="r" b="b"/>
            <a:pathLst>
              <a:path w="977900" h="1117600">
                <a:moveTo>
                  <a:pt x="526713" y="-28377"/>
                </a:moveTo>
                <a:cubicBezTo>
                  <a:pt x="501829" y="-33397"/>
                  <a:pt x="476290" y="-33397"/>
                  <a:pt x="451406" y="-28377"/>
                </a:cubicBezTo>
                <a:lnTo>
                  <a:pt x="42128" y="53479"/>
                </a:lnTo>
                <a:cubicBezTo>
                  <a:pt x="17681" y="58281"/>
                  <a:pt x="0" y="79891"/>
                  <a:pt x="0" y="104775"/>
                </a:cubicBezTo>
                <a:cubicBezTo>
                  <a:pt x="0" y="127258"/>
                  <a:pt x="14188" y="146903"/>
                  <a:pt x="34925" y="154107"/>
                </a:cubicBezTo>
                <a:lnTo>
                  <a:pt x="34925" y="314325"/>
                </a:lnTo>
                <a:lnTo>
                  <a:pt x="655" y="485894"/>
                </a:lnTo>
                <a:cubicBezTo>
                  <a:pt x="218" y="487859"/>
                  <a:pt x="0" y="490041"/>
                  <a:pt x="0" y="492224"/>
                </a:cubicBezTo>
                <a:cubicBezTo>
                  <a:pt x="0" y="509687"/>
                  <a:pt x="14188" y="524093"/>
                  <a:pt x="31869" y="524093"/>
                </a:cubicBezTo>
                <a:lnTo>
                  <a:pt x="108049" y="524093"/>
                </a:lnTo>
                <a:cubicBezTo>
                  <a:pt x="125512" y="524093"/>
                  <a:pt x="139918" y="509905"/>
                  <a:pt x="139918" y="492224"/>
                </a:cubicBezTo>
                <a:cubicBezTo>
                  <a:pt x="139918" y="490041"/>
                  <a:pt x="139700" y="488077"/>
                  <a:pt x="139263" y="485894"/>
                </a:cubicBezTo>
                <a:lnTo>
                  <a:pt x="104775" y="314325"/>
                </a:lnTo>
                <a:lnTo>
                  <a:pt x="104775" y="168731"/>
                </a:lnTo>
                <a:lnTo>
                  <a:pt x="209550" y="189686"/>
                </a:lnTo>
                <a:lnTo>
                  <a:pt x="209550" y="314325"/>
                </a:lnTo>
                <a:cubicBezTo>
                  <a:pt x="209550" y="468650"/>
                  <a:pt x="334625" y="593725"/>
                  <a:pt x="488950" y="593725"/>
                </a:cubicBezTo>
                <a:cubicBezTo>
                  <a:pt x="643275" y="593725"/>
                  <a:pt x="768350" y="468650"/>
                  <a:pt x="768350" y="314325"/>
                </a:cubicBezTo>
                <a:lnTo>
                  <a:pt x="768350" y="189686"/>
                </a:lnTo>
                <a:lnTo>
                  <a:pt x="935772" y="156289"/>
                </a:lnTo>
                <a:cubicBezTo>
                  <a:pt x="960219" y="151269"/>
                  <a:pt x="977900" y="129659"/>
                  <a:pt x="977900" y="104775"/>
                </a:cubicBezTo>
                <a:cubicBezTo>
                  <a:pt x="977900" y="79891"/>
                  <a:pt x="960219" y="58281"/>
                  <a:pt x="935772" y="53479"/>
                </a:cubicBezTo>
                <a:lnTo>
                  <a:pt x="526713" y="-28377"/>
                </a:lnTo>
                <a:close/>
                <a:moveTo>
                  <a:pt x="488950" y="488950"/>
                </a:moveTo>
                <a:cubicBezTo>
                  <a:pt x="392470" y="488950"/>
                  <a:pt x="314325" y="410805"/>
                  <a:pt x="314325" y="314325"/>
                </a:cubicBezTo>
                <a:lnTo>
                  <a:pt x="663575" y="314325"/>
                </a:lnTo>
                <a:cubicBezTo>
                  <a:pt x="663575" y="410805"/>
                  <a:pt x="585430" y="488950"/>
                  <a:pt x="488950" y="488950"/>
                </a:cubicBezTo>
                <a:close/>
                <a:moveTo>
                  <a:pt x="262156" y="698718"/>
                </a:moveTo>
                <a:cubicBezTo>
                  <a:pt x="128131" y="760274"/>
                  <a:pt x="34925" y="895608"/>
                  <a:pt x="34925" y="1052770"/>
                </a:cubicBezTo>
                <a:cubicBezTo>
                  <a:pt x="34925" y="1088569"/>
                  <a:pt x="63956" y="1117600"/>
                  <a:pt x="99755" y="1117600"/>
                </a:cubicBezTo>
                <a:lnTo>
                  <a:pt x="436563" y="1117600"/>
                </a:lnTo>
                <a:lnTo>
                  <a:pt x="436563" y="798909"/>
                </a:lnTo>
                <a:lnTo>
                  <a:pt x="311269" y="705048"/>
                </a:lnTo>
                <a:cubicBezTo>
                  <a:pt x="297081" y="694353"/>
                  <a:pt x="278090" y="691515"/>
                  <a:pt x="261938" y="698937"/>
                </a:cubicBezTo>
                <a:close/>
                <a:moveTo>
                  <a:pt x="541338" y="1117600"/>
                </a:moveTo>
                <a:lnTo>
                  <a:pt x="878145" y="1117600"/>
                </a:lnTo>
                <a:cubicBezTo>
                  <a:pt x="913944" y="1117600"/>
                  <a:pt x="942975" y="1088569"/>
                  <a:pt x="942975" y="1052770"/>
                </a:cubicBezTo>
                <a:cubicBezTo>
                  <a:pt x="942975" y="895608"/>
                  <a:pt x="849769" y="760274"/>
                  <a:pt x="715744" y="698937"/>
                </a:cubicBezTo>
                <a:cubicBezTo>
                  <a:pt x="699591" y="691515"/>
                  <a:pt x="680601" y="694353"/>
                  <a:pt x="666413" y="705048"/>
                </a:cubicBezTo>
                <a:lnTo>
                  <a:pt x="541119" y="798909"/>
                </a:lnTo>
                <a:lnTo>
                  <a:pt x="541119" y="1117600"/>
                </a:lnTo>
                <a:close/>
              </a:path>
            </a:pathLst>
          </a:custGeom>
          <a:solidFill>
            <a:srgbClr val="FFFFFF"/>
          </a:solidFill>
          <a:ln/>
        </p:spPr>
        <p:txBody>
          <a:bodyPr/>
          <a:lstStyle/>
          <a:p>
            <a:endParaRPr lang="en-US"/>
          </a:p>
        </p:txBody>
      </p:sp>
      <p:sp>
        <p:nvSpPr>
          <p:cNvPr id="7" name="Text 4"/>
          <p:cNvSpPr/>
          <p:nvPr/>
        </p:nvSpPr>
        <p:spPr>
          <a:xfrm>
            <a:off x="1016000" y="3429000"/>
            <a:ext cx="4064000" cy="444500"/>
          </a:xfrm>
          <a:prstGeom prst="rect">
            <a:avLst/>
          </a:prstGeom>
          <a:noFill/>
          <a:ln/>
        </p:spPr>
        <p:txBody>
          <a:bodyPr wrap="none" lIns="0" tIns="0" rIns="0" bIns="0" rtlCol="0" anchor="ctr"/>
          <a:lstStyle/>
          <a:p>
            <a:pPr algn="ctr">
              <a:lnSpc>
                <a:spcPct val="100000"/>
              </a:lnSpc>
            </a:pPr>
            <a:r>
              <a:rPr lang="en-US" sz="2400" b="1" dirty="0">
                <a:solidFill>
                  <a:srgbClr val="FFFFFF"/>
                </a:solidFill>
                <a:latin typeface="Liter" pitchFamily="34" charset="0"/>
                <a:ea typeface="Liter" pitchFamily="34" charset="-122"/>
                <a:cs typeface="Liter" pitchFamily="34" charset="-120"/>
              </a:rPr>
              <a:t>Rimsha Riaz</a:t>
            </a:r>
            <a:endParaRPr lang="en-US" sz="1600" dirty="0"/>
          </a:p>
        </p:txBody>
      </p:sp>
      <p:sp>
        <p:nvSpPr>
          <p:cNvPr id="8" name="Text 5"/>
          <p:cNvSpPr/>
          <p:nvPr/>
        </p:nvSpPr>
        <p:spPr>
          <a:xfrm>
            <a:off x="1016000" y="3937000"/>
            <a:ext cx="4064000" cy="355600"/>
          </a:xfrm>
          <a:prstGeom prst="rect">
            <a:avLst/>
          </a:prstGeom>
          <a:noFill/>
          <a:ln/>
        </p:spPr>
        <p:txBody>
          <a:bodyPr wrap="none" lIns="0" tIns="0" rIns="0" bIns="0" rtlCol="0" anchor="ctr"/>
          <a:lstStyle/>
          <a:p>
            <a:pPr algn="ctr">
              <a:lnSpc>
                <a:spcPct val="100000"/>
              </a:lnSpc>
            </a:pPr>
            <a:r>
              <a:rPr lang="en-US" sz="1600" dirty="0">
                <a:solidFill>
                  <a:srgbClr val="E9D5FF"/>
                </a:solidFill>
                <a:latin typeface="Quattrocento Sans" pitchFamily="34" charset="0"/>
                <a:ea typeface="Quattrocento Sans" pitchFamily="34" charset="-122"/>
                <a:cs typeface="Quattrocento Sans" pitchFamily="34" charset="-120"/>
              </a:rPr>
              <a:t>BS IT Student </a:t>
            </a:r>
            <a:endParaRPr lang="en-US" sz="1600" dirty="0"/>
          </a:p>
        </p:txBody>
      </p:sp>
      <p:sp>
        <p:nvSpPr>
          <p:cNvPr id="9" name="Shape 6"/>
          <p:cNvSpPr/>
          <p:nvPr/>
        </p:nvSpPr>
        <p:spPr>
          <a:xfrm>
            <a:off x="2032000" y="4508500"/>
            <a:ext cx="2032000" cy="25400"/>
          </a:xfrm>
          <a:prstGeom prst="rect">
            <a:avLst/>
          </a:prstGeom>
          <a:solidFill>
            <a:srgbClr val="FFFFFF">
              <a:alpha val="25098"/>
            </a:srgbClr>
          </a:solidFill>
          <a:ln/>
        </p:spPr>
        <p:txBody>
          <a:bodyPr/>
          <a:lstStyle/>
          <a:p>
            <a:endParaRPr lang="en-US"/>
          </a:p>
        </p:txBody>
      </p:sp>
      <p:sp>
        <p:nvSpPr>
          <p:cNvPr id="10" name="Text 7"/>
          <p:cNvSpPr/>
          <p:nvPr/>
        </p:nvSpPr>
        <p:spPr>
          <a:xfrm>
            <a:off x="1016000" y="4762500"/>
            <a:ext cx="4064000" cy="762000"/>
          </a:xfrm>
          <a:prstGeom prst="rect">
            <a:avLst/>
          </a:prstGeom>
          <a:noFill/>
          <a:ln/>
        </p:spPr>
        <p:txBody>
          <a:bodyPr wrap="square" lIns="0" tIns="0" rIns="0" bIns="0" rtlCol="0" anchor="ctr"/>
          <a:lstStyle/>
          <a:p>
            <a:pPr algn="ctr">
              <a:lnSpc>
                <a:spcPct val="150000"/>
              </a:lnSpc>
            </a:pPr>
            <a:r>
              <a:rPr lang="en-US" sz="1600" i="1" dirty="0">
                <a:solidFill>
                  <a:srgbClr val="FFFFFF"/>
                </a:solidFill>
                <a:latin typeface="Quattrocento Sans" pitchFamily="34" charset="0"/>
                <a:ea typeface="Quattrocento Sans" pitchFamily="34" charset="-122"/>
                <a:cs typeface="Quattrocento Sans" pitchFamily="34" charset="-120"/>
              </a:rPr>
              <a:t>Goal: Become a Full Stack</a:t>
            </a:r>
            <a:endParaRPr lang="en-US" sz="1600" dirty="0"/>
          </a:p>
          <a:p>
            <a:pPr algn="ctr">
              <a:lnSpc>
                <a:spcPct val="150000"/>
              </a:lnSpc>
            </a:pPr>
            <a:r>
              <a:rPr lang="en-US" sz="1600" i="1" dirty="0">
                <a:solidFill>
                  <a:srgbClr val="FFFFFF"/>
                </a:solidFill>
                <a:latin typeface="Quattrocento Sans" pitchFamily="34" charset="0"/>
                <a:ea typeface="Quattrocento Sans" pitchFamily="34" charset="-122"/>
                <a:cs typeface="Quattrocento Sans" pitchFamily="34" charset="-120"/>
              </a:rPr>
              <a:t>Web Developer</a:t>
            </a:r>
            <a:endParaRPr lang="en-US" sz="1600" dirty="0"/>
          </a:p>
        </p:txBody>
      </p:sp>
      <p:sp>
        <p:nvSpPr>
          <p:cNvPr id="11" name="Shape 8"/>
          <p:cNvSpPr/>
          <p:nvPr/>
        </p:nvSpPr>
        <p:spPr>
          <a:xfrm>
            <a:off x="1397000" y="5842000"/>
            <a:ext cx="3302000" cy="457200"/>
          </a:xfrm>
          <a:prstGeom prst="roundRect">
            <a:avLst>
              <a:gd name="adj" fmla="val 18000"/>
            </a:avLst>
          </a:prstGeom>
          <a:solidFill>
            <a:srgbClr val="FFFFFF">
              <a:alpha val="12549"/>
            </a:srgbClr>
          </a:solidFill>
          <a:ln/>
        </p:spPr>
        <p:txBody>
          <a:bodyPr/>
          <a:lstStyle/>
          <a:p>
            <a:endParaRPr lang="en-US"/>
          </a:p>
        </p:txBody>
      </p:sp>
      <p:sp>
        <p:nvSpPr>
          <p:cNvPr id="12" name="Text 9"/>
          <p:cNvSpPr/>
          <p:nvPr/>
        </p:nvSpPr>
        <p:spPr>
          <a:xfrm>
            <a:off x="1397000" y="5842000"/>
            <a:ext cx="3302000" cy="457200"/>
          </a:xfrm>
          <a:prstGeom prst="rect">
            <a:avLst/>
          </a:prstGeom>
          <a:noFill/>
          <a:ln/>
        </p:spPr>
        <p:txBody>
          <a:bodyPr wrap="none" lIns="0" tIns="0" rIns="0" bIns="0" rtlCol="0" anchor="ctr"/>
          <a:lstStyle/>
          <a:p>
            <a:pPr algn="ctr">
              <a:lnSpc>
                <a:spcPct val="100000"/>
              </a:lnSpc>
            </a:pPr>
            <a:r>
              <a:rPr lang="en-US" sz="1300" dirty="0">
                <a:solidFill>
                  <a:srgbClr val="E9D5FF"/>
                </a:solidFill>
                <a:latin typeface="Quattrocento Sans" pitchFamily="34" charset="0"/>
                <a:ea typeface="Quattrocento Sans" pitchFamily="34" charset="-122"/>
                <a:cs typeface="Quattrocento Sans" pitchFamily="34" charset="-120"/>
              </a:rPr>
              <a:t>University of Sargodha</a:t>
            </a:r>
            <a:endParaRPr lang="en-US" sz="1600" dirty="0"/>
          </a:p>
        </p:txBody>
      </p:sp>
      <p:sp>
        <p:nvSpPr>
          <p:cNvPr id="13" name="Shape 10"/>
          <p:cNvSpPr/>
          <p:nvPr/>
        </p:nvSpPr>
        <p:spPr>
          <a:xfrm>
            <a:off x="5842000" y="1524000"/>
            <a:ext cx="4699000" cy="1397000"/>
          </a:xfrm>
          <a:prstGeom prst="roundRect">
            <a:avLst>
              <a:gd name="adj" fmla="val 10000"/>
            </a:avLst>
          </a:prstGeom>
          <a:solidFill>
            <a:srgbClr val="FFFFFF">
              <a:alpha val="90196"/>
            </a:srgbClr>
          </a:solidFill>
          <a:ln w="12700">
            <a:solidFill>
              <a:srgbClr val="D8B4FE"/>
            </a:solidFill>
            <a:prstDash val="solid"/>
          </a:ln>
          <a:effectLst>
            <a:outerShdw blurRad="152400" dist="50800" dir="5400000" algn="bl" rotWithShape="0">
              <a:srgbClr val="6B21A8">
                <a:alpha val="8235"/>
              </a:srgbClr>
            </a:outerShdw>
          </a:effectLst>
        </p:spPr>
        <p:txBody>
          <a:bodyPr/>
          <a:lstStyle/>
          <a:p>
            <a:endParaRPr lang="en-US"/>
          </a:p>
        </p:txBody>
      </p:sp>
      <p:sp>
        <p:nvSpPr>
          <p:cNvPr id="14" name="Shape 11"/>
          <p:cNvSpPr/>
          <p:nvPr/>
        </p:nvSpPr>
        <p:spPr>
          <a:xfrm>
            <a:off x="6159500" y="1905000"/>
            <a:ext cx="508000" cy="508000"/>
          </a:xfrm>
          <a:custGeom>
            <a:avLst/>
            <a:gdLst/>
            <a:ahLst/>
            <a:cxnLst/>
            <a:rect l="l" t="t" r="r" b="b"/>
            <a:pathLst>
              <a:path w="508000" h="508000">
                <a:moveTo>
                  <a:pt x="239117" y="86420"/>
                </a:moveTo>
                <a:lnTo>
                  <a:pt x="254000" y="106958"/>
                </a:lnTo>
                <a:lnTo>
                  <a:pt x="268883" y="86420"/>
                </a:lnTo>
                <a:cubicBezTo>
                  <a:pt x="293688" y="52090"/>
                  <a:pt x="333573" y="31750"/>
                  <a:pt x="375940" y="31750"/>
                </a:cubicBezTo>
                <a:cubicBezTo>
                  <a:pt x="448866" y="31750"/>
                  <a:pt x="508000" y="90884"/>
                  <a:pt x="508000" y="163810"/>
                </a:cubicBezTo>
                <a:lnTo>
                  <a:pt x="508000" y="166390"/>
                </a:lnTo>
                <a:cubicBezTo>
                  <a:pt x="508000" y="277713"/>
                  <a:pt x="369193" y="406995"/>
                  <a:pt x="296763" y="462260"/>
                </a:cubicBezTo>
                <a:cubicBezTo>
                  <a:pt x="284460" y="471587"/>
                  <a:pt x="269379" y="476250"/>
                  <a:pt x="254000" y="476250"/>
                </a:cubicBezTo>
                <a:cubicBezTo>
                  <a:pt x="238621" y="476250"/>
                  <a:pt x="223441" y="471686"/>
                  <a:pt x="211237" y="462260"/>
                </a:cubicBezTo>
                <a:cubicBezTo>
                  <a:pt x="138807" y="406995"/>
                  <a:pt x="0" y="277713"/>
                  <a:pt x="0" y="166390"/>
                </a:cubicBezTo>
                <a:lnTo>
                  <a:pt x="0" y="163810"/>
                </a:lnTo>
                <a:cubicBezTo>
                  <a:pt x="0" y="90884"/>
                  <a:pt x="59134" y="31750"/>
                  <a:pt x="132060" y="31750"/>
                </a:cubicBezTo>
                <a:cubicBezTo>
                  <a:pt x="174427" y="31750"/>
                  <a:pt x="214313" y="52090"/>
                  <a:pt x="239117" y="86420"/>
                </a:cubicBezTo>
                <a:close/>
              </a:path>
            </a:pathLst>
          </a:custGeom>
          <a:solidFill>
            <a:srgbClr val="6B21A8"/>
          </a:solidFill>
          <a:ln/>
        </p:spPr>
        <p:txBody>
          <a:bodyPr/>
          <a:lstStyle/>
          <a:p>
            <a:endParaRPr lang="en-US"/>
          </a:p>
        </p:txBody>
      </p:sp>
      <p:sp>
        <p:nvSpPr>
          <p:cNvPr id="15" name="Text 12"/>
          <p:cNvSpPr/>
          <p:nvPr/>
        </p:nvSpPr>
        <p:spPr>
          <a:xfrm>
            <a:off x="6858000" y="1778000"/>
            <a:ext cx="3429000" cy="889000"/>
          </a:xfrm>
          <a:prstGeom prst="rect">
            <a:avLst/>
          </a:prstGeom>
          <a:noFill/>
          <a:ln/>
        </p:spPr>
        <p:txBody>
          <a:bodyPr wrap="square" lIns="0" tIns="0" rIns="0" bIns="0" rtlCol="0" anchor="ctr"/>
          <a:lstStyle/>
          <a:p>
            <a:pPr>
              <a:lnSpc>
                <a:spcPct val="140000"/>
              </a:lnSpc>
            </a:pPr>
            <a:r>
              <a:rPr lang="en-US" sz="1800" b="1" dirty="0">
                <a:solidFill>
                  <a:srgbClr val="1E1B2E"/>
                </a:solidFill>
                <a:latin typeface="Quattrocento Sans" pitchFamily="34" charset="0"/>
                <a:ea typeface="Quattrocento Sans" pitchFamily="34" charset="-122"/>
                <a:cs typeface="Quattrocento Sans" pitchFamily="34" charset="-120"/>
              </a:rPr>
              <a:t>Passionate IT Student</a:t>
            </a:r>
            <a:endParaRPr lang="en-US" sz="1600" dirty="0"/>
          </a:p>
          <a:p>
            <a:pPr>
              <a:lnSpc>
                <a:spcPct val="140000"/>
              </a:lnSpc>
            </a:pPr>
            <a:r>
              <a:rPr lang="en-US" sz="1400" dirty="0">
                <a:solidFill>
                  <a:srgbClr val="6B7280"/>
                </a:solidFill>
                <a:latin typeface="Quattrocento Sans" pitchFamily="34" charset="0"/>
                <a:ea typeface="Quattrocento Sans" pitchFamily="34" charset="-122"/>
                <a:cs typeface="Quattrocento Sans" pitchFamily="34" charset="-120"/>
              </a:rPr>
              <a:t>Dedicated to learning technology</a:t>
            </a:r>
            <a:endParaRPr lang="en-US" sz="1600" dirty="0"/>
          </a:p>
        </p:txBody>
      </p:sp>
      <p:sp>
        <p:nvSpPr>
          <p:cNvPr id="16" name="Shape 13"/>
          <p:cNvSpPr/>
          <p:nvPr/>
        </p:nvSpPr>
        <p:spPr>
          <a:xfrm>
            <a:off x="10795000" y="1524000"/>
            <a:ext cx="4699000" cy="1397000"/>
          </a:xfrm>
          <a:prstGeom prst="roundRect">
            <a:avLst>
              <a:gd name="adj" fmla="val 10000"/>
            </a:avLst>
          </a:prstGeom>
          <a:solidFill>
            <a:srgbClr val="FFFFFF">
              <a:alpha val="90196"/>
            </a:srgbClr>
          </a:solidFill>
          <a:ln w="12700">
            <a:solidFill>
              <a:srgbClr val="D8B4FE"/>
            </a:solidFill>
            <a:prstDash val="solid"/>
          </a:ln>
          <a:effectLst>
            <a:outerShdw blurRad="152400" dist="50800" dir="5400000" algn="bl" rotWithShape="0">
              <a:srgbClr val="6B21A8">
                <a:alpha val="8235"/>
              </a:srgbClr>
            </a:outerShdw>
          </a:effectLst>
        </p:spPr>
        <p:txBody>
          <a:bodyPr/>
          <a:lstStyle/>
          <a:p>
            <a:endParaRPr lang="en-US"/>
          </a:p>
        </p:txBody>
      </p:sp>
      <p:sp>
        <p:nvSpPr>
          <p:cNvPr id="17" name="Shape 14"/>
          <p:cNvSpPr/>
          <p:nvPr/>
        </p:nvSpPr>
        <p:spPr>
          <a:xfrm>
            <a:off x="11080750" y="1905000"/>
            <a:ext cx="571500" cy="508000"/>
          </a:xfrm>
          <a:custGeom>
            <a:avLst/>
            <a:gdLst/>
            <a:ahLst/>
            <a:cxnLst/>
            <a:rect l="l" t="t" r="r" b="b"/>
            <a:pathLst>
              <a:path w="571500" h="508000">
                <a:moveTo>
                  <a:pt x="357981" y="1191"/>
                </a:moveTo>
                <a:cubicBezTo>
                  <a:pt x="341114" y="-3671"/>
                  <a:pt x="323552" y="6152"/>
                  <a:pt x="318691" y="23019"/>
                </a:cubicBezTo>
                <a:lnTo>
                  <a:pt x="191691" y="467519"/>
                </a:lnTo>
                <a:cubicBezTo>
                  <a:pt x="186829" y="484386"/>
                  <a:pt x="196652" y="501948"/>
                  <a:pt x="213519" y="506809"/>
                </a:cubicBezTo>
                <a:cubicBezTo>
                  <a:pt x="230386" y="511671"/>
                  <a:pt x="247948" y="501848"/>
                  <a:pt x="252809" y="484981"/>
                </a:cubicBezTo>
                <a:lnTo>
                  <a:pt x="379809" y="40481"/>
                </a:lnTo>
                <a:cubicBezTo>
                  <a:pt x="384671" y="23614"/>
                  <a:pt x="374848" y="6052"/>
                  <a:pt x="357981" y="1191"/>
                </a:cubicBezTo>
                <a:close/>
                <a:moveTo>
                  <a:pt x="422077" y="136227"/>
                </a:moveTo>
                <a:cubicBezTo>
                  <a:pt x="409674" y="148630"/>
                  <a:pt x="409674" y="168771"/>
                  <a:pt x="422077" y="181173"/>
                </a:cubicBezTo>
                <a:lnTo>
                  <a:pt x="494903" y="254000"/>
                </a:lnTo>
                <a:lnTo>
                  <a:pt x="422077" y="326827"/>
                </a:lnTo>
                <a:cubicBezTo>
                  <a:pt x="409674" y="339229"/>
                  <a:pt x="409674" y="359370"/>
                  <a:pt x="422077" y="371773"/>
                </a:cubicBezTo>
                <a:cubicBezTo>
                  <a:pt x="434479" y="384175"/>
                  <a:pt x="454620" y="384175"/>
                  <a:pt x="467023" y="371773"/>
                </a:cubicBezTo>
                <a:lnTo>
                  <a:pt x="562273" y="276523"/>
                </a:lnTo>
                <a:cubicBezTo>
                  <a:pt x="574675" y="264120"/>
                  <a:pt x="574675" y="243979"/>
                  <a:pt x="562273" y="231577"/>
                </a:cubicBezTo>
                <a:lnTo>
                  <a:pt x="467023" y="136327"/>
                </a:lnTo>
                <a:cubicBezTo>
                  <a:pt x="454620" y="123924"/>
                  <a:pt x="434479" y="123924"/>
                  <a:pt x="422077" y="136327"/>
                </a:cubicBezTo>
                <a:close/>
                <a:moveTo>
                  <a:pt x="149523" y="136227"/>
                </a:moveTo>
                <a:cubicBezTo>
                  <a:pt x="137120" y="123825"/>
                  <a:pt x="116979" y="123825"/>
                  <a:pt x="104577" y="136227"/>
                </a:cubicBezTo>
                <a:lnTo>
                  <a:pt x="9327" y="231477"/>
                </a:lnTo>
                <a:cubicBezTo>
                  <a:pt x="-3076" y="243880"/>
                  <a:pt x="-3076" y="264021"/>
                  <a:pt x="9327" y="276423"/>
                </a:cubicBezTo>
                <a:lnTo>
                  <a:pt x="104577" y="371673"/>
                </a:lnTo>
                <a:cubicBezTo>
                  <a:pt x="116979" y="384076"/>
                  <a:pt x="137120" y="384076"/>
                  <a:pt x="149523" y="371673"/>
                </a:cubicBezTo>
                <a:cubicBezTo>
                  <a:pt x="161925" y="359271"/>
                  <a:pt x="161925" y="339130"/>
                  <a:pt x="149523" y="326727"/>
                </a:cubicBezTo>
                <a:lnTo>
                  <a:pt x="76696" y="254000"/>
                </a:lnTo>
                <a:lnTo>
                  <a:pt x="149423" y="181173"/>
                </a:lnTo>
                <a:cubicBezTo>
                  <a:pt x="161826" y="168771"/>
                  <a:pt x="161826" y="148630"/>
                  <a:pt x="149423" y="136227"/>
                </a:cubicBezTo>
                <a:close/>
              </a:path>
            </a:pathLst>
          </a:custGeom>
          <a:solidFill>
            <a:srgbClr val="6B21A8"/>
          </a:solidFill>
          <a:ln/>
        </p:spPr>
        <p:txBody>
          <a:bodyPr/>
          <a:lstStyle/>
          <a:p>
            <a:endParaRPr lang="en-US"/>
          </a:p>
        </p:txBody>
      </p:sp>
      <p:sp>
        <p:nvSpPr>
          <p:cNvPr id="18" name="Text 15"/>
          <p:cNvSpPr/>
          <p:nvPr/>
        </p:nvSpPr>
        <p:spPr>
          <a:xfrm>
            <a:off x="11811000" y="1778000"/>
            <a:ext cx="3429000" cy="889000"/>
          </a:xfrm>
          <a:prstGeom prst="rect">
            <a:avLst/>
          </a:prstGeom>
          <a:noFill/>
          <a:ln/>
        </p:spPr>
        <p:txBody>
          <a:bodyPr wrap="square" lIns="0" tIns="0" rIns="0" bIns="0" rtlCol="0" anchor="ctr"/>
          <a:lstStyle/>
          <a:p>
            <a:pPr>
              <a:lnSpc>
                <a:spcPct val="140000"/>
              </a:lnSpc>
            </a:pPr>
            <a:r>
              <a:rPr lang="en-US" sz="1800" b="1" dirty="0">
                <a:solidFill>
                  <a:srgbClr val="1E1B2E"/>
                </a:solidFill>
                <a:latin typeface="Quattrocento Sans" pitchFamily="34" charset="0"/>
                <a:ea typeface="Quattrocento Sans" pitchFamily="34" charset="-122"/>
                <a:cs typeface="Quattrocento Sans" pitchFamily="34" charset="-120"/>
              </a:rPr>
              <a:t>Web Development</a:t>
            </a:r>
            <a:endParaRPr lang="en-US" sz="1600" dirty="0"/>
          </a:p>
          <a:p>
            <a:pPr>
              <a:lnSpc>
                <a:spcPct val="140000"/>
              </a:lnSpc>
            </a:pPr>
            <a:r>
              <a:rPr lang="en-US" sz="1400" dirty="0">
                <a:solidFill>
                  <a:srgbClr val="6B7280"/>
                </a:solidFill>
                <a:latin typeface="Quattrocento Sans" pitchFamily="34" charset="0"/>
                <a:ea typeface="Quattrocento Sans" pitchFamily="34" charset="-122"/>
                <a:cs typeface="Quattrocento Sans" pitchFamily="34" charset="-120"/>
              </a:rPr>
              <a:t>Interested in modern web technologies</a:t>
            </a:r>
            <a:endParaRPr lang="en-US" sz="1600" dirty="0"/>
          </a:p>
        </p:txBody>
      </p:sp>
      <p:sp>
        <p:nvSpPr>
          <p:cNvPr id="19" name="Shape 16"/>
          <p:cNvSpPr/>
          <p:nvPr/>
        </p:nvSpPr>
        <p:spPr>
          <a:xfrm>
            <a:off x="5842000" y="3175000"/>
            <a:ext cx="4699000" cy="1397000"/>
          </a:xfrm>
          <a:prstGeom prst="roundRect">
            <a:avLst>
              <a:gd name="adj" fmla="val 10000"/>
            </a:avLst>
          </a:prstGeom>
          <a:solidFill>
            <a:srgbClr val="FFFFFF">
              <a:alpha val="90196"/>
            </a:srgbClr>
          </a:solidFill>
          <a:ln w="12700">
            <a:solidFill>
              <a:srgbClr val="D8B4FE"/>
            </a:solidFill>
            <a:prstDash val="solid"/>
          </a:ln>
          <a:effectLst>
            <a:outerShdw blurRad="152400" dist="50800" dir="5400000" algn="bl" rotWithShape="0">
              <a:srgbClr val="6B21A8">
                <a:alpha val="8235"/>
              </a:srgbClr>
            </a:outerShdw>
          </a:effectLst>
        </p:spPr>
        <p:txBody>
          <a:bodyPr/>
          <a:lstStyle/>
          <a:p>
            <a:endParaRPr lang="en-US"/>
          </a:p>
        </p:txBody>
      </p:sp>
      <p:sp>
        <p:nvSpPr>
          <p:cNvPr id="20" name="Shape 17"/>
          <p:cNvSpPr/>
          <p:nvPr/>
        </p:nvSpPr>
        <p:spPr>
          <a:xfrm>
            <a:off x="6159500" y="3556000"/>
            <a:ext cx="508000" cy="508000"/>
          </a:xfrm>
          <a:custGeom>
            <a:avLst/>
            <a:gdLst/>
            <a:ahLst/>
            <a:cxnLst/>
            <a:rect l="l" t="t" r="r" b="b"/>
            <a:pathLst>
              <a:path w="508000" h="508000">
                <a:moveTo>
                  <a:pt x="508000" y="254000"/>
                </a:moveTo>
                <a:cubicBezTo>
                  <a:pt x="508000" y="254893"/>
                  <a:pt x="508000" y="255786"/>
                  <a:pt x="508000" y="256679"/>
                </a:cubicBezTo>
                <a:cubicBezTo>
                  <a:pt x="507603" y="292894"/>
                  <a:pt x="474663" y="317500"/>
                  <a:pt x="438448" y="317500"/>
                </a:cubicBezTo>
                <a:lnTo>
                  <a:pt x="341313" y="317500"/>
                </a:lnTo>
                <a:cubicBezTo>
                  <a:pt x="315020" y="317500"/>
                  <a:pt x="293688" y="338832"/>
                  <a:pt x="293688" y="365125"/>
                </a:cubicBezTo>
                <a:cubicBezTo>
                  <a:pt x="293688" y="368498"/>
                  <a:pt x="294084" y="371773"/>
                  <a:pt x="294680" y="374948"/>
                </a:cubicBezTo>
                <a:cubicBezTo>
                  <a:pt x="296763" y="385068"/>
                  <a:pt x="301129" y="394791"/>
                  <a:pt x="305395" y="404614"/>
                </a:cubicBezTo>
                <a:cubicBezTo>
                  <a:pt x="311448" y="418306"/>
                  <a:pt x="317401" y="431899"/>
                  <a:pt x="317401" y="446286"/>
                </a:cubicBezTo>
                <a:cubicBezTo>
                  <a:pt x="317401" y="477838"/>
                  <a:pt x="295970" y="506512"/>
                  <a:pt x="264418" y="507802"/>
                </a:cubicBezTo>
                <a:cubicBezTo>
                  <a:pt x="260945" y="507901"/>
                  <a:pt x="257473" y="508000"/>
                  <a:pt x="253901" y="508000"/>
                </a:cubicBezTo>
                <a:cubicBezTo>
                  <a:pt x="113605" y="508000"/>
                  <a:pt x="-99" y="394295"/>
                  <a:pt x="-99" y="254000"/>
                </a:cubicBezTo>
                <a:cubicBezTo>
                  <a:pt x="-99" y="113705"/>
                  <a:pt x="113705" y="0"/>
                  <a:pt x="254000" y="0"/>
                </a:cubicBezTo>
                <a:cubicBezTo>
                  <a:pt x="394295" y="0"/>
                  <a:pt x="508000" y="113705"/>
                  <a:pt x="508000" y="254000"/>
                </a:cubicBezTo>
                <a:close/>
                <a:moveTo>
                  <a:pt x="127000" y="285750"/>
                </a:moveTo>
                <a:cubicBezTo>
                  <a:pt x="127000" y="268227"/>
                  <a:pt x="112773" y="254000"/>
                  <a:pt x="95250" y="254000"/>
                </a:cubicBezTo>
                <a:cubicBezTo>
                  <a:pt x="77727" y="254000"/>
                  <a:pt x="63500" y="268227"/>
                  <a:pt x="63500" y="285750"/>
                </a:cubicBezTo>
                <a:cubicBezTo>
                  <a:pt x="63500" y="303273"/>
                  <a:pt x="77727" y="317500"/>
                  <a:pt x="95250" y="317500"/>
                </a:cubicBezTo>
                <a:cubicBezTo>
                  <a:pt x="112773" y="317500"/>
                  <a:pt x="127000" y="303273"/>
                  <a:pt x="127000" y="285750"/>
                </a:cubicBezTo>
                <a:close/>
                <a:moveTo>
                  <a:pt x="127000" y="190500"/>
                </a:moveTo>
                <a:cubicBezTo>
                  <a:pt x="144523" y="190500"/>
                  <a:pt x="158750" y="176273"/>
                  <a:pt x="158750" y="158750"/>
                </a:cubicBezTo>
                <a:cubicBezTo>
                  <a:pt x="158750" y="141227"/>
                  <a:pt x="144523" y="127000"/>
                  <a:pt x="127000" y="127000"/>
                </a:cubicBezTo>
                <a:cubicBezTo>
                  <a:pt x="109477" y="127000"/>
                  <a:pt x="95250" y="141227"/>
                  <a:pt x="95250" y="158750"/>
                </a:cubicBezTo>
                <a:cubicBezTo>
                  <a:pt x="95250" y="176273"/>
                  <a:pt x="109477" y="190500"/>
                  <a:pt x="127000" y="190500"/>
                </a:cubicBezTo>
                <a:close/>
                <a:moveTo>
                  <a:pt x="285750" y="95250"/>
                </a:moveTo>
                <a:cubicBezTo>
                  <a:pt x="285750" y="77727"/>
                  <a:pt x="271523" y="63500"/>
                  <a:pt x="254000" y="63500"/>
                </a:cubicBezTo>
                <a:cubicBezTo>
                  <a:pt x="236477" y="63500"/>
                  <a:pt x="222250" y="77727"/>
                  <a:pt x="222250" y="95250"/>
                </a:cubicBezTo>
                <a:cubicBezTo>
                  <a:pt x="222250" y="112773"/>
                  <a:pt x="236477" y="127000"/>
                  <a:pt x="254000" y="127000"/>
                </a:cubicBezTo>
                <a:cubicBezTo>
                  <a:pt x="271523" y="127000"/>
                  <a:pt x="285750" y="112773"/>
                  <a:pt x="285750" y="95250"/>
                </a:cubicBezTo>
                <a:close/>
                <a:moveTo>
                  <a:pt x="381000" y="190500"/>
                </a:moveTo>
                <a:cubicBezTo>
                  <a:pt x="398523" y="190500"/>
                  <a:pt x="412750" y="176273"/>
                  <a:pt x="412750" y="158750"/>
                </a:cubicBezTo>
                <a:cubicBezTo>
                  <a:pt x="412750" y="141227"/>
                  <a:pt x="398523" y="127000"/>
                  <a:pt x="381000" y="127000"/>
                </a:cubicBezTo>
                <a:cubicBezTo>
                  <a:pt x="363477" y="127000"/>
                  <a:pt x="349250" y="141227"/>
                  <a:pt x="349250" y="158750"/>
                </a:cubicBezTo>
                <a:cubicBezTo>
                  <a:pt x="349250" y="176273"/>
                  <a:pt x="363477" y="190500"/>
                  <a:pt x="381000" y="190500"/>
                </a:cubicBezTo>
                <a:close/>
              </a:path>
            </a:pathLst>
          </a:custGeom>
          <a:solidFill>
            <a:srgbClr val="6B21A8"/>
          </a:solidFill>
          <a:ln/>
        </p:spPr>
        <p:txBody>
          <a:bodyPr/>
          <a:lstStyle/>
          <a:p>
            <a:endParaRPr lang="en-US"/>
          </a:p>
        </p:txBody>
      </p:sp>
      <p:sp>
        <p:nvSpPr>
          <p:cNvPr id="21" name="Text 18"/>
          <p:cNvSpPr/>
          <p:nvPr/>
        </p:nvSpPr>
        <p:spPr>
          <a:xfrm>
            <a:off x="6858000" y="3429000"/>
            <a:ext cx="3429000" cy="889000"/>
          </a:xfrm>
          <a:prstGeom prst="rect">
            <a:avLst/>
          </a:prstGeom>
          <a:noFill/>
          <a:ln/>
        </p:spPr>
        <p:txBody>
          <a:bodyPr wrap="square" lIns="0" tIns="0" rIns="0" bIns="0" rtlCol="0" anchor="ctr"/>
          <a:lstStyle/>
          <a:p>
            <a:pPr>
              <a:lnSpc>
                <a:spcPct val="140000"/>
              </a:lnSpc>
            </a:pPr>
            <a:r>
              <a:rPr lang="en-US" sz="1800" b="1" dirty="0">
                <a:solidFill>
                  <a:srgbClr val="1E1B2E"/>
                </a:solidFill>
                <a:latin typeface="Quattrocento Sans" pitchFamily="34" charset="0"/>
                <a:ea typeface="Quattrocento Sans" pitchFamily="34" charset="-122"/>
                <a:cs typeface="Quattrocento Sans" pitchFamily="34" charset="-120"/>
              </a:rPr>
              <a:t>Graphic Designing</a:t>
            </a:r>
            <a:endParaRPr lang="en-US" sz="1600" dirty="0"/>
          </a:p>
          <a:p>
            <a:pPr>
              <a:lnSpc>
                <a:spcPct val="140000"/>
              </a:lnSpc>
            </a:pPr>
            <a:r>
              <a:rPr lang="en-US" sz="1400" dirty="0">
                <a:solidFill>
                  <a:srgbClr val="6B7280"/>
                </a:solidFill>
                <a:latin typeface="Quattrocento Sans" pitchFamily="34" charset="0"/>
                <a:ea typeface="Quattrocento Sans" pitchFamily="34" charset="-122"/>
                <a:cs typeface="Quattrocento Sans" pitchFamily="34" charset="-120"/>
              </a:rPr>
              <a:t>Creative design enthusiast</a:t>
            </a:r>
            <a:endParaRPr lang="en-US" sz="1600" dirty="0"/>
          </a:p>
        </p:txBody>
      </p:sp>
      <p:sp>
        <p:nvSpPr>
          <p:cNvPr id="22" name="Shape 19"/>
          <p:cNvSpPr/>
          <p:nvPr/>
        </p:nvSpPr>
        <p:spPr>
          <a:xfrm>
            <a:off x="10795000" y="3175000"/>
            <a:ext cx="4699000" cy="1397000"/>
          </a:xfrm>
          <a:prstGeom prst="roundRect">
            <a:avLst>
              <a:gd name="adj" fmla="val 10000"/>
            </a:avLst>
          </a:prstGeom>
          <a:solidFill>
            <a:srgbClr val="FFFFFF">
              <a:alpha val="90196"/>
            </a:srgbClr>
          </a:solidFill>
          <a:ln w="12700">
            <a:solidFill>
              <a:srgbClr val="D8B4FE"/>
            </a:solidFill>
            <a:prstDash val="solid"/>
          </a:ln>
          <a:effectLst>
            <a:outerShdw blurRad="152400" dist="50800" dir="5400000" algn="bl" rotWithShape="0">
              <a:srgbClr val="6B21A8">
                <a:alpha val="8235"/>
              </a:srgbClr>
            </a:outerShdw>
          </a:effectLst>
        </p:spPr>
        <p:txBody>
          <a:bodyPr/>
          <a:lstStyle/>
          <a:p>
            <a:endParaRPr lang="en-US"/>
          </a:p>
        </p:txBody>
      </p:sp>
      <p:sp>
        <p:nvSpPr>
          <p:cNvPr id="23" name="Shape 20"/>
          <p:cNvSpPr/>
          <p:nvPr/>
        </p:nvSpPr>
        <p:spPr>
          <a:xfrm>
            <a:off x="11112500" y="3556000"/>
            <a:ext cx="508000" cy="508000"/>
          </a:xfrm>
          <a:custGeom>
            <a:avLst/>
            <a:gdLst/>
            <a:ahLst/>
            <a:cxnLst/>
            <a:rect l="l" t="t" r="r" b="b"/>
            <a:pathLst>
              <a:path w="508000" h="508000">
                <a:moveTo>
                  <a:pt x="222250" y="0"/>
                </a:moveTo>
                <a:cubicBezTo>
                  <a:pt x="257274" y="0"/>
                  <a:pt x="285750" y="21332"/>
                  <a:pt x="285750" y="47625"/>
                </a:cubicBezTo>
                <a:cubicBezTo>
                  <a:pt x="285750" y="57944"/>
                  <a:pt x="281384" y="67469"/>
                  <a:pt x="273844" y="75307"/>
                </a:cubicBezTo>
                <a:cubicBezTo>
                  <a:pt x="267295" y="82153"/>
                  <a:pt x="261937" y="90488"/>
                  <a:pt x="261937" y="100013"/>
                </a:cubicBezTo>
                <a:cubicBezTo>
                  <a:pt x="261937" y="114895"/>
                  <a:pt x="274042" y="127000"/>
                  <a:pt x="288925" y="127000"/>
                </a:cubicBezTo>
                <a:lnTo>
                  <a:pt x="333375" y="127000"/>
                </a:lnTo>
                <a:cubicBezTo>
                  <a:pt x="359668" y="127000"/>
                  <a:pt x="381000" y="148332"/>
                  <a:pt x="381000" y="174625"/>
                </a:cubicBezTo>
                <a:lnTo>
                  <a:pt x="381000" y="219075"/>
                </a:lnTo>
                <a:cubicBezTo>
                  <a:pt x="381000" y="233958"/>
                  <a:pt x="393105" y="246063"/>
                  <a:pt x="407988" y="246063"/>
                </a:cubicBezTo>
                <a:cubicBezTo>
                  <a:pt x="417413" y="246063"/>
                  <a:pt x="425847" y="240705"/>
                  <a:pt x="432693" y="234156"/>
                </a:cubicBezTo>
                <a:cubicBezTo>
                  <a:pt x="440531" y="226715"/>
                  <a:pt x="450056" y="222250"/>
                  <a:pt x="460375" y="222250"/>
                </a:cubicBezTo>
                <a:cubicBezTo>
                  <a:pt x="486668" y="222250"/>
                  <a:pt x="508000" y="250726"/>
                  <a:pt x="508000" y="285750"/>
                </a:cubicBezTo>
                <a:cubicBezTo>
                  <a:pt x="508000" y="320774"/>
                  <a:pt x="486668" y="349250"/>
                  <a:pt x="460375" y="349250"/>
                </a:cubicBezTo>
                <a:cubicBezTo>
                  <a:pt x="450056" y="349250"/>
                  <a:pt x="440432" y="344884"/>
                  <a:pt x="432693" y="337344"/>
                </a:cubicBezTo>
                <a:cubicBezTo>
                  <a:pt x="425847" y="330795"/>
                  <a:pt x="417513" y="325438"/>
                  <a:pt x="407988" y="325438"/>
                </a:cubicBezTo>
                <a:cubicBezTo>
                  <a:pt x="393105" y="325438"/>
                  <a:pt x="381000" y="337542"/>
                  <a:pt x="381000" y="352425"/>
                </a:cubicBezTo>
                <a:lnTo>
                  <a:pt x="381000" y="460375"/>
                </a:lnTo>
                <a:cubicBezTo>
                  <a:pt x="381000" y="486668"/>
                  <a:pt x="359668" y="508000"/>
                  <a:pt x="333375" y="508000"/>
                </a:cubicBezTo>
                <a:lnTo>
                  <a:pt x="277019" y="508000"/>
                </a:lnTo>
                <a:cubicBezTo>
                  <a:pt x="264319" y="508000"/>
                  <a:pt x="254000" y="497681"/>
                  <a:pt x="254000" y="484981"/>
                </a:cubicBezTo>
                <a:cubicBezTo>
                  <a:pt x="254000" y="475853"/>
                  <a:pt x="259755" y="467816"/>
                  <a:pt x="267097" y="462359"/>
                </a:cubicBezTo>
                <a:cubicBezTo>
                  <a:pt x="278606" y="453727"/>
                  <a:pt x="285750" y="441821"/>
                  <a:pt x="285750" y="428625"/>
                </a:cubicBezTo>
                <a:cubicBezTo>
                  <a:pt x="285750" y="402332"/>
                  <a:pt x="257274" y="381000"/>
                  <a:pt x="222250" y="381000"/>
                </a:cubicBezTo>
                <a:cubicBezTo>
                  <a:pt x="187226" y="381000"/>
                  <a:pt x="158750" y="402332"/>
                  <a:pt x="158750" y="428625"/>
                </a:cubicBezTo>
                <a:cubicBezTo>
                  <a:pt x="158750" y="441821"/>
                  <a:pt x="165894" y="453727"/>
                  <a:pt x="177403" y="462359"/>
                </a:cubicBezTo>
                <a:cubicBezTo>
                  <a:pt x="184745" y="467816"/>
                  <a:pt x="190500" y="475754"/>
                  <a:pt x="190500" y="484981"/>
                </a:cubicBezTo>
                <a:cubicBezTo>
                  <a:pt x="190500" y="497681"/>
                  <a:pt x="180181" y="508000"/>
                  <a:pt x="167481" y="508000"/>
                </a:cubicBezTo>
                <a:lnTo>
                  <a:pt x="47625" y="508000"/>
                </a:lnTo>
                <a:cubicBezTo>
                  <a:pt x="21332" y="508000"/>
                  <a:pt x="0" y="486668"/>
                  <a:pt x="0" y="460375"/>
                </a:cubicBezTo>
                <a:lnTo>
                  <a:pt x="0" y="340519"/>
                </a:lnTo>
                <a:cubicBezTo>
                  <a:pt x="0" y="327819"/>
                  <a:pt x="10319" y="317500"/>
                  <a:pt x="23019" y="317500"/>
                </a:cubicBezTo>
                <a:cubicBezTo>
                  <a:pt x="32147" y="317500"/>
                  <a:pt x="40184" y="323255"/>
                  <a:pt x="45641" y="330597"/>
                </a:cubicBezTo>
                <a:cubicBezTo>
                  <a:pt x="54273" y="342106"/>
                  <a:pt x="66179" y="349250"/>
                  <a:pt x="79375" y="349250"/>
                </a:cubicBezTo>
                <a:cubicBezTo>
                  <a:pt x="105668" y="349250"/>
                  <a:pt x="127000" y="320774"/>
                  <a:pt x="127000" y="285750"/>
                </a:cubicBezTo>
                <a:cubicBezTo>
                  <a:pt x="127000" y="250726"/>
                  <a:pt x="105668" y="222250"/>
                  <a:pt x="79375" y="222250"/>
                </a:cubicBezTo>
                <a:cubicBezTo>
                  <a:pt x="66179" y="222250"/>
                  <a:pt x="54273" y="229394"/>
                  <a:pt x="45641" y="240903"/>
                </a:cubicBezTo>
                <a:cubicBezTo>
                  <a:pt x="40184" y="248245"/>
                  <a:pt x="32246" y="254000"/>
                  <a:pt x="23019" y="254000"/>
                </a:cubicBezTo>
                <a:cubicBezTo>
                  <a:pt x="10319" y="254000"/>
                  <a:pt x="0" y="243681"/>
                  <a:pt x="0" y="230981"/>
                </a:cubicBezTo>
                <a:lnTo>
                  <a:pt x="0" y="174625"/>
                </a:lnTo>
                <a:cubicBezTo>
                  <a:pt x="0" y="148332"/>
                  <a:pt x="21332" y="127000"/>
                  <a:pt x="47625" y="127000"/>
                </a:cubicBezTo>
                <a:lnTo>
                  <a:pt x="155575" y="127000"/>
                </a:lnTo>
                <a:cubicBezTo>
                  <a:pt x="170458" y="127000"/>
                  <a:pt x="182563" y="114895"/>
                  <a:pt x="182563" y="100013"/>
                </a:cubicBezTo>
                <a:cubicBezTo>
                  <a:pt x="182563" y="90587"/>
                  <a:pt x="177205" y="82153"/>
                  <a:pt x="170656" y="75307"/>
                </a:cubicBezTo>
                <a:cubicBezTo>
                  <a:pt x="163215" y="67469"/>
                  <a:pt x="158750" y="57944"/>
                  <a:pt x="158750" y="47625"/>
                </a:cubicBezTo>
                <a:cubicBezTo>
                  <a:pt x="158750" y="21332"/>
                  <a:pt x="187226" y="0"/>
                  <a:pt x="222250" y="0"/>
                </a:cubicBezTo>
                <a:close/>
              </a:path>
            </a:pathLst>
          </a:custGeom>
          <a:solidFill>
            <a:srgbClr val="6B21A8"/>
          </a:solidFill>
          <a:ln/>
        </p:spPr>
        <p:txBody>
          <a:bodyPr/>
          <a:lstStyle/>
          <a:p>
            <a:endParaRPr lang="en-US"/>
          </a:p>
        </p:txBody>
      </p:sp>
      <p:sp>
        <p:nvSpPr>
          <p:cNvPr id="24" name="Text 21"/>
          <p:cNvSpPr/>
          <p:nvPr/>
        </p:nvSpPr>
        <p:spPr>
          <a:xfrm>
            <a:off x="11811000" y="3429000"/>
            <a:ext cx="3429000" cy="889000"/>
          </a:xfrm>
          <a:prstGeom prst="rect">
            <a:avLst/>
          </a:prstGeom>
          <a:noFill/>
          <a:ln/>
        </p:spPr>
        <p:txBody>
          <a:bodyPr wrap="square" lIns="0" tIns="0" rIns="0" bIns="0" rtlCol="0" anchor="ctr"/>
          <a:lstStyle/>
          <a:p>
            <a:pPr>
              <a:lnSpc>
                <a:spcPct val="140000"/>
              </a:lnSpc>
            </a:pPr>
            <a:r>
              <a:rPr lang="en-US" sz="1800" b="1" dirty="0">
                <a:solidFill>
                  <a:srgbClr val="1E1B2E"/>
                </a:solidFill>
                <a:latin typeface="Quattrocento Sans" pitchFamily="34" charset="0"/>
                <a:ea typeface="Quattrocento Sans" pitchFamily="34" charset="-122"/>
                <a:cs typeface="Quattrocento Sans" pitchFamily="34" charset="-120"/>
              </a:rPr>
              <a:t>Problem Solving</a:t>
            </a:r>
            <a:endParaRPr lang="en-US" sz="1600" dirty="0"/>
          </a:p>
          <a:p>
            <a:pPr>
              <a:lnSpc>
                <a:spcPct val="140000"/>
              </a:lnSpc>
            </a:pPr>
            <a:r>
              <a:rPr lang="en-US" sz="1400" dirty="0">
                <a:solidFill>
                  <a:srgbClr val="6B7280"/>
                </a:solidFill>
                <a:latin typeface="Quattrocento Sans" pitchFamily="34" charset="0"/>
                <a:ea typeface="Quattrocento Sans" pitchFamily="34" charset="-122"/>
                <a:cs typeface="Quattrocento Sans" pitchFamily="34" charset="-120"/>
              </a:rPr>
              <a:t>Strong analytical thinking skills</a:t>
            </a:r>
            <a:endParaRPr lang="en-US" sz="1600" dirty="0"/>
          </a:p>
        </p:txBody>
      </p:sp>
      <p:sp>
        <p:nvSpPr>
          <p:cNvPr id="25" name="Shape 22"/>
          <p:cNvSpPr/>
          <p:nvPr/>
        </p:nvSpPr>
        <p:spPr>
          <a:xfrm>
            <a:off x="5842000" y="4826000"/>
            <a:ext cx="9652000" cy="1397000"/>
          </a:xfrm>
          <a:prstGeom prst="roundRect">
            <a:avLst>
              <a:gd name="adj" fmla="val 10000"/>
            </a:avLst>
          </a:prstGeom>
          <a:solidFill>
            <a:srgbClr val="FFFFFF">
              <a:alpha val="90196"/>
            </a:srgbClr>
          </a:solidFill>
          <a:ln w="12700">
            <a:solidFill>
              <a:srgbClr val="D8B4FE"/>
            </a:solidFill>
            <a:prstDash val="solid"/>
          </a:ln>
          <a:effectLst>
            <a:outerShdw blurRad="152400" dist="50800" dir="5400000" algn="bl" rotWithShape="0">
              <a:srgbClr val="6B21A8">
                <a:alpha val="8235"/>
              </a:srgbClr>
            </a:outerShdw>
          </a:effectLst>
        </p:spPr>
        <p:txBody>
          <a:bodyPr/>
          <a:lstStyle/>
          <a:p>
            <a:endParaRPr lang="en-US"/>
          </a:p>
        </p:txBody>
      </p:sp>
      <p:sp>
        <p:nvSpPr>
          <p:cNvPr id="26" name="Shape 23"/>
          <p:cNvSpPr/>
          <p:nvPr/>
        </p:nvSpPr>
        <p:spPr>
          <a:xfrm>
            <a:off x="6127750" y="5207000"/>
            <a:ext cx="571500" cy="508000"/>
          </a:xfrm>
          <a:custGeom>
            <a:avLst/>
            <a:gdLst/>
            <a:ahLst/>
            <a:cxnLst/>
            <a:rect l="l" t="t" r="r" b="b"/>
            <a:pathLst>
              <a:path w="571500" h="508000">
                <a:moveTo>
                  <a:pt x="237331" y="-7937"/>
                </a:moveTo>
                <a:cubicBezTo>
                  <a:pt x="231279" y="-14089"/>
                  <a:pt x="222448" y="-16570"/>
                  <a:pt x="214114" y="-14287"/>
                </a:cubicBezTo>
                <a:cubicBezTo>
                  <a:pt x="205780" y="-12005"/>
                  <a:pt x="199330" y="-5556"/>
                  <a:pt x="197247" y="2778"/>
                </a:cubicBezTo>
                <a:lnTo>
                  <a:pt x="182066" y="62508"/>
                </a:lnTo>
                <a:cubicBezTo>
                  <a:pt x="180975" y="66873"/>
                  <a:pt x="176510" y="69453"/>
                  <a:pt x="172244" y="68163"/>
                </a:cubicBezTo>
                <a:lnTo>
                  <a:pt x="112911" y="51495"/>
                </a:lnTo>
                <a:cubicBezTo>
                  <a:pt x="104577" y="49113"/>
                  <a:pt x="95647" y="51495"/>
                  <a:pt x="89595" y="57547"/>
                </a:cubicBezTo>
                <a:cubicBezTo>
                  <a:pt x="83542" y="63599"/>
                  <a:pt x="81161" y="72529"/>
                  <a:pt x="83542" y="80863"/>
                </a:cubicBezTo>
                <a:lnTo>
                  <a:pt x="100310" y="140196"/>
                </a:lnTo>
                <a:cubicBezTo>
                  <a:pt x="101501" y="144463"/>
                  <a:pt x="98921" y="148927"/>
                  <a:pt x="94655" y="150019"/>
                </a:cubicBezTo>
                <a:lnTo>
                  <a:pt x="34826" y="165199"/>
                </a:lnTo>
                <a:cubicBezTo>
                  <a:pt x="26491" y="167283"/>
                  <a:pt x="19943" y="173831"/>
                  <a:pt x="17661" y="182166"/>
                </a:cubicBezTo>
                <a:cubicBezTo>
                  <a:pt x="15379" y="190500"/>
                  <a:pt x="17859" y="199330"/>
                  <a:pt x="24011" y="205383"/>
                </a:cubicBezTo>
                <a:lnTo>
                  <a:pt x="68163" y="248345"/>
                </a:lnTo>
                <a:cubicBezTo>
                  <a:pt x="71338" y="251420"/>
                  <a:pt x="71338" y="256580"/>
                  <a:pt x="68163" y="259755"/>
                </a:cubicBezTo>
                <a:lnTo>
                  <a:pt x="24110" y="302716"/>
                </a:lnTo>
                <a:cubicBezTo>
                  <a:pt x="17959" y="308769"/>
                  <a:pt x="15478" y="317599"/>
                  <a:pt x="17760" y="325934"/>
                </a:cubicBezTo>
                <a:cubicBezTo>
                  <a:pt x="20042" y="334268"/>
                  <a:pt x="26591" y="340717"/>
                  <a:pt x="34925" y="342900"/>
                </a:cubicBezTo>
                <a:lnTo>
                  <a:pt x="94655" y="358080"/>
                </a:lnTo>
                <a:cubicBezTo>
                  <a:pt x="99020" y="359172"/>
                  <a:pt x="101600" y="363637"/>
                  <a:pt x="100310" y="367903"/>
                </a:cubicBezTo>
                <a:lnTo>
                  <a:pt x="83542" y="427137"/>
                </a:lnTo>
                <a:cubicBezTo>
                  <a:pt x="81161" y="435471"/>
                  <a:pt x="83542" y="444401"/>
                  <a:pt x="89595" y="450453"/>
                </a:cubicBezTo>
                <a:cubicBezTo>
                  <a:pt x="95647" y="456505"/>
                  <a:pt x="104577" y="458887"/>
                  <a:pt x="112911" y="456505"/>
                </a:cubicBezTo>
                <a:lnTo>
                  <a:pt x="172244" y="439738"/>
                </a:lnTo>
                <a:cubicBezTo>
                  <a:pt x="176510" y="438547"/>
                  <a:pt x="180975" y="441127"/>
                  <a:pt x="182066" y="445393"/>
                </a:cubicBezTo>
                <a:lnTo>
                  <a:pt x="197247" y="505123"/>
                </a:lnTo>
                <a:cubicBezTo>
                  <a:pt x="199330" y="513457"/>
                  <a:pt x="205879" y="520005"/>
                  <a:pt x="214213" y="522288"/>
                </a:cubicBezTo>
                <a:cubicBezTo>
                  <a:pt x="222548" y="524570"/>
                  <a:pt x="231378" y="522089"/>
                  <a:pt x="237430" y="515938"/>
                </a:cubicBezTo>
                <a:lnTo>
                  <a:pt x="280392" y="471785"/>
                </a:lnTo>
                <a:cubicBezTo>
                  <a:pt x="283468" y="468610"/>
                  <a:pt x="288627" y="468610"/>
                  <a:pt x="291802" y="471785"/>
                </a:cubicBezTo>
                <a:lnTo>
                  <a:pt x="334665" y="515938"/>
                </a:lnTo>
                <a:cubicBezTo>
                  <a:pt x="340717" y="522089"/>
                  <a:pt x="349548" y="524570"/>
                  <a:pt x="357882" y="522288"/>
                </a:cubicBezTo>
                <a:cubicBezTo>
                  <a:pt x="366216" y="520005"/>
                  <a:pt x="372666" y="513457"/>
                  <a:pt x="374848" y="505123"/>
                </a:cubicBezTo>
                <a:lnTo>
                  <a:pt x="390029" y="445492"/>
                </a:lnTo>
                <a:cubicBezTo>
                  <a:pt x="391120" y="441127"/>
                  <a:pt x="395585" y="438547"/>
                  <a:pt x="399852" y="439837"/>
                </a:cubicBezTo>
                <a:lnTo>
                  <a:pt x="459184" y="456605"/>
                </a:lnTo>
                <a:cubicBezTo>
                  <a:pt x="467519" y="458986"/>
                  <a:pt x="476448" y="456605"/>
                  <a:pt x="482501" y="450552"/>
                </a:cubicBezTo>
                <a:cubicBezTo>
                  <a:pt x="488553" y="444500"/>
                  <a:pt x="490934" y="435570"/>
                  <a:pt x="488553" y="427236"/>
                </a:cubicBezTo>
                <a:lnTo>
                  <a:pt x="471785" y="367903"/>
                </a:lnTo>
                <a:cubicBezTo>
                  <a:pt x="470595" y="363637"/>
                  <a:pt x="473174" y="359172"/>
                  <a:pt x="477441" y="358080"/>
                </a:cubicBezTo>
                <a:lnTo>
                  <a:pt x="537170" y="342900"/>
                </a:lnTo>
                <a:cubicBezTo>
                  <a:pt x="545505" y="340816"/>
                  <a:pt x="552053" y="334268"/>
                  <a:pt x="554335" y="325934"/>
                </a:cubicBezTo>
                <a:cubicBezTo>
                  <a:pt x="556617" y="317599"/>
                  <a:pt x="554137" y="308670"/>
                  <a:pt x="547985" y="302716"/>
                </a:cubicBezTo>
                <a:lnTo>
                  <a:pt x="503833" y="259755"/>
                </a:lnTo>
                <a:cubicBezTo>
                  <a:pt x="500658" y="256679"/>
                  <a:pt x="500658" y="251520"/>
                  <a:pt x="503833" y="248345"/>
                </a:cubicBezTo>
                <a:lnTo>
                  <a:pt x="547985" y="205383"/>
                </a:lnTo>
                <a:cubicBezTo>
                  <a:pt x="554137" y="199330"/>
                  <a:pt x="556617" y="190500"/>
                  <a:pt x="554335" y="182166"/>
                </a:cubicBezTo>
                <a:cubicBezTo>
                  <a:pt x="552053" y="173831"/>
                  <a:pt x="545505" y="167382"/>
                  <a:pt x="537170" y="165199"/>
                </a:cubicBezTo>
                <a:lnTo>
                  <a:pt x="477441" y="150019"/>
                </a:lnTo>
                <a:cubicBezTo>
                  <a:pt x="473075" y="148927"/>
                  <a:pt x="470495" y="144462"/>
                  <a:pt x="471785" y="140196"/>
                </a:cubicBezTo>
                <a:lnTo>
                  <a:pt x="488553" y="80863"/>
                </a:lnTo>
                <a:cubicBezTo>
                  <a:pt x="490934" y="72529"/>
                  <a:pt x="488553" y="63599"/>
                  <a:pt x="482501" y="57547"/>
                </a:cubicBezTo>
                <a:cubicBezTo>
                  <a:pt x="476448" y="51495"/>
                  <a:pt x="467519" y="49113"/>
                  <a:pt x="459184" y="51495"/>
                </a:cubicBezTo>
                <a:lnTo>
                  <a:pt x="399852" y="68263"/>
                </a:lnTo>
                <a:cubicBezTo>
                  <a:pt x="395585" y="69453"/>
                  <a:pt x="391120" y="66873"/>
                  <a:pt x="390029" y="62607"/>
                </a:cubicBezTo>
                <a:lnTo>
                  <a:pt x="374848" y="2778"/>
                </a:lnTo>
                <a:cubicBezTo>
                  <a:pt x="372765" y="-5556"/>
                  <a:pt x="366216" y="-12105"/>
                  <a:pt x="357882" y="-14387"/>
                </a:cubicBezTo>
                <a:cubicBezTo>
                  <a:pt x="349548" y="-16669"/>
                  <a:pt x="340717" y="-14188"/>
                  <a:pt x="334665" y="-8037"/>
                </a:cubicBezTo>
                <a:lnTo>
                  <a:pt x="291703" y="36215"/>
                </a:lnTo>
                <a:cubicBezTo>
                  <a:pt x="288627" y="39390"/>
                  <a:pt x="283468" y="39390"/>
                  <a:pt x="280293" y="36215"/>
                </a:cubicBezTo>
                <a:lnTo>
                  <a:pt x="237331" y="-7937"/>
                </a:lnTo>
                <a:close/>
              </a:path>
            </a:pathLst>
          </a:custGeom>
          <a:solidFill>
            <a:srgbClr val="6B21A8"/>
          </a:solidFill>
          <a:ln/>
        </p:spPr>
        <p:txBody>
          <a:bodyPr/>
          <a:lstStyle/>
          <a:p>
            <a:endParaRPr lang="en-US"/>
          </a:p>
        </p:txBody>
      </p:sp>
      <p:sp>
        <p:nvSpPr>
          <p:cNvPr id="27" name="Text 24"/>
          <p:cNvSpPr/>
          <p:nvPr/>
        </p:nvSpPr>
        <p:spPr>
          <a:xfrm>
            <a:off x="6858000" y="5080000"/>
            <a:ext cx="8382000" cy="889000"/>
          </a:xfrm>
          <a:prstGeom prst="rect">
            <a:avLst/>
          </a:prstGeom>
          <a:noFill/>
          <a:ln/>
        </p:spPr>
        <p:txBody>
          <a:bodyPr wrap="square" lIns="0" tIns="0" rIns="0" bIns="0" rtlCol="0" anchor="ctr"/>
          <a:lstStyle/>
          <a:p>
            <a:pPr>
              <a:lnSpc>
                <a:spcPct val="140000"/>
              </a:lnSpc>
            </a:pPr>
            <a:r>
              <a:rPr lang="en-US" sz="1800" b="1" dirty="0">
                <a:solidFill>
                  <a:srgbClr val="1E1B2E"/>
                </a:solidFill>
                <a:latin typeface="Quattrocento Sans" pitchFamily="34" charset="0"/>
                <a:ea typeface="Quattrocento Sans" pitchFamily="34" charset="-122"/>
                <a:cs typeface="Quattrocento Sans" pitchFamily="34" charset="-120"/>
              </a:rPr>
              <a:t>Completed Web Development Course</a:t>
            </a:r>
            <a:endParaRPr lang="en-US" sz="1600" dirty="0"/>
          </a:p>
          <a:p>
            <a:pPr>
              <a:lnSpc>
                <a:spcPct val="140000"/>
              </a:lnSpc>
            </a:pPr>
            <a:r>
              <a:rPr lang="en-US" sz="1400" dirty="0">
                <a:solidFill>
                  <a:srgbClr val="6B7280"/>
                </a:solidFill>
                <a:latin typeface="Quattrocento Sans" pitchFamily="34" charset="0"/>
                <a:ea typeface="Quattrocento Sans" pitchFamily="34" charset="-122"/>
                <a:cs typeface="Quattrocento Sans" pitchFamily="34" charset="-120"/>
              </a:rPr>
              <a:t>National College — Gained hands-on experience in HTML, CSS, JavaScript, PHP &amp; MySQL</a:t>
            </a:r>
            <a:endParaRPr lang="en-US" sz="1600" dirty="0"/>
          </a:p>
        </p:txBody>
      </p:sp>
      <p:sp>
        <p:nvSpPr>
          <p:cNvPr id="28" name="Shape 25"/>
          <p:cNvSpPr/>
          <p:nvPr/>
        </p:nvSpPr>
        <p:spPr>
          <a:xfrm>
            <a:off x="5842000" y="6731000"/>
            <a:ext cx="9652000" cy="1397000"/>
          </a:xfrm>
          <a:prstGeom prst="roundRect">
            <a:avLst>
              <a:gd name="adj" fmla="val 8000"/>
            </a:avLst>
          </a:prstGeom>
          <a:gradFill flip="none" rotWithShape="1">
            <a:gsLst>
              <a:gs pos="0">
                <a:srgbClr val="F3E8FF"/>
              </a:gs>
              <a:gs pos="100000">
                <a:srgbClr val="E9D5FF"/>
              </a:gs>
            </a:gsLst>
            <a:lin ang="0" scaled="1"/>
          </a:gradFill>
          <a:ln/>
        </p:spPr>
        <p:txBody>
          <a:bodyPr/>
          <a:lstStyle/>
          <a:p>
            <a:endParaRPr lang="en-US"/>
          </a:p>
        </p:txBody>
      </p:sp>
      <p:sp>
        <p:nvSpPr>
          <p:cNvPr id="29" name="Text 26"/>
          <p:cNvSpPr/>
          <p:nvPr/>
        </p:nvSpPr>
        <p:spPr>
          <a:xfrm>
            <a:off x="6223000" y="6921500"/>
            <a:ext cx="8890000" cy="1016000"/>
          </a:xfrm>
          <a:prstGeom prst="rect">
            <a:avLst/>
          </a:prstGeom>
          <a:noFill/>
          <a:ln/>
        </p:spPr>
        <p:txBody>
          <a:bodyPr wrap="square" lIns="0" tIns="0" rIns="0" bIns="0" rtlCol="0" anchor="ctr"/>
          <a:lstStyle/>
          <a:p>
            <a:pPr>
              <a:lnSpc>
                <a:spcPct val="150000"/>
              </a:lnSpc>
            </a:pPr>
            <a:r>
              <a:rPr lang="en-US" sz="1800" b="1" dirty="0">
                <a:solidFill>
                  <a:srgbClr val="6B21A8"/>
                </a:solidFill>
                <a:latin typeface="Quattrocento Sans" pitchFamily="34" charset="0"/>
                <a:ea typeface="Quattrocento Sans" pitchFamily="34" charset="-122"/>
                <a:cs typeface="Quattrocento Sans" pitchFamily="34" charset="-120"/>
              </a:rPr>
              <a:t>Career Goal:</a:t>
            </a:r>
            <a:r>
              <a:rPr lang="en-US" sz="1800" dirty="0">
                <a:solidFill>
                  <a:srgbClr val="6B21A8"/>
                </a:solidFill>
                <a:latin typeface="Quattrocento Sans" pitchFamily="34" charset="0"/>
                <a:ea typeface="Quattrocento Sans" pitchFamily="34" charset="-122"/>
                <a:cs typeface="Quattrocento Sans" pitchFamily="34" charset="-120"/>
              </a:rPr>
              <a:t> To become a professional Full Stack Web Developer, creating modern and responsive web applications that solve real-world problems.</a:t>
            </a:r>
            <a:endParaRPr lang="en-US" sz="1600" dirty="0"/>
          </a:p>
        </p:txBody>
      </p:sp>
      <p:sp>
        <p:nvSpPr>
          <p:cNvPr id="30" name="Text 27"/>
          <p:cNvSpPr/>
          <p:nvPr/>
        </p:nvSpPr>
        <p:spPr>
          <a:xfrm>
            <a:off x="14986000" y="8636000"/>
            <a:ext cx="762000" cy="317500"/>
          </a:xfrm>
          <a:prstGeom prst="rect">
            <a:avLst/>
          </a:prstGeom>
          <a:noFill/>
          <a:ln/>
        </p:spPr>
        <p:txBody>
          <a:bodyPr wrap="none" lIns="0" tIns="0" rIns="0" bIns="0" rtlCol="0" anchor="ctr"/>
          <a:lstStyle/>
          <a:p>
            <a:pPr algn="r">
              <a:lnSpc>
                <a:spcPct val="100000"/>
              </a:lnSpc>
            </a:pPr>
            <a:r>
              <a:rPr lang="en-US" sz="1200" dirty="0">
                <a:solidFill>
                  <a:srgbClr val="D8B4FE"/>
                </a:solidFill>
                <a:latin typeface="Liter" pitchFamily="34" charset="0"/>
                <a:ea typeface="Liter" pitchFamily="34" charset="-122"/>
                <a:cs typeface="Liter" pitchFamily="34" charset="-120"/>
              </a:rPr>
              <a:t>02 / 15</a:t>
            </a:r>
            <a:endParaRPr lang="en-US" sz="1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762000" y="508000"/>
            <a:ext cx="7620000" cy="508000"/>
          </a:xfrm>
          <a:prstGeom prst="rect">
            <a:avLst/>
          </a:prstGeom>
          <a:noFill/>
          <a:ln/>
        </p:spPr>
        <p:txBody>
          <a:bodyPr wrap="none" lIns="0" tIns="0" rIns="0" bIns="0" rtlCol="0" anchor="ctr"/>
          <a:lstStyle/>
          <a:p>
            <a:pPr>
              <a:lnSpc>
                <a:spcPct val="130000"/>
              </a:lnSpc>
            </a:pPr>
            <a:r>
              <a:rPr lang="en-US" sz="2800" b="1" dirty="0">
                <a:solidFill>
                  <a:srgbClr val="6B21A8"/>
                </a:solidFill>
                <a:latin typeface="Liter" pitchFamily="34" charset="0"/>
                <a:ea typeface="Liter" pitchFamily="34" charset="-122"/>
                <a:cs typeface="Liter" pitchFamily="34" charset="-120"/>
              </a:rPr>
              <a:t>What is Web Development?</a:t>
            </a:r>
            <a:endParaRPr lang="en-US" sz="2800" dirty="0"/>
          </a:p>
        </p:txBody>
      </p:sp>
      <p:sp>
        <p:nvSpPr>
          <p:cNvPr id="4" name="Shape 1"/>
          <p:cNvSpPr/>
          <p:nvPr/>
        </p:nvSpPr>
        <p:spPr>
          <a:xfrm>
            <a:off x="762000" y="1079500"/>
            <a:ext cx="1016000" cy="50800"/>
          </a:xfrm>
          <a:prstGeom prst="rect">
            <a:avLst/>
          </a:prstGeom>
          <a:solidFill>
            <a:srgbClr val="6B21A8"/>
          </a:solidFill>
          <a:ln/>
        </p:spPr>
        <p:txBody>
          <a:bodyPr/>
          <a:lstStyle/>
          <a:p>
            <a:endParaRPr lang="en-US"/>
          </a:p>
        </p:txBody>
      </p:sp>
      <p:sp>
        <p:nvSpPr>
          <p:cNvPr id="5" name="Text 2"/>
          <p:cNvSpPr/>
          <p:nvPr/>
        </p:nvSpPr>
        <p:spPr>
          <a:xfrm>
            <a:off x="762000" y="1333500"/>
            <a:ext cx="14732000" cy="444500"/>
          </a:xfrm>
          <a:prstGeom prst="rect">
            <a:avLst/>
          </a:prstGeom>
          <a:noFill/>
          <a:ln/>
        </p:spPr>
        <p:txBody>
          <a:bodyPr wrap="square" lIns="0" tIns="0" rIns="0" bIns="0" rtlCol="0" anchor="ctr"/>
          <a:lstStyle/>
          <a:p>
            <a:pPr>
              <a:lnSpc>
                <a:spcPct val="140000"/>
              </a:lnSpc>
            </a:pPr>
            <a:r>
              <a:rPr lang="en-US" sz="1800" dirty="0">
                <a:solidFill>
                  <a:srgbClr val="1E1B2E"/>
                </a:solidFill>
                <a:latin typeface="Quattrocento Sans" pitchFamily="34" charset="0"/>
                <a:ea typeface="Quattrocento Sans" pitchFamily="34" charset="-122"/>
                <a:cs typeface="Quattrocento Sans" pitchFamily="34" charset="-120"/>
              </a:rPr>
              <a:t>Web Development is the process of </a:t>
            </a:r>
            <a:r>
              <a:rPr lang="en-US" sz="1800" b="1" dirty="0">
                <a:solidFill>
                  <a:srgbClr val="1E1B2E"/>
                </a:solidFill>
                <a:latin typeface="Quattrocento Sans" pitchFamily="34" charset="0"/>
                <a:ea typeface="Quattrocento Sans" pitchFamily="34" charset="-122"/>
                <a:cs typeface="Quattrocento Sans" pitchFamily="34" charset="-120"/>
              </a:rPr>
              <a:t>building and maintaining websites</a:t>
            </a:r>
            <a:r>
              <a:rPr lang="en-US" sz="1800" dirty="0">
                <a:solidFill>
                  <a:srgbClr val="1E1B2E"/>
                </a:solidFill>
                <a:latin typeface="Quattrocento Sans" pitchFamily="34" charset="0"/>
                <a:ea typeface="Quattrocento Sans" pitchFamily="34" charset="-122"/>
                <a:cs typeface="Quattrocento Sans" pitchFamily="34" charset="-120"/>
              </a:rPr>
              <a:t> and web applications.</a:t>
            </a:r>
            <a:endParaRPr lang="en-US" sz="1600" dirty="0"/>
          </a:p>
        </p:txBody>
      </p:sp>
      <p:sp>
        <p:nvSpPr>
          <p:cNvPr id="6" name="Shape 3"/>
          <p:cNvSpPr/>
          <p:nvPr/>
        </p:nvSpPr>
        <p:spPr>
          <a:xfrm>
            <a:off x="762000" y="2032000"/>
            <a:ext cx="4572000" cy="2286000"/>
          </a:xfrm>
          <a:prstGeom prst="roundRect">
            <a:avLst>
              <a:gd name="adj" fmla="val 10000"/>
            </a:avLst>
          </a:prstGeom>
          <a:solidFill>
            <a:srgbClr val="FFFFFF">
              <a:alpha val="90196"/>
            </a:srgbClr>
          </a:solidFill>
          <a:ln w="12700">
            <a:solidFill>
              <a:srgbClr val="D8B4FE"/>
            </a:solidFill>
            <a:prstDash val="solid"/>
          </a:ln>
          <a:effectLst>
            <a:outerShdw blurRad="152400" dist="50800" dir="5400000" algn="bl" rotWithShape="0">
              <a:srgbClr val="6B21A8">
                <a:alpha val="6275"/>
              </a:srgbClr>
            </a:outerShdw>
          </a:effectLst>
        </p:spPr>
        <p:txBody>
          <a:bodyPr/>
          <a:lstStyle/>
          <a:p>
            <a:endParaRPr lang="en-US"/>
          </a:p>
        </p:txBody>
      </p:sp>
      <p:sp>
        <p:nvSpPr>
          <p:cNvPr id="7" name="Shape 4"/>
          <p:cNvSpPr/>
          <p:nvPr/>
        </p:nvSpPr>
        <p:spPr>
          <a:xfrm>
            <a:off x="1016000" y="2286000"/>
            <a:ext cx="558800" cy="558800"/>
          </a:xfrm>
          <a:custGeom>
            <a:avLst/>
            <a:gdLst/>
            <a:ahLst/>
            <a:cxnLst/>
            <a:rect l="l" t="t" r="r" b="b"/>
            <a:pathLst>
              <a:path w="558800" h="558800">
                <a:moveTo>
                  <a:pt x="69850" y="34925"/>
                </a:moveTo>
                <a:cubicBezTo>
                  <a:pt x="31323" y="34925"/>
                  <a:pt x="0" y="66248"/>
                  <a:pt x="0" y="104775"/>
                </a:cubicBezTo>
                <a:lnTo>
                  <a:pt x="0" y="384175"/>
                </a:lnTo>
                <a:cubicBezTo>
                  <a:pt x="0" y="422702"/>
                  <a:pt x="31323" y="454025"/>
                  <a:pt x="69850" y="454025"/>
                </a:cubicBezTo>
                <a:lnTo>
                  <a:pt x="227013" y="454025"/>
                </a:lnTo>
                <a:lnTo>
                  <a:pt x="209550" y="506413"/>
                </a:lnTo>
                <a:lnTo>
                  <a:pt x="130969" y="506413"/>
                </a:lnTo>
                <a:cubicBezTo>
                  <a:pt x="116453" y="506413"/>
                  <a:pt x="104775" y="518091"/>
                  <a:pt x="104775" y="532606"/>
                </a:cubicBezTo>
                <a:cubicBezTo>
                  <a:pt x="104775" y="547122"/>
                  <a:pt x="116453" y="558800"/>
                  <a:pt x="130969" y="558800"/>
                </a:cubicBezTo>
                <a:lnTo>
                  <a:pt x="427831" y="558800"/>
                </a:lnTo>
                <a:cubicBezTo>
                  <a:pt x="442347" y="558800"/>
                  <a:pt x="454025" y="547122"/>
                  <a:pt x="454025" y="532606"/>
                </a:cubicBezTo>
                <a:cubicBezTo>
                  <a:pt x="454025" y="518091"/>
                  <a:pt x="442347" y="506413"/>
                  <a:pt x="427831" y="506413"/>
                </a:cubicBezTo>
                <a:lnTo>
                  <a:pt x="349250" y="506413"/>
                </a:lnTo>
                <a:lnTo>
                  <a:pt x="331788" y="454025"/>
                </a:lnTo>
                <a:lnTo>
                  <a:pt x="488950" y="454025"/>
                </a:lnTo>
                <a:cubicBezTo>
                  <a:pt x="527477" y="454025"/>
                  <a:pt x="558800" y="422702"/>
                  <a:pt x="558800" y="384175"/>
                </a:cubicBezTo>
                <a:lnTo>
                  <a:pt x="558800" y="104775"/>
                </a:lnTo>
                <a:cubicBezTo>
                  <a:pt x="558800" y="66248"/>
                  <a:pt x="527477" y="34925"/>
                  <a:pt x="488950" y="34925"/>
                </a:cubicBezTo>
                <a:lnTo>
                  <a:pt x="69850" y="34925"/>
                </a:lnTo>
                <a:close/>
                <a:moveTo>
                  <a:pt x="104775" y="104775"/>
                </a:moveTo>
                <a:lnTo>
                  <a:pt x="454025" y="104775"/>
                </a:lnTo>
                <a:cubicBezTo>
                  <a:pt x="473343" y="104775"/>
                  <a:pt x="488950" y="120382"/>
                  <a:pt x="488950" y="139700"/>
                </a:cubicBezTo>
                <a:lnTo>
                  <a:pt x="488950" y="314325"/>
                </a:lnTo>
                <a:cubicBezTo>
                  <a:pt x="488950" y="333643"/>
                  <a:pt x="473343" y="349250"/>
                  <a:pt x="454025" y="349250"/>
                </a:cubicBezTo>
                <a:lnTo>
                  <a:pt x="104775" y="349250"/>
                </a:lnTo>
                <a:cubicBezTo>
                  <a:pt x="85457" y="349250"/>
                  <a:pt x="69850" y="333643"/>
                  <a:pt x="69850" y="314325"/>
                </a:cubicBezTo>
                <a:lnTo>
                  <a:pt x="69850" y="139700"/>
                </a:lnTo>
                <a:cubicBezTo>
                  <a:pt x="69850" y="120382"/>
                  <a:pt x="85457" y="104775"/>
                  <a:pt x="104775" y="104775"/>
                </a:cubicBezTo>
                <a:close/>
              </a:path>
            </a:pathLst>
          </a:custGeom>
          <a:solidFill>
            <a:srgbClr val="6B21A8"/>
          </a:solidFill>
          <a:ln/>
        </p:spPr>
        <p:txBody>
          <a:bodyPr/>
          <a:lstStyle/>
          <a:p>
            <a:endParaRPr lang="en-US"/>
          </a:p>
        </p:txBody>
      </p:sp>
      <p:sp>
        <p:nvSpPr>
          <p:cNvPr id="8" name="Text 5"/>
          <p:cNvSpPr/>
          <p:nvPr/>
        </p:nvSpPr>
        <p:spPr>
          <a:xfrm>
            <a:off x="1714500" y="2286000"/>
            <a:ext cx="3302000" cy="381000"/>
          </a:xfrm>
          <a:prstGeom prst="rect">
            <a:avLst/>
          </a:prstGeom>
          <a:noFill/>
          <a:ln/>
        </p:spPr>
        <p:txBody>
          <a:bodyPr wrap="none" lIns="0" tIns="0" rIns="0" bIns="0" rtlCol="0" anchor="ctr"/>
          <a:lstStyle/>
          <a:p>
            <a:pPr>
              <a:lnSpc>
                <a:spcPct val="100000"/>
              </a:lnSpc>
            </a:pPr>
            <a:r>
              <a:rPr lang="en-US" sz="2000" b="1" dirty="0">
                <a:solidFill>
                  <a:srgbClr val="6B21A8"/>
                </a:solidFill>
                <a:latin typeface="Liter" pitchFamily="34" charset="0"/>
                <a:ea typeface="Liter" pitchFamily="34" charset="-122"/>
                <a:cs typeface="Liter" pitchFamily="34" charset="-120"/>
              </a:rPr>
              <a:t>Frontend Development</a:t>
            </a:r>
            <a:endParaRPr lang="en-US" sz="1600" dirty="0"/>
          </a:p>
        </p:txBody>
      </p:sp>
      <p:sp>
        <p:nvSpPr>
          <p:cNvPr id="9" name="Text 6"/>
          <p:cNvSpPr/>
          <p:nvPr/>
        </p:nvSpPr>
        <p:spPr>
          <a:xfrm>
            <a:off x="1016000" y="2984500"/>
            <a:ext cx="4064000" cy="1079500"/>
          </a:xfrm>
          <a:prstGeom prst="rect">
            <a:avLst/>
          </a:prstGeom>
          <a:noFill/>
          <a:ln/>
        </p:spPr>
        <p:txBody>
          <a:bodyPr wrap="square" lIns="0" tIns="0" rIns="0" bIns="0" rtlCol="0" anchor="t"/>
          <a:lstStyle/>
          <a:p>
            <a:pPr>
              <a:lnSpc>
                <a:spcPct val="150000"/>
              </a:lnSpc>
            </a:pPr>
            <a:r>
              <a:rPr lang="en-US" sz="1600" dirty="0">
                <a:solidFill>
                  <a:srgbClr val="1E1B2E"/>
                </a:solidFill>
                <a:latin typeface="Quattrocento Sans" pitchFamily="34" charset="0"/>
                <a:ea typeface="Quattrocento Sans" pitchFamily="34" charset="-122"/>
                <a:cs typeface="Quattrocento Sans" pitchFamily="34" charset="-120"/>
              </a:rPr>
              <a:t>Handles the visual part users interact with — layout, design, and user experience using HTML, CSS, and JavaScript.</a:t>
            </a:r>
            <a:endParaRPr lang="en-US" sz="1600" dirty="0"/>
          </a:p>
        </p:txBody>
      </p:sp>
      <p:sp>
        <p:nvSpPr>
          <p:cNvPr id="10" name="Shape 7"/>
          <p:cNvSpPr/>
          <p:nvPr/>
        </p:nvSpPr>
        <p:spPr>
          <a:xfrm>
            <a:off x="5842000" y="2032000"/>
            <a:ext cx="4572000" cy="2286000"/>
          </a:xfrm>
          <a:prstGeom prst="roundRect">
            <a:avLst>
              <a:gd name="adj" fmla="val 10000"/>
            </a:avLst>
          </a:prstGeom>
          <a:solidFill>
            <a:srgbClr val="FFFFFF">
              <a:alpha val="90196"/>
            </a:srgbClr>
          </a:solidFill>
          <a:ln w="12700">
            <a:solidFill>
              <a:srgbClr val="D8B4FE"/>
            </a:solidFill>
            <a:prstDash val="solid"/>
          </a:ln>
          <a:effectLst>
            <a:outerShdw blurRad="152400" dist="50800" dir="5400000" algn="bl" rotWithShape="0">
              <a:srgbClr val="6B21A8">
                <a:alpha val="6275"/>
              </a:srgbClr>
            </a:outerShdw>
          </a:effectLst>
        </p:spPr>
        <p:txBody>
          <a:bodyPr/>
          <a:lstStyle/>
          <a:p>
            <a:endParaRPr lang="en-US"/>
          </a:p>
        </p:txBody>
      </p:sp>
      <p:sp>
        <p:nvSpPr>
          <p:cNvPr id="11" name="Shape 8"/>
          <p:cNvSpPr/>
          <p:nvPr/>
        </p:nvSpPr>
        <p:spPr>
          <a:xfrm>
            <a:off x="6130925" y="2286000"/>
            <a:ext cx="488950" cy="558800"/>
          </a:xfrm>
          <a:custGeom>
            <a:avLst/>
            <a:gdLst/>
            <a:ahLst/>
            <a:cxnLst/>
            <a:rect l="l" t="t" r="r" b="b"/>
            <a:pathLst>
              <a:path w="488950" h="558800">
                <a:moveTo>
                  <a:pt x="69850" y="34925"/>
                </a:moveTo>
                <a:cubicBezTo>
                  <a:pt x="31323" y="34925"/>
                  <a:pt x="0" y="66248"/>
                  <a:pt x="0" y="104775"/>
                </a:cubicBezTo>
                <a:lnTo>
                  <a:pt x="0" y="174625"/>
                </a:lnTo>
                <a:cubicBezTo>
                  <a:pt x="0" y="213152"/>
                  <a:pt x="31323" y="244475"/>
                  <a:pt x="69850" y="244475"/>
                </a:cubicBezTo>
                <a:lnTo>
                  <a:pt x="419100" y="244475"/>
                </a:lnTo>
                <a:cubicBezTo>
                  <a:pt x="457627" y="244475"/>
                  <a:pt x="488950" y="213152"/>
                  <a:pt x="488950" y="174625"/>
                </a:cubicBezTo>
                <a:lnTo>
                  <a:pt x="488950" y="104775"/>
                </a:lnTo>
                <a:cubicBezTo>
                  <a:pt x="488950" y="66248"/>
                  <a:pt x="457627" y="34925"/>
                  <a:pt x="419100" y="34925"/>
                </a:cubicBezTo>
                <a:lnTo>
                  <a:pt x="69850" y="34925"/>
                </a:lnTo>
                <a:close/>
                <a:moveTo>
                  <a:pt x="305594" y="113506"/>
                </a:moveTo>
                <a:cubicBezTo>
                  <a:pt x="320050" y="113506"/>
                  <a:pt x="331788" y="125243"/>
                  <a:pt x="331788" y="139700"/>
                </a:cubicBezTo>
                <a:cubicBezTo>
                  <a:pt x="331788" y="154157"/>
                  <a:pt x="320050" y="165894"/>
                  <a:pt x="305594" y="165894"/>
                </a:cubicBezTo>
                <a:cubicBezTo>
                  <a:pt x="291137" y="165894"/>
                  <a:pt x="279400" y="154157"/>
                  <a:pt x="279400" y="139700"/>
                </a:cubicBezTo>
                <a:cubicBezTo>
                  <a:pt x="279400" y="125243"/>
                  <a:pt x="291137" y="113506"/>
                  <a:pt x="305594" y="113506"/>
                </a:cubicBezTo>
                <a:close/>
                <a:moveTo>
                  <a:pt x="366713" y="139700"/>
                </a:moveTo>
                <a:cubicBezTo>
                  <a:pt x="366713" y="125243"/>
                  <a:pt x="378450" y="113506"/>
                  <a:pt x="392906" y="113506"/>
                </a:cubicBezTo>
                <a:cubicBezTo>
                  <a:pt x="407363" y="113506"/>
                  <a:pt x="419100" y="125243"/>
                  <a:pt x="419100" y="139700"/>
                </a:cubicBezTo>
                <a:cubicBezTo>
                  <a:pt x="419100" y="154157"/>
                  <a:pt x="407363" y="165894"/>
                  <a:pt x="392906" y="165894"/>
                </a:cubicBezTo>
                <a:cubicBezTo>
                  <a:pt x="378450" y="165894"/>
                  <a:pt x="366713" y="154157"/>
                  <a:pt x="366713" y="139700"/>
                </a:cubicBezTo>
                <a:close/>
                <a:moveTo>
                  <a:pt x="69850" y="314325"/>
                </a:moveTo>
                <a:cubicBezTo>
                  <a:pt x="31323" y="314325"/>
                  <a:pt x="0" y="345648"/>
                  <a:pt x="0" y="384175"/>
                </a:cubicBezTo>
                <a:lnTo>
                  <a:pt x="0" y="454025"/>
                </a:lnTo>
                <a:cubicBezTo>
                  <a:pt x="0" y="492552"/>
                  <a:pt x="31323" y="523875"/>
                  <a:pt x="69850" y="523875"/>
                </a:cubicBezTo>
                <a:lnTo>
                  <a:pt x="419100" y="523875"/>
                </a:lnTo>
                <a:cubicBezTo>
                  <a:pt x="457627" y="523875"/>
                  <a:pt x="488950" y="492552"/>
                  <a:pt x="488950" y="454025"/>
                </a:cubicBezTo>
                <a:lnTo>
                  <a:pt x="488950" y="384175"/>
                </a:lnTo>
                <a:cubicBezTo>
                  <a:pt x="488950" y="345648"/>
                  <a:pt x="457627" y="314325"/>
                  <a:pt x="419100" y="314325"/>
                </a:cubicBezTo>
                <a:lnTo>
                  <a:pt x="69850" y="314325"/>
                </a:lnTo>
                <a:close/>
                <a:moveTo>
                  <a:pt x="305594" y="392906"/>
                </a:moveTo>
                <a:cubicBezTo>
                  <a:pt x="320050" y="392906"/>
                  <a:pt x="331788" y="404643"/>
                  <a:pt x="331788" y="419100"/>
                </a:cubicBezTo>
                <a:cubicBezTo>
                  <a:pt x="331788" y="433557"/>
                  <a:pt x="320050" y="445294"/>
                  <a:pt x="305594" y="445294"/>
                </a:cubicBezTo>
                <a:cubicBezTo>
                  <a:pt x="291137" y="445294"/>
                  <a:pt x="279400" y="433557"/>
                  <a:pt x="279400" y="419100"/>
                </a:cubicBezTo>
                <a:cubicBezTo>
                  <a:pt x="279400" y="404643"/>
                  <a:pt x="291137" y="392906"/>
                  <a:pt x="305594" y="392906"/>
                </a:cubicBezTo>
                <a:close/>
                <a:moveTo>
                  <a:pt x="366713" y="419100"/>
                </a:moveTo>
                <a:cubicBezTo>
                  <a:pt x="366713" y="404643"/>
                  <a:pt x="378450" y="392906"/>
                  <a:pt x="392906" y="392906"/>
                </a:cubicBezTo>
                <a:cubicBezTo>
                  <a:pt x="407363" y="392906"/>
                  <a:pt x="419100" y="404643"/>
                  <a:pt x="419100" y="419100"/>
                </a:cubicBezTo>
                <a:cubicBezTo>
                  <a:pt x="419100" y="433557"/>
                  <a:pt x="407363" y="445294"/>
                  <a:pt x="392906" y="445294"/>
                </a:cubicBezTo>
                <a:cubicBezTo>
                  <a:pt x="378450" y="445294"/>
                  <a:pt x="366713" y="433557"/>
                  <a:pt x="366713" y="419100"/>
                </a:cubicBezTo>
                <a:close/>
              </a:path>
            </a:pathLst>
          </a:custGeom>
          <a:solidFill>
            <a:srgbClr val="6B21A8"/>
          </a:solidFill>
          <a:ln/>
        </p:spPr>
        <p:txBody>
          <a:bodyPr/>
          <a:lstStyle/>
          <a:p>
            <a:endParaRPr lang="en-US"/>
          </a:p>
        </p:txBody>
      </p:sp>
      <p:sp>
        <p:nvSpPr>
          <p:cNvPr id="12" name="Text 9"/>
          <p:cNvSpPr/>
          <p:nvPr/>
        </p:nvSpPr>
        <p:spPr>
          <a:xfrm>
            <a:off x="6794500" y="2286000"/>
            <a:ext cx="3302000" cy="381000"/>
          </a:xfrm>
          <a:prstGeom prst="rect">
            <a:avLst/>
          </a:prstGeom>
          <a:noFill/>
          <a:ln/>
        </p:spPr>
        <p:txBody>
          <a:bodyPr wrap="none" lIns="0" tIns="0" rIns="0" bIns="0" rtlCol="0" anchor="ctr"/>
          <a:lstStyle/>
          <a:p>
            <a:pPr>
              <a:lnSpc>
                <a:spcPct val="100000"/>
              </a:lnSpc>
            </a:pPr>
            <a:r>
              <a:rPr lang="en-US" sz="2000" b="1" dirty="0">
                <a:solidFill>
                  <a:srgbClr val="6B21A8"/>
                </a:solidFill>
                <a:latin typeface="Liter" pitchFamily="34" charset="0"/>
                <a:ea typeface="Liter" pitchFamily="34" charset="-122"/>
                <a:cs typeface="Liter" pitchFamily="34" charset="-120"/>
              </a:rPr>
              <a:t>Backend Development</a:t>
            </a:r>
            <a:endParaRPr lang="en-US" sz="1600" dirty="0"/>
          </a:p>
        </p:txBody>
      </p:sp>
      <p:sp>
        <p:nvSpPr>
          <p:cNvPr id="13" name="Text 10"/>
          <p:cNvSpPr/>
          <p:nvPr/>
        </p:nvSpPr>
        <p:spPr>
          <a:xfrm>
            <a:off x="6096000" y="2984500"/>
            <a:ext cx="4064000" cy="1079500"/>
          </a:xfrm>
          <a:prstGeom prst="rect">
            <a:avLst/>
          </a:prstGeom>
          <a:noFill/>
          <a:ln/>
        </p:spPr>
        <p:txBody>
          <a:bodyPr wrap="square" lIns="0" tIns="0" rIns="0" bIns="0" rtlCol="0" anchor="t"/>
          <a:lstStyle/>
          <a:p>
            <a:pPr>
              <a:lnSpc>
                <a:spcPct val="150000"/>
              </a:lnSpc>
            </a:pPr>
            <a:r>
              <a:rPr lang="en-US" sz="1600" dirty="0">
                <a:solidFill>
                  <a:srgbClr val="1E1B2E"/>
                </a:solidFill>
                <a:latin typeface="Quattrocento Sans" pitchFamily="34" charset="0"/>
                <a:ea typeface="Quattrocento Sans" pitchFamily="34" charset="-122"/>
                <a:cs typeface="Quattrocento Sans" pitchFamily="34" charset="-120"/>
              </a:rPr>
              <a:t>Server-side logic that powers websites — processing requests, handling business logic using PHP and other languages.</a:t>
            </a:r>
            <a:endParaRPr lang="en-US" sz="1600" dirty="0"/>
          </a:p>
        </p:txBody>
      </p:sp>
      <p:sp>
        <p:nvSpPr>
          <p:cNvPr id="14" name="Shape 11"/>
          <p:cNvSpPr/>
          <p:nvPr/>
        </p:nvSpPr>
        <p:spPr>
          <a:xfrm>
            <a:off x="10922000" y="2032000"/>
            <a:ext cx="4572000" cy="2286000"/>
          </a:xfrm>
          <a:prstGeom prst="roundRect">
            <a:avLst>
              <a:gd name="adj" fmla="val 10000"/>
            </a:avLst>
          </a:prstGeom>
          <a:solidFill>
            <a:srgbClr val="FFFFFF">
              <a:alpha val="90196"/>
            </a:srgbClr>
          </a:solidFill>
          <a:ln w="12700">
            <a:solidFill>
              <a:srgbClr val="D8B4FE"/>
            </a:solidFill>
            <a:prstDash val="solid"/>
          </a:ln>
          <a:effectLst>
            <a:outerShdw blurRad="152400" dist="50800" dir="5400000" algn="bl" rotWithShape="0">
              <a:srgbClr val="6B21A8">
                <a:alpha val="6275"/>
              </a:srgbClr>
            </a:outerShdw>
          </a:effectLst>
        </p:spPr>
        <p:txBody>
          <a:bodyPr/>
          <a:lstStyle/>
          <a:p>
            <a:endParaRPr lang="en-US"/>
          </a:p>
        </p:txBody>
      </p:sp>
      <p:sp>
        <p:nvSpPr>
          <p:cNvPr id="15" name="Shape 12"/>
          <p:cNvSpPr/>
          <p:nvPr/>
        </p:nvSpPr>
        <p:spPr>
          <a:xfrm>
            <a:off x="11210925" y="2286000"/>
            <a:ext cx="488950" cy="558800"/>
          </a:xfrm>
          <a:custGeom>
            <a:avLst/>
            <a:gdLst/>
            <a:ahLst/>
            <a:cxnLst/>
            <a:rect l="l" t="t" r="r" b="b"/>
            <a:pathLst>
              <a:path w="488950" h="558800">
                <a:moveTo>
                  <a:pt x="488950" y="224611"/>
                </a:moveTo>
                <a:cubicBezTo>
                  <a:pt x="472797" y="235307"/>
                  <a:pt x="454243" y="243929"/>
                  <a:pt x="434925" y="250805"/>
                </a:cubicBezTo>
                <a:cubicBezTo>
                  <a:pt x="383629" y="269141"/>
                  <a:pt x="316290" y="279400"/>
                  <a:pt x="244475" y="279400"/>
                </a:cubicBezTo>
                <a:cubicBezTo>
                  <a:pt x="172660" y="279400"/>
                  <a:pt x="105212" y="269032"/>
                  <a:pt x="54025" y="250805"/>
                </a:cubicBezTo>
                <a:cubicBezTo>
                  <a:pt x="34816" y="243929"/>
                  <a:pt x="16153" y="235307"/>
                  <a:pt x="0" y="224611"/>
                </a:cubicBezTo>
                <a:lnTo>
                  <a:pt x="0" y="314325"/>
                </a:lnTo>
                <a:cubicBezTo>
                  <a:pt x="0" y="362565"/>
                  <a:pt x="109468" y="401637"/>
                  <a:pt x="244475" y="401637"/>
                </a:cubicBezTo>
                <a:cubicBezTo>
                  <a:pt x="379482" y="401637"/>
                  <a:pt x="488950" y="362565"/>
                  <a:pt x="488950" y="314325"/>
                </a:cubicBezTo>
                <a:lnTo>
                  <a:pt x="488950" y="224611"/>
                </a:lnTo>
                <a:close/>
                <a:moveTo>
                  <a:pt x="488950" y="139700"/>
                </a:moveTo>
                <a:lnTo>
                  <a:pt x="488950" y="87313"/>
                </a:lnTo>
                <a:cubicBezTo>
                  <a:pt x="488950" y="39072"/>
                  <a:pt x="379482" y="0"/>
                  <a:pt x="244475" y="0"/>
                </a:cubicBezTo>
                <a:cubicBezTo>
                  <a:pt x="109468" y="0"/>
                  <a:pt x="0" y="39072"/>
                  <a:pt x="0" y="87313"/>
                </a:cubicBezTo>
                <a:lnTo>
                  <a:pt x="0" y="139700"/>
                </a:lnTo>
                <a:cubicBezTo>
                  <a:pt x="0" y="187940"/>
                  <a:pt x="109468" y="227013"/>
                  <a:pt x="244475" y="227013"/>
                </a:cubicBezTo>
                <a:cubicBezTo>
                  <a:pt x="379482" y="227013"/>
                  <a:pt x="488950" y="187940"/>
                  <a:pt x="488950" y="139700"/>
                </a:cubicBezTo>
                <a:close/>
                <a:moveTo>
                  <a:pt x="434925" y="425430"/>
                </a:moveTo>
                <a:cubicBezTo>
                  <a:pt x="383738" y="443657"/>
                  <a:pt x="316399" y="454025"/>
                  <a:pt x="244475" y="454025"/>
                </a:cubicBezTo>
                <a:cubicBezTo>
                  <a:pt x="172551" y="454025"/>
                  <a:pt x="105212" y="443657"/>
                  <a:pt x="54025" y="425430"/>
                </a:cubicBezTo>
                <a:cubicBezTo>
                  <a:pt x="34816" y="418554"/>
                  <a:pt x="16153" y="409932"/>
                  <a:pt x="0" y="399236"/>
                </a:cubicBezTo>
                <a:lnTo>
                  <a:pt x="0" y="471488"/>
                </a:lnTo>
                <a:cubicBezTo>
                  <a:pt x="0" y="519728"/>
                  <a:pt x="109468" y="558800"/>
                  <a:pt x="244475" y="558800"/>
                </a:cubicBezTo>
                <a:cubicBezTo>
                  <a:pt x="379482" y="558800"/>
                  <a:pt x="488950" y="519728"/>
                  <a:pt x="488950" y="471488"/>
                </a:cubicBezTo>
                <a:lnTo>
                  <a:pt x="488950" y="399236"/>
                </a:lnTo>
                <a:cubicBezTo>
                  <a:pt x="472797" y="409932"/>
                  <a:pt x="454243" y="418554"/>
                  <a:pt x="434925" y="425430"/>
                </a:cubicBezTo>
                <a:close/>
              </a:path>
            </a:pathLst>
          </a:custGeom>
          <a:solidFill>
            <a:srgbClr val="6B21A8"/>
          </a:solidFill>
          <a:ln/>
        </p:spPr>
        <p:txBody>
          <a:bodyPr/>
          <a:lstStyle/>
          <a:p>
            <a:endParaRPr lang="en-US"/>
          </a:p>
        </p:txBody>
      </p:sp>
      <p:sp>
        <p:nvSpPr>
          <p:cNvPr id="16" name="Text 13"/>
          <p:cNvSpPr/>
          <p:nvPr/>
        </p:nvSpPr>
        <p:spPr>
          <a:xfrm>
            <a:off x="11874500" y="2286000"/>
            <a:ext cx="3302000" cy="381000"/>
          </a:xfrm>
          <a:prstGeom prst="rect">
            <a:avLst/>
          </a:prstGeom>
          <a:noFill/>
          <a:ln/>
        </p:spPr>
        <p:txBody>
          <a:bodyPr wrap="none" lIns="0" tIns="0" rIns="0" bIns="0" rtlCol="0" anchor="ctr"/>
          <a:lstStyle/>
          <a:p>
            <a:pPr>
              <a:lnSpc>
                <a:spcPct val="100000"/>
              </a:lnSpc>
            </a:pPr>
            <a:r>
              <a:rPr lang="en-US" sz="2000" b="1" dirty="0">
                <a:solidFill>
                  <a:srgbClr val="6B21A8"/>
                </a:solidFill>
                <a:latin typeface="Liter" pitchFamily="34" charset="0"/>
                <a:ea typeface="Liter" pitchFamily="34" charset="-122"/>
                <a:cs typeface="Liter" pitchFamily="34" charset="-120"/>
              </a:rPr>
              <a:t>Database Management</a:t>
            </a:r>
            <a:endParaRPr lang="en-US" sz="1600" dirty="0"/>
          </a:p>
        </p:txBody>
      </p:sp>
      <p:sp>
        <p:nvSpPr>
          <p:cNvPr id="17" name="Text 14"/>
          <p:cNvSpPr/>
          <p:nvPr/>
        </p:nvSpPr>
        <p:spPr>
          <a:xfrm>
            <a:off x="11176000" y="2984500"/>
            <a:ext cx="4064000" cy="1079500"/>
          </a:xfrm>
          <a:prstGeom prst="rect">
            <a:avLst/>
          </a:prstGeom>
          <a:noFill/>
          <a:ln/>
        </p:spPr>
        <p:txBody>
          <a:bodyPr wrap="square" lIns="0" tIns="0" rIns="0" bIns="0" rtlCol="0" anchor="t"/>
          <a:lstStyle/>
          <a:p>
            <a:pPr>
              <a:lnSpc>
                <a:spcPct val="150000"/>
              </a:lnSpc>
            </a:pPr>
            <a:r>
              <a:rPr lang="en-US" sz="1600" dirty="0">
                <a:solidFill>
                  <a:srgbClr val="1E1B2E"/>
                </a:solidFill>
                <a:latin typeface="Quattrocento Sans" pitchFamily="34" charset="0"/>
                <a:ea typeface="Quattrocento Sans" pitchFamily="34" charset="-122"/>
                <a:cs typeface="Quattrocento Sans" pitchFamily="34" charset="-120"/>
              </a:rPr>
              <a:t>Stores and organizes data efficiently — using MySQL to create, read, update, and delete information.</a:t>
            </a:r>
            <a:endParaRPr lang="en-US" sz="1600" dirty="0"/>
          </a:p>
        </p:txBody>
      </p:sp>
      <p:sp>
        <p:nvSpPr>
          <p:cNvPr id="18" name="Text 15"/>
          <p:cNvSpPr/>
          <p:nvPr/>
        </p:nvSpPr>
        <p:spPr>
          <a:xfrm>
            <a:off x="762000" y="4699000"/>
            <a:ext cx="5080000" cy="444500"/>
          </a:xfrm>
          <a:prstGeom prst="rect">
            <a:avLst/>
          </a:prstGeom>
          <a:noFill/>
          <a:ln/>
        </p:spPr>
        <p:txBody>
          <a:bodyPr wrap="none" lIns="0" tIns="0" rIns="0" bIns="0" rtlCol="0" anchor="ctr"/>
          <a:lstStyle/>
          <a:p>
            <a:pPr>
              <a:lnSpc>
                <a:spcPct val="130000"/>
              </a:lnSpc>
            </a:pPr>
            <a:r>
              <a:rPr lang="en-US" sz="2200" b="1" dirty="0">
                <a:solidFill>
                  <a:srgbClr val="6B21A8"/>
                </a:solidFill>
                <a:latin typeface="Liter" pitchFamily="34" charset="0"/>
                <a:ea typeface="Liter" pitchFamily="34" charset="-122"/>
                <a:cs typeface="Liter" pitchFamily="34" charset="-120"/>
              </a:rPr>
              <a:t>Technology Flow</a:t>
            </a:r>
            <a:endParaRPr lang="en-US" sz="2200" dirty="0"/>
          </a:p>
        </p:txBody>
      </p:sp>
      <p:sp>
        <p:nvSpPr>
          <p:cNvPr id="19" name="Shape 16"/>
          <p:cNvSpPr/>
          <p:nvPr/>
        </p:nvSpPr>
        <p:spPr>
          <a:xfrm>
            <a:off x="762000" y="5334000"/>
            <a:ext cx="14732000" cy="1651000"/>
          </a:xfrm>
          <a:prstGeom prst="roundRect">
            <a:avLst>
              <a:gd name="adj" fmla="val 8000"/>
            </a:avLst>
          </a:prstGeom>
          <a:gradFill flip="none" rotWithShape="1">
            <a:gsLst>
              <a:gs pos="0">
                <a:srgbClr val="F3E8FF"/>
              </a:gs>
              <a:gs pos="100000">
                <a:srgbClr val="E9D5FF"/>
              </a:gs>
            </a:gsLst>
            <a:lin ang="0" scaled="1"/>
          </a:gradFill>
          <a:ln/>
        </p:spPr>
        <p:txBody>
          <a:bodyPr/>
          <a:lstStyle/>
          <a:p>
            <a:endParaRPr lang="en-US"/>
          </a:p>
        </p:txBody>
      </p:sp>
      <p:sp>
        <p:nvSpPr>
          <p:cNvPr id="20" name="Shape 17"/>
          <p:cNvSpPr/>
          <p:nvPr/>
        </p:nvSpPr>
        <p:spPr>
          <a:xfrm>
            <a:off x="1397000" y="5651500"/>
            <a:ext cx="1905000" cy="1016000"/>
          </a:xfrm>
          <a:prstGeom prst="roundRect">
            <a:avLst>
              <a:gd name="adj" fmla="val 12000"/>
            </a:avLst>
          </a:prstGeom>
          <a:solidFill>
            <a:srgbClr val="6B21A8"/>
          </a:solidFill>
          <a:ln/>
          <a:effectLst>
            <a:outerShdw blurRad="101600" dist="38100" dir="5400000" algn="bl" rotWithShape="0">
              <a:srgbClr val="6B21A8">
                <a:alpha val="18824"/>
              </a:srgbClr>
            </a:outerShdw>
          </a:effectLst>
        </p:spPr>
        <p:txBody>
          <a:bodyPr/>
          <a:lstStyle/>
          <a:p>
            <a:endParaRPr lang="en-US"/>
          </a:p>
        </p:txBody>
      </p:sp>
      <p:sp>
        <p:nvSpPr>
          <p:cNvPr id="21" name="Shape 18"/>
          <p:cNvSpPr/>
          <p:nvPr/>
        </p:nvSpPr>
        <p:spPr>
          <a:xfrm>
            <a:off x="2016125" y="5740400"/>
            <a:ext cx="285750" cy="381000"/>
          </a:xfrm>
          <a:custGeom>
            <a:avLst/>
            <a:gdLst/>
            <a:ahLst/>
            <a:cxnLst/>
            <a:rect l="l" t="t" r="r" b="b"/>
            <a:pathLst>
              <a:path w="285750" h="381000">
                <a:moveTo>
                  <a:pt x="0" y="23812"/>
                </a:moveTo>
                <a:lnTo>
                  <a:pt x="25971" y="318343"/>
                </a:lnTo>
                <a:lnTo>
                  <a:pt x="142503" y="357188"/>
                </a:lnTo>
                <a:lnTo>
                  <a:pt x="259779" y="318343"/>
                </a:lnTo>
                <a:lnTo>
                  <a:pt x="285750" y="23812"/>
                </a:lnTo>
                <a:lnTo>
                  <a:pt x="0" y="23812"/>
                </a:lnTo>
                <a:close/>
                <a:moveTo>
                  <a:pt x="229344" y="118988"/>
                </a:moveTo>
                <a:lnTo>
                  <a:pt x="92571" y="118988"/>
                </a:lnTo>
                <a:lnTo>
                  <a:pt x="95622" y="155749"/>
                </a:lnTo>
                <a:lnTo>
                  <a:pt x="226293" y="155749"/>
                </a:lnTo>
                <a:lnTo>
                  <a:pt x="216173" y="266179"/>
                </a:lnTo>
                <a:lnTo>
                  <a:pt x="143321" y="286271"/>
                </a:lnTo>
                <a:lnTo>
                  <a:pt x="143321" y="286494"/>
                </a:lnTo>
                <a:lnTo>
                  <a:pt x="142503" y="286494"/>
                </a:lnTo>
                <a:lnTo>
                  <a:pt x="69056" y="266179"/>
                </a:lnTo>
                <a:lnTo>
                  <a:pt x="64591" y="209773"/>
                </a:lnTo>
                <a:lnTo>
                  <a:pt x="100087" y="209773"/>
                </a:lnTo>
                <a:lnTo>
                  <a:pt x="102691" y="238125"/>
                </a:lnTo>
                <a:lnTo>
                  <a:pt x="142503" y="248915"/>
                </a:lnTo>
                <a:lnTo>
                  <a:pt x="182463" y="238125"/>
                </a:lnTo>
                <a:lnTo>
                  <a:pt x="186928" y="191839"/>
                </a:lnTo>
                <a:lnTo>
                  <a:pt x="62731" y="191839"/>
                </a:lnTo>
                <a:lnTo>
                  <a:pt x="53206" y="83493"/>
                </a:lnTo>
                <a:lnTo>
                  <a:pt x="232618" y="83493"/>
                </a:lnTo>
                <a:lnTo>
                  <a:pt x="229344" y="118988"/>
                </a:lnTo>
                <a:close/>
              </a:path>
            </a:pathLst>
          </a:custGeom>
          <a:solidFill>
            <a:srgbClr val="FFFFFF"/>
          </a:solidFill>
          <a:ln/>
        </p:spPr>
        <p:txBody>
          <a:bodyPr/>
          <a:lstStyle/>
          <a:p>
            <a:endParaRPr lang="en-US"/>
          </a:p>
        </p:txBody>
      </p:sp>
      <p:sp>
        <p:nvSpPr>
          <p:cNvPr id="22" name="Text 19"/>
          <p:cNvSpPr/>
          <p:nvPr/>
        </p:nvSpPr>
        <p:spPr>
          <a:xfrm>
            <a:off x="1397000" y="6184900"/>
            <a:ext cx="1905000" cy="355600"/>
          </a:xfrm>
          <a:prstGeom prst="rect">
            <a:avLst/>
          </a:prstGeom>
          <a:noFill/>
          <a:ln/>
        </p:spPr>
        <p:txBody>
          <a:bodyPr wrap="none" lIns="0" tIns="0" rIns="0" bIns="0" rtlCol="0" anchor="ctr"/>
          <a:lstStyle/>
          <a:p>
            <a:pPr algn="ctr">
              <a:lnSpc>
                <a:spcPct val="100000"/>
              </a:lnSpc>
            </a:pPr>
            <a:r>
              <a:rPr lang="en-US" sz="1400" b="1" dirty="0">
                <a:solidFill>
                  <a:srgbClr val="FFFFFF"/>
                </a:solidFill>
                <a:latin typeface="Liter" pitchFamily="34" charset="0"/>
                <a:ea typeface="Liter" pitchFamily="34" charset="-122"/>
                <a:cs typeface="Liter" pitchFamily="34" charset="-120"/>
              </a:rPr>
              <a:t>HTML</a:t>
            </a:r>
            <a:endParaRPr lang="en-US" sz="1600" dirty="0"/>
          </a:p>
        </p:txBody>
      </p:sp>
      <p:sp>
        <p:nvSpPr>
          <p:cNvPr id="23" name="Shape 20"/>
          <p:cNvSpPr/>
          <p:nvPr/>
        </p:nvSpPr>
        <p:spPr>
          <a:xfrm>
            <a:off x="3429000" y="6070600"/>
            <a:ext cx="635000" cy="0"/>
          </a:xfrm>
          <a:prstGeom prst="straightConnector1">
            <a:avLst/>
          </a:prstGeom>
          <a:noFill/>
          <a:ln w="25400">
            <a:solidFill>
              <a:srgbClr val="6B21A8"/>
            </a:solidFill>
            <a:prstDash val="solid"/>
            <a:headEnd type="none"/>
            <a:tailEnd type="arrow"/>
          </a:ln>
        </p:spPr>
        <p:txBody>
          <a:bodyPr/>
          <a:lstStyle/>
          <a:p>
            <a:endParaRPr lang="en-US"/>
          </a:p>
        </p:txBody>
      </p:sp>
      <p:sp>
        <p:nvSpPr>
          <p:cNvPr id="24" name="Shape 21"/>
          <p:cNvSpPr/>
          <p:nvPr/>
        </p:nvSpPr>
        <p:spPr>
          <a:xfrm>
            <a:off x="4191000" y="5651500"/>
            <a:ext cx="1905000" cy="1016000"/>
          </a:xfrm>
          <a:prstGeom prst="roundRect">
            <a:avLst>
              <a:gd name="adj" fmla="val 12000"/>
            </a:avLst>
          </a:prstGeom>
          <a:solidFill>
            <a:srgbClr val="A855F7"/>
          </a:solidFill>
          <a:ln/>
          <a:effectLst>
            <a:outerShdw blurRad="101600" dist="38100" dir="5400000" algn="bl" rotWithShape="0">
              <a:srgbClr val="A855F7">
                <a:alpha val="18824"/>
              </a:srgbClr>
            </a:outerShdw>
          </a:effectLst>
        </p:spPr>
        <p:txBody>
          <a:bodyPr/>
          <a:lstStyle/>
          <a:p>
            <a:endParaRPr lang="en-US"/>
          </a:p>
        </p:txBody>
      </p:sp>
      <p:sp>
        <p:nvSpPr>
          <p:cNvPr id="25" name="Shape 22"/>
          <p:cNvSpPr/>
          <p:nvPr/>
        </p:nvSpPr>
        <p:spPr>
          <a:xfrm>
            <a:off x="4810125" y="5740400"/>
            <a:ext cx="285750" cy="381000"/>
          </a:xfrm>
          <a:custGeom>
            <a:avLst/>
            <a:gdLst/>
            <a:ahLst/>
            <a:cxnLst/>
            <a:rect l="l" t="t" r="r" b="b"/>
            <a:pathLst>
              <a:path w="285750" h="381000">
                <a:moveTo>
                  <a:pt x="0" y="23812"/>
                </a:moveTo>
                <a:lnTo>
                  <a:pt x="25971" y="318343"/>
                </a:lnTo>
                <a:lnTo>
                  <a:pt x="142875" y="357188"/>
                </a:lnTo>
                <a:lnTo>
                  <a:pt x="259779" y="318343"/>
                </a:lnTo>
                <a:lnTo>
                  <a:pt x="285750" y="23812"/>
                </a:lnTo>
                <a:lnTo>
                  <a:pt x="0" y="23812"/>
                </a:lnTo>
                <a:close/>
                <a:moveTo>
                  <a:pt x="232990" y="83344"/>
                </a:moveTo>
                <a:lnTo>
                  <a:pt x="229419" y="118542"/>
                </a:lnTo>
                <a:lnTo>
                  <a:pt x="143619" y="155228"/>
                </a:lnTo>
                <a:lnTo>
                  <a:pt x="143396" y="155302"/>
                </a:lnTo>
                <a:lnTo>
                  <a:pt x="226368" y="155302"/>
                </a:lnTo>
                <a:lnTo>
                  <a:pt x="216843" y="264393"/>
                </a:lnTo>
                <a:lnTo>
                  <a:pt x="143768" y="285750"/>
                </a:lnTo>
                <a:lnTo>
                  <a:pt x="70247" y="264021"/>
                </a:lnTo>
                <a:lnTo>
                  <a:pt x="65484" y="209029"/>
                </a:lnTo>
                <a:lnTo>
                  <a:pt x="101873" y="209029"/>
                </a:lnTo>
                <a:lnTo>
                  <a:pt x="104254" y="237530"/>
                </a:lnTo>
                <a:lnTo>
                  <a:pt x="143396" y="247427"/>
                </a:lnTo>
                <a:lnTo>
                  <a:pt x="184100" y="235967"/>
                </a:lnTo>
                <a:lnTo>
                  <a:pt x="186854" y="190128"/>
                </a:lnTo>
                <a:lnTo>
                  <a:pt x="63103" y="189756"/>
                </a:lnTo>
                <a:lnTo>
                  <a:pt x="63103" y="189681"/>
                </a:lnTo>
                <a:lnTo>
                  <a:pt x="62954" y="189756"/>
                </a:lnTo>
                <a:lnTo>
                  <a:pt x="60275" y="155302"/>
                </a:lnTo>
                <a:lnTo>
                  <a:pt x="143694" y="120551"/>
                </a:lnTo>
                <a:lnTo>
                  <a:pt x="148530" y="118542"/>
                </a:lnTo>
                <a:lnTo>
                  <a:pt x="57076" y="118542"/>
                </a:lnTo>
                <a:lnTo>
                  <a:pt x="52760" y="83344"/>
                </a:lnTo>
                <a:lnTo>
                  <a:pt x="232990" y="83344"/>
                </a:lnTo>
                <a:close/>
              </a:path>
            </a:pathLst>
          </a:custGeom>
          <a:solidFill>
            <a:srgbClr val="FFFFFF"/>
          </a:solidFill>
          <a:ln/>
        </p:spPr>
        <p:txBody>
          <a:bodyPr/>
          <a:lstStyle/>
          <a:p>
            <a:endParaRPr lang="en-US"/>
          </a:p>
        </p:txBody>
      </p:sp>
      <p:sp>
        <p:nvSpPr>
          <p:cNvPr id="26" name="Text 23"/>
          <p:cNvSpPr/>
          <p:nvPr/>
        </p:nvSpPr>
        <p:spPr>
          <a:xfrm>
            <a:off x="4191000" y="6184900"/>
            <a:ext cx="1905000" cy="355600"/>
          </a:xfrm>
          <a:prstGeom prst="rect">
            <a:avLst/>
          </a:prstGeom>
          <a:noFill/>
          <a:ln/>
        </p:spPr>
        <p:txBody>
          <a:bodyPr wrap="none" lIns="0" tIns="0" rIns="0" bIns="0" rtlCol="0" anchor="ctr"/>
          <a:lstStyle/>
          <a:p>
            <a:pPr algn="ctr">
              <a:lnSpc>
                <a:spcPct val="100000"/>
              </a:lnSpc>
            </a:pPr>
            <a:r>
              <a:rPr lang="en-US" sz="1400" b="1" dirty="0">
                <a:solidFill>
                  <a:srgbClr val="FFFFFF"/>
                </a:solidFill>
                <a:latin typeface="Liter" pitchFamily="34" charset="0"/>
                <a:ea typeface="Liter" pitchFamily="34" charset="-122"/>
                <a:cs typeface="Liter" pitchFamily="34" charset="-120"/>
              </a:rPr>
              <a:t>CSS</a:t>
            </a:r>
            <a:endParaRPr lang="en-US" sz="1600" dirty="0"/>
          </a:p>
        </p:txBody>
      </p:sp>
      <p:sp>
        <p:nvSpPr>
          <p:cNvPr id="27" name="Shape 24"/>
          <p:cNvSpPr/>
          <p:nvPr/>
        </p:nvSpPr>
        <p:spPr>
          <a:xfrm>
            <a:off x="6223000" y="6070600"/>
            <a:ext cx="635000" cy="0"/>
          </a:xfrm>
          <a:prstGeom prst="straightConnector1">
            <a:avLst/>
          </a:prstGeom>
          <a:noFill/>
          <a:ln w="25400">
            <a:solidFill>
              <a:srgbClr val="A855F7"/>
            </a:solidFill>
            <a:prstDash val="solid"/>
            <a:headEnd type="none"/>
            <a:tailEnd type="arrow"/>
          </a:ln>
        </p:spPr>
        <p:txBody>
          <a:bodyPr/>
          <a:lstStyle/>
          <a:p>
            <a:endParaRPr lang="en-US"/>
          </a:p>
        </p:txBody>
      </p:sp>
      <p:sp>
        <p:nvSpPr>
          <p:cNvPr id="28" name="Shape 25"/>
          <p:cNvSpPr/>
          <p:nvPr/>
        </p:nvSpPr>
        <p:spPr>
          <a:xfrm>
            <a:off x="6985000" y="5651500"/>
            <a:ext cx="1905000" cy="1016000"/>
          </a:xfrm>
          <a:prstGeom prst="roundRect">
            <a:avLst>
              <a:gd name="adj" fmla="val 12000"/>
            </a:avLst>
          </a:prstGeom>
          <a:solidFill>
            <a:srgbClr val="7C3AED"/>
          </a:solidFill>
          <a:ln/>
          <a:effectLst>
            <a:outerShdw blurRad="101600" dist="38100" dir="5400000" algn="bl" rotWithShape="0">
              <a:srgbClr val="7C3AED">
                <a:alpha val="18824"/>
              </a:srgbClr>
            </a:outerShdw>
          </a:effectLst>
        </p:spPr>
        <p:txBody>
          <a:bodyPr/>
          <a:lstStyle/>
          <a:p>
            <a:endParaRPr lang="en-US"/>
          </a:p>
        </p:txBody>
      </p:sp>
      <p:sp>
        <p:nvSpPr>
          <p:cNvPr id="29" name="Shape 26"/>
          <p:cNvSpPr/>
          <p:nvPr/>
        </p:nvSpPr>
        <p:spPr>
          <a:xfrm>
            <a:off x="7580313" y="5740400"/>
            <a:ext cx="333375" cy="381000"/>
          </a:xfrm>
          <a:custGeom>
            <a:avLst/>
            <a:gdLst/>
            <a:ahLst/>
            <a:cxnLst/>
            <a:rect l="l" t="t" r="r" b="b"/>
            <a:pathLst>
              <a:path w="333375" h="381000">
                <a:moveTo>
                  <a:pt x="0" y="23812"/>
                </a:moveTo>
                <a:lnTo>
                  <a:pt x="0" y="357188"/>
                </a:lnTo>
                <a:lnTo>
                  <a:pt x="333375" y="357188"/>
                </a:lnTo>
                <a:lnTo>
                  <a:pt x="333375" y="23812"/>
                </a:lnTo>
                <a:lnTo>
                  <a:pt x="0" y="23812"/>
                </a:lnTo>
                <a:close/>
                <a:moveTo>
                  <a:pt x="181421" y="283815"/>
                </a:moveTo>
                <a:cubicBezTo>
                  <a:pt x="181421" y="316260"/>
                  <a:pt x="162371" y="331068"/>
                  <a:pt x="134615" y="331068"/>
                </a:cubicBezTo>
                <a:cubicBezTo>
                  <a:pt x="109537" y="331068"/>
                  <a:pt x="95027" y="318120"/>
                  <a:pt x="87585" y="302419"/>
                </a:cubicBezTo>
                <a:lnTo>
                  <a:pt x="113109" y="287015"/>
                </a:lnTo>
                <a:cubicBezTo>
                  <a:pt x="118021" y="295721"/>
                  <a:pt x="122486" y="303088"/>
                  <a:pt x="133276" y="303088"/>
                </a:cubicBezTo>
                <a:cubicBezTo>
                  <a:pt x="143545" y="303088"/>
                  <a:pt x="150093" y="299070"/>
                  <a:pt x="150093" y="283369"/>
                </a:cubicBezTo>
                <a:lnTo>
                  <a:pt x="150093" y="176882"/>
                </a:lnTo>
                <a:lnTo>
                  <a:pt x="181421" y="176882"/>
                </a:lnTo>
                <a:lnTo>
                  <a:pt x="181421" y="283815"/>
                </a:lnTo>
                <a:close/>
                <a:moveTo>
                  <a:pt x="255538" y="331068"/>
                </a:moveTo>
                <a:cubicBezTo>
                  <a:pt x="226442" y="331068"/>
                  <a:pt x="207615" y="317227"/>
                  <a:pt x="198462" y="299070"/>
                </a:cubicBezTo>
                <a:lnTo>
                  <a:pt x="223986" y="284336"/>
                </a:lnTo>
                <a:cubicBezTo>
                  <a:pt x="230684" y="295275"/>
                  <a:pt x="239464" y="303386"/>
                  <a:pt x="254868" y="303386"/>
                </a:cubicBezTo>
                <a:cubicBezTo>
                  <a:pt x="267816" y="303386"/>
                  <a:pt x="276151" y="296912"/>
                  <a:pt x="276151" y="287908"/>
                </a:cubicBezTo>
                <a:cubicBezTo>
                  <a:pt x="276151" y="277192"/>
                  <a:pt x="267667" y="273397"/>
                  <a:pt x="253305" y="267072"/>
                </a:cubicBezTo>
                <a:lnTo>
                  <a:pt x="245492" y="263723"/>
                </a:lnTo>
                <a:cubicBezTo>
                  <a:pt x="222870" y="254124"/>
                  <a:pt x="207913" y="241995"/>
                  <a:pt x="207913" y="216471"/>
                </a:cubicBezTo>
                <a:cubicBezTo>
                  <a:pt x="207913" y="192956"/>
                  <a:pt x="225847" y="175096"/>
                  <a:pt x="253752" y="175096"/>
                </a:cubicBezTo>
                <a:cubicBezTo>
                  <a:pt x="273695" y="175096"/>
                  <a:pt x="287982" y="182017"/>
                  <a:pt x="298252" y="200174"/>
                </a:cubicBezTo>
                <a:lnTo>
                  <a:pt x="273844" y="215801"/>
                </a:lnTo>
                <a:cubicBezTo>
                  <a:pt x="268486" y="206201"/>
                  <a:pt x="262682" y="202406"/>
                  <a:pt x="253678" y="202406"/>
                </a:cubicBezTo>
                <a:cubicBezTo>
                  <a:pt x="244525" y="202406"/>
                  <a:pt x="238720" y="208211"/>
                  <a:pt x="238720" y="215801"/>
                </a:cubicBezTo>
                <a:cubicBezTo>
                  <a:pt x="238720" y="225177"/>
                  <a:pt x="244525" y="228972"/>
                  <a:pt x="257994" y="234851"/>
                </a:cubicBezTo>
                <a:lnTo>
                  <a:pt x="265807" y="238199"/>
                </a:lnTo>
                <a:cubicBezTo>
                  <a:pt x="292447" y="249585"/>
                  <a:pt x="307404" y="261268"/>
                  <a:pt x="307404" y="287462"/>
                </a:cubicBezTo>
                <a:cubicBezTo>
                  <a:pt x="307404" y="315590"/>
                  <a:pt x="285229" y="331068"/>
                  <a:pt x="255538" y="331068"/>
                </a:cubicBezTo>
                <a:close/>
              </a:path>
            </a:pathLst>
          </a:custGeom>
          <a:solidFill>
            <a:srgbClr val="FFFFFF"/>
          </a:solidFill>
          <a:ln/>
        </p:spPr>
        <p:txBody>
          <a:bodyPr/>
          <a:lstStyle/>
          <a:p>
            <a:endParaRPr lang="en-US"/>
          </a:p>
        </p:txBody>
      </p:sp>
      <p:sp>
        <p:nvSpPr>
          <p:cNvPr id="30" name="Text 27"/>
          <p:cNvSpPr/>
          <p:nvPr/>
        </p:nvSpPr>
        <p:spPr>
          <a:xfrm>
            <a:off x="6985000" y="6184900"/>
            <a:ext cx="1905000" cy="355600"/>
          </a:xfrm>
          <a:prstGeom prst="rect">
            <a:avLst/>
          </a:prstGeom>
          <a:noFill/>
          <a:ln/>
        </p:spPr>
        <p:txBody>
          <a:bodyPr wrap="none" lIns="0" tIns="0" rIns="0" bIns="0" rtlCol="0" anchor="ctr"/>
          <a:lstStyle/>
          <a:p>
            <a:pPr algn="ctr">
              <a:lnSpc>
                <a:spcPct val="100000"/>
              </a:lnSpc>
            </a:pPr>
            <a:r>
              <a:rPr lang="en-US" sz="1400" b="1" dirty="0">
                <a:solidFill>
                  <a:srgbClr val="FFFFFF"/>
                </a:solidFill>
                <a:latin typeface="Liter" pitchFamily="34" charset="0"/>
                <a:ea typeface="Liter" pitchFamily="34" charset="-122"/>
                <a:cs typeface="Liter" pitchFamily="34" charset="-120"/>
              </a:rPr>
              <a:t>JavaScript</a:t>
            </a:r>
            <a:endParaRPr lang="en-US" sz="1600" dirty="0"/>
          </a:p>
        </p:txBody>
      </p:sp>
      <p:sp>
        <p:nvSpPr>
          <p:cNvPr id="31" name="Shape 28"/>
          <p:cNvSpPr/>
          <p:nvPr/>
        </p:nvSpPr>
        <p:spPr>
          <a:xfrm>
            <a:off x="9017000" y="6070600"/>
            <a:ext cx="635000" cy="0"/>
          </a:xfrm>
          <a:prstGeom prst="straightConnector1">
            <a:avLst/>
          </a:prstGeom>
          <a:noFill/>
          <a:ln w="25400">
            <a:solidFill>
              <a:srgbClr val="7C3AED"/>
            </a:solidFill>
            <a:prstDash val="solid"/>
            <a:headEnd type="none"/>
            <a:tailEnd type="arrow"/>
          </a:ln>
        </p:spPr>
        <p:txBody>
          <a:bodyPr/>
          <a:lstStyle/>
          <a:p>
            <a:endParaRPr lang="en-US"/>
          </a:p>
        </p:txBody>
      </p:sp>
      <p:sp>
        <p:nvSpPr>
          <p:cNvPr id="32" name="Shape 29"/>
          <p:cNvSpPr/>
          <p:nvPr/>
        </p:nvSpPr>
        <p:spPr>
          <a:xfrm>
            <a:off x="9779000" y="5651500"/>
            <a:ext cx="1905000" cy="1016000"/>
          </a:xfrm>
          <a:prstGeom prst="roundRect">
            <a:avLst>
              <a:gd name="adj" fmla="val 12000"/>
            </a:avLst>
          </a:prstGeom>
          <a:solidFill>
            <a:srgbClr val="8B5CF6"/>
          </a:solidFill>
          <a:ln/>
          <a:effectLst>
            <a:outerShdw blurRad="101600" dist="38100" dir="5400000" algn="bl" rotWithShape="0">
              <a:srgbClr val="8B5CF6">
                <a:alpha val="18824"/>
              </a:srgbClr>
            </a:outerShdw>
          </a:effectLst>
        </p:spPr>
        <p:txBody>
          <a:bodyPr/>
          <a:lstStyle/>
          <a:p>
            <a:endParaRPr lang="en-US"/>
          </a:p>
        </p:txBody>
      </p:sp>
      <p:sp>
        <p:nvSpPr>
          <p:cNvPr id="33" name="Shape 30"/>
          <p:cNvSpPr/>
          <p:nvPr/>
        </p:nvSpPr>
        <p:spPr>
          <a:xfrm>
            <a:off x="10302875" y="5740400"/>
            <a:ext cx="476250" cy="381000"/>
          </a:xfrm>
          <a:custGeom>
            <a:avLst/>
            <a:gdLst/>
            <a:ahLst/>
            <a:cxnLst/>
            <a:rect l="l" t="t" r="r" b="b"/>
            <a:pathLst>
              <a:path w="476250" h="381000">
                <a:moveTo>
                  <a:pt x="238125" y="77763"/>
                </a:moveTo>
                <a:cubicBezTo>
                  <a:pt x="365671" y="77763"/>
                  <a:pt x="463748" y="131490"/>
                  <a:pt x="463748" y="190500"/>
                </a:cubicBezTo>
                <a:cubicBezTo>
                  <a:pt x="463748" y="249510"/>
                  <a:pt x="365596" y="303237"/>
                  <a:pt x="238125" y="303237"/>
                </a:cubicBezTo>
                <a:cubicBezTo>
                  <a:pt x="110579" y="303237"/>
                  <a:pt x="12502" y="249510"/>
                  <a:pt x="12502" y="190500"/>
                </a:cubicBezTo>
                <a:cubicBezTo>
                  <a:pt x="12502" y="131490"/>
                  <a:pt x="110654" y="77763"/>
                  <a:pt x="238125" y="77763"/>
                </a:cubicBezTo>
                <a:close/>
                <a:moveTo>
                  <a:pt x="238125" y="65261"/>
                </a:moveTo>
                <a:cubicBezTo>
                  <a:pt x="106635" y="65261"/>
                  <a:pt x="0" y="121295"/>
                  <a:pt x="0" y="190500"/>
                </a:cubicBezTo>
                <a:cubicBezTo>
                  <a:pt x="0" y="259705"/>
                  <a:pt x="106635" y="315739"/>
                  <a:pt x="238125" y="315739"/>
                </a:cubicBezTo>
                <a:cubicBezTo>
                  <a:pt x="369615" y="315739"/>
                  <a:pt x="476250" y="259705"/>
                  <a:pt x="476250" y="190500"/>
                </a:cubicBezTo>
                <a:cubicBezTo>
                  <a:pt x="476250" y="121295"/>
                  <a:pt x="369615" y="65261"/>
                  <a:pt x="238125" y="65261"/>
                </a:cubicBezTo>
                <a:close/>
                <a:moveTo>
                  <a:pt x="162371" y="180454"/>
                </a:moveTo>
                <a:cubicBezTo>
                  <a:pt x="156493" y="210592"/>
                  <a:pt x="135731" y="207466"/>
                  <a:pt x="110207" y="207466"/>
                </a:cubicBezTo>
                <a:lnTo>
                  <a:pt x="120402" y="154930"/>
                </a:lnTo>
                <a:cubicBezTo>
                  <a:pt x="148679" y="154930"/>
                  <a:pt x="167878" y="151879"/>
                  <a:pt x="162371" y="180454"/>
                </a:cubicBezTo>
                <a:close/>
                <a:moveTo>
                  <a:pt x="72479" y="260672"/>
                </a:moveTo>
                <a:lnTo>
                  <a:pt x="99789" y="260672"/>
                </a:lnTo>
                <a:lnTo>
                  <a:pt x="106263" y="227335"/>
                </a:lnTo>
                <a:cubicBezTo>
                  <a:pt x="136847" y="227335"/>
                  <a:pt x="155823" y="229567"/>
                  <a:pt x="173385" y="213122"/>
                </a:cubicBezTo>
                <a:cubicBezTo>
                  <a:pt x="192807" y="195262"/>
                  <a:pt x="197867" y="163488"/>
                  <a:pt x="184026" y="147563"/>
                </a:cubicBezTo>
                <a:cubicBezTo>
                  <a:pt x="176808" y="139229"/>
                  <a:pt x="165199" y="135136"/>
                  <a:pt x="149423" y="135136"/>
                </a:cubicBezTo>
                <a:lnTo>
                  <a:pt x="96813" y="135136"/>
                </a:lnTo>
                <a:lnTo>
                  <a:pt x="72479" y="260672"/>
                </a:lnTo>
                <a:close/>
                <a:moveTo>
                  <a:pt x="210666" y="101724"/>
                </a:moveTo>
                <a:lnTo>
                  <a:pt x="237827" y="101724"/>
                </a:lnTo>
                <a:lnTo>
                  <a:pt x="231353" y="135062"/>
                </a:lnTo>
                <a:cubicBezTo>
                  <a:pt x="254794" y="135062"/>
                  <a:pt x="276523" y="133350"/>
                  <a:pt x="287015" y="143024"/>
                </a:cubicBezTo>
                <a:cubicBezTo>
                  <a:pt x="298028" y="153144"/>
                  <a:pt x="292745" y="166092"/>
                  <a:pt x="280839" y="227186"/>
                </a:cubicBezTo>
                <a:lnTo>
                  <a:pt x="253305" y="227186"/>
                </a:lnTo>
                <a:cubicBezTo>
                  <a:pt x="264765" y="168101"/>
                  <a:pt x="266923" y="163190"/>
                  <a:pt x="262756" y="158725"/>
                </a:cubicBezTo>
                <a:cubicBezTo>
                  <a:pt x="258738" y="154409"/>
                  <a:pt x="249585" y="155302"/>
                  <a:pt x="227484" y="155302"/>
                </a:cubicBezTo>
                <a:lnTo>
                  <a:pt x="213494" y="227186"/>
                </a:lnTo>
                <a:lnTo>
                  <a:pt x="186333" y="227186"/>
                </a:lnTo>
                <a:lnTo>
                  <a:pt x="210666" y="101724"/>
                </a:lnTo>
                <a:close/>
                <a:moveTo>
                  <a:pt x="375791" y="180454"/>
                </a:moveTo>
                <a:cubicBezTo>
                  <a:pt x="369838" y="211038"/>
                  <a:pt x="348481" y="207466"/>
                  <a:pt x="323627" y="207466"/>
                </a:cubicBezTo>
                <a:lnTo>
                  <a:pt x="333821" y="154930"/>
                </a:lnTo>
                <a:cubicBezTo>
                  <a:pt x="362248" y="154930"/>
                  <a:pt x="381298" y="151879"/>
                  <a:pt x="375791" y="180454"/>
                </a:cubicBezTo>
                <a:close/>
                <a:moveTo>
                  <a:pt x="285899" y="260672"/>
                </a:moveTo>
                <a:lnTo>
                  <a:pt x="313283" y="260672"/>
                </a:lnTo>
                <a:lnTo>
                  <a:pt x="319757" y="227335"/>
                </a:lnTo>
                <a:cubicBezTo>
                  <a:pt x="351904" y="227335"/>
                  <a:pt x="369689" y="229195"/>
                  <a:pt x="386879" y="213122"/>
                </a:cubicBezTo>
                <a:cubicBezTo>
                  <a:pt x="406301" y="195262"/>
                  <a:pt x="411361" y="163488"/>
                  <a:pt x="397520" y="147563"/>
                </a:cubicBezTo>
                <a:cubicBezTo>
                  <a:pt x="390302" y="139229"/>
                  <a:pt x="378693" y="135136"/>
                  <a:pt x="362917" y="135136"/>
                </a:cubicBezTo>
                <a:lnTo>
                  <a:pt x="310307" y="135136"/>
                </a:lnTo>
                <a:lnTo>
                  <a:pt x="285899" y="260672"/>
                </a:lnTo>
                <a:close/>
              </a:path>
            </a:pathLst>
          </a:custGeom>
          <a:solidFill>
            <a:srgbClr val="FFFFFF"/>
          </a:solidFill>
          <a:ln/>
        </p:spPr>
        <p:txBody>
          <a:bodyPr/>
          <a:lstStyle/>
          <a:p>
            <a:endParaRPr lang="en-US"/>
          </a:p>
        </p:txBody>
      </p:sp>
      <p:sp>
        <p:nvSpPr>
          <p:cNvPr id="34" name="Text 31"/>
          <p:cNvSpPr/>
          <p:nvPr/>
        </p:nvSpPr>
        <p:spPr>
          <a:xfrm>
            <a:off x="9779000" y="6184900"/>
            <a:ext cx="1905000" cy="355600"/>
          </a:xfrm>
          <a:prstGeom prst="rect">
            <a:avLst/>
          </a:prstGeom>
          <a:noFill/>
          <a:ln/>
        </p:spPr>
        <p:txBody>
          <a:bodyPr wrap="none" lIns="0" tIns="0" rIns="0" bIns="0" rtlCol="0" anchor="ctr"/>
          <a:lstStyle/>
          <a:p>
            <a:pPr algn="ctr">
              <a:lnSpc>
                <a:spcPct val="100000"/>
              </a:lnSpc>
            </a:pPr>
            <a:r>
              <a:rPr lang="en-US" sz="1400" b="1" dirty="0">
                <a:solidFill>
                  <a:srgbClr val="FFFFFF"/>
                </a:solidFill>
                <a:latin typeface="Liter" pitchFamily="34" charset="0"/>
                <a:ea typeface="Liter" pitchFamily="34" charset="-122"/>
                <a:cs typeface="Liter" pitchFamily="34" charset="-120"/>
              </a:rPr>
              <a:t>PHP</a:t>
            </a:r>
            <a:endParaRPr lang="en-US" sz="1600" dirty="0"/>
          </a:p>
        </p:txBody>
      </p:sp>
      <p:sp>
        <p:nvSpPr>
          <p:cNvPr id="35" name="Shape 32"/>
          <p:cNvSpPr/>
          <p:nvPr/>
        </p:nvSpPr>
        <p:spPr>
          <a:xfrm>
            <a:off x="11811000" y="6070600"/>
            <a:ext cx="635000" cy="0"/>
          </a:xfrm>
          <a:prstGeom prst="straightConnector1">
            <a:avLst/>
          </a:prstGeom>
          <a:noFill/>
          <a:ln w="25400">
            <a:solidFill>
              <a:srgbClr val="8B5CF6"/>
            </a:solidFill>
            <a:prstDash val="solid"/>
            <a:headEnd type="none"/>
            <a:tailEnd type="arrow"/>
          </a:ln>
        </p:spPr>
        <p:txBody>
          <a:bodyPr/>
          <a:lstStyle/>
          <a:p>
            <a:endParaRPr lang="en-US"/>
          </a:p>
        </p:txBody>
      </p:sp>
      <p:sp>
        <p:nvSpPr>
          <p:cNvPr id="36" name="Shape 33"/>
          <p:cNvSpPr/>
          <p:nvPr/>
        </p:nvSpPr>
        <p:spPr>
          <a:xfrm>
            <a:off x="12573000" y="5651500"/>
            <a:ext cx="1905000" cy="1016000"/>
          </a:xfrm>
          <a:prstGeom prst="roundRect">
            <a:avLst>
              <a:gd name="adj" fmla="val 12000"/>
            </a:avLst>
          </a:prstGeom>
          <a:solidFill>
            <a:srgbClr val="A78BFA"/>
          </a:solidFill>
          <a:ln/>
          <a:effectLst>
            <a:outerShdw blurRad="101600" dist="38100" dir="5400000" algn="bl" rotWithShape="0">
              <a:srgbClr val="A78BFA">
                <a:alpha val="18824"/>
              </a:srgbClr>
            </a:outerShdw>
          </a:effectLst>
        </p:spPr>
        <p:txBody>
          <a:bodyPr/>
          <a:lstStyle/>
          <a:p>
            <a:endParaRPr lang="en-US"/>
          </a:p>
        </p:txBody>
      </p:sp>
      <p:sp>
        <p:nvSpPr>
          <p:cNvPr id="37" name="Shape 34"/>
          <p:cNvSpPr/>
          <p:nvPr/>
        </p:nvSpPr>
        <p:spPr>
          <a:xfrm>
            <a:off x="13168313" y="5740400"/>
            <a:ext cx="333375" cy="381000"/>
          </a:xfrm>
          <a:custGeom>
            <a:avLst/>
            <a:gdLst/>
            <a:ahLst/>
            <a:cxnLst/>
            <a:rect l="l" t="t" r="r" b="b"/>
            <a:pathLst>
              <a:path w="333375" h="381000">
                <a:moveTo>
                  <a:pt x="333375" y="153144"/>
                </a:moveTo>
                <a:cubicBezTo>
                  <a:pt x="322362" y="160437"/>
                  <a:pt x="309711" y="166315"/>
                  <a:pt x="296540" y="171004"/>
                </a:cubicBezTo>
                <a:cubicBezTo>
                  <a:pt x="261565" y="183505"/>
                  <a:pt x="215652" y="190500"/>
                  <a:pt x="166688" y="190500"/>
                </a:cubicBezTo>
                <a:cubicBezTo>
                  <a:pt x="117723" y="190500"/>
                  <a:pt x="71735" y="183431"/>
                  <a:pt x="36835" y="171004"/>
                </a:cubicBezTo>
                <a:cubicBezTo>
                  <a:pt x="23738" y="166315"/>
                  <a:pt x="11013" y="160437"/>
                  <a:pt x="0" y="153144"/>
                </a:cubicBezTo>
                <a:lnTo>
                  <a:pt x="0" y="214313"/>
                </a:lnTo>
                <a:cubicBezTo>
                  <a:pt x="0" y="247204"/>
                  <a:pt x="74637" y="273844"/>
                  <a:pt x="166688" y="273844"/>
                </a:cubicBezTo>
                <a:cubicBezTo>
                  <a:pt x="258738" y="273844"/>
                  <a:pt x="333375" y="247204"/>
                  <a:pt x="333375" y="214313"/>
                </a:cubicBezTo>
                <a:lnTo>
                  <a:pt x="333375" y="153144"/>
                </a:lnTo>
                <a:close/>
                <a:moveTo>
                  <a:pt x="333375" y="95250"/>
                </a:moveTo>
                <a:lnTo>
                  <a:pt x="333375" y="59531"/>
                </a:lnTo>
                <a:cubicBezTo>
                  <a:pt x="333375" y="26640"/>
                  <a:pt x="258738" y="0"/>
                  <a:pt x="166688" y="0"/>
                </a:cubicBezTo>
                <a:cubicBezTo>
                  <a:pt x="74637" y="0"/>
                  <a:pt x="0" y="26640"/>
                  <a:pt x="0" y="59531"/>
                </a:cubicBezTo>
                <a:lnTo>
                  <a:pt x="0" y="95250"/>
                </a:lnTo>
                <a:cubicBezTo>
                  <a:pt x="0" y="128141"/>
                  <a:pt x="74637" y="154781"/>
                  <a:pt x="166688" y="154781"/>
                </a:cubicBezTo>
                <a:cubicBezTo>
                  <a:pt x="258738" y="154781"/>
                  <a:pt x="333375" y="128141"/>
                  <a:pt x="333375" y="95250"/>
                </a:cubicBezTo>
                <a:close/>
                <a:moveTo>
                  <a:pt x="296540" y="290066"/>
                </a:moveTo>
                <a:cubicBezTo>
                  <a:pt x="261640" y="302493"/>
                  <a:pt x="215726" y="309563"/>
                  <a:pt x="166688" y="309563"/>
                </a:cubicBezTo>
                <a:cubicBezTo>
                  <a:pt x="117649" y="309563"/>
                  <a:pt x="71735" y="302493"/>
                  <a:pt x="36835" y="290066"/>
                </a:cubicBezTo>
                <a:cubicBezTo>
                  <a:pt x="23738" y="285378"/>
                  <a:pt x="11013" y="279499"/>
                  <a:pt x="0" y="272207"/>
                </a:cubicBezTo>
                <a:lnTo>
                  <a:pt x="0" y="321469"/>
                </a:lnTo>
                <a:cubicBezTo>
                  <a:pt x="0" y="354360"/>
                  <a:pt x="74637" y="381000"/>
                  <a:pt x="166688" y="381000"/>
                </a:cubicBezTo>
                <a:cubicBezTo>
                  <a:pt x="258738" y="381000"/>
                  <a:pt x="333375" y="354360"/>
                  <a:pt x="333375" y="321469"/>
                </a:cubicBezTo>
                <a:lnTo>
                  <a:pt x="333375" y="272207"/>
                </a:lnTo>
                <a:cubicBezTo>
                  <a:pt x="322362" y="279499"/>
                  <a:pt x="309711" y="285378"/>
                  <a:pt x="296540" y="290066"/>
                </a:cubicBezTo>
                <a:close/>
              </a:path>
            </a:pathLst>
          </a:custGeom>
          <a:solidFill>
            <a:srgbClr val="FFFFFF"/>
          </a:solidFill>
          <a:ln/>
        </p:spPr>
        <p:txBody>
          <a:bodyPr/>
          <a:lstStyle/>
          <a:p>
            <a:endParaRPr lang="en-US"/>
          </a:p>
        </p:txBody>
      </p:sp>
      <p:sp>
        <p:nvSpPr>
          <p:cNvPr id="38" name="Text 35"/>
          <p:cNvSpPr/>
          <p:nvPr/>
        </p:nvSpPr>
        <p:spPr>
          <a:xfrm>
            <a:off x="12573000" y="6184900"/>
            <a:ext cx="1905000" cy="355600"/>
          </a:xfrm>
          <a:prstGeom prst="rect">
            <a:avLst/>
          </a:prstGeom>
          <a:noFill/>
          <a:ln/>
        </p:spPr>
        <p:txBody>
          <a:bodyPr wrap="none" lIns="0" tIns="0" rIns="0" bIns="0" rtlCol="0" anchor="ctr"/>
          <a:lstStyle/>
          <a:p>
            <a:pPr algn="ctr">
              <a:lnSpc>
                <a:spcPct val="100000"/>
              </a:lnSpc>
            </a:pPr>
            <a:r>
              <a:rPr lang="en-US" sz="1400" b="1" dirty="0">
                <a:solidFill>
                  <a:srgbClr val="FFFFFF"/>
                </a:solidFill>
                <a:latin typeface="Liter" pitchFamily="34" charset="0"/>
                <a:ea typeface="Liter" pitchFamily="34" charset="-122"/>
                <a:cs typeface="Liter" pitchFamily="34" charset="-120"/>
              </a:rPr>
              <a:t>MySQL</a:t>
            </a:r>
            <a:endParaRPr lang="en-US" sz="1600" dirty="0"/>
          </a:p>
        </p:txBody>
      </p:sp>
      <p:sp>
        <p:nvSpPr>
          <p:cNvPr id="39" name="Text 36"/>
          <p:cNvSpPr/>
          <p:nvPr/>
        </p:nvSpPr>
        <p:spPr>
          <a:xfrm>
            <a:off x="762000" y="7239000"/>
            <a:ext cx="14732000" cy="762000"/>
          </a:xfrm>
          <a:prstGeom prst="rect">
            <a:avLst/>
          </a:prstGeom>
          <a:noFill/>
          <a:ln/>
        </p:spPr>
        <p:txBody>
          <a:bodyPr wrap="square" lIns="0" tIns="0" rIns="0" bIns="0" rtlCol="0" anchor="t"/>
          <a:lstStyle/>
          <a:p>
            <a:pPr algn="ctr">
              <a:lnSpc>
                <a:spcPct val="150000"/>
              </a:lnSpc>
            </a:pPr>
            <a:r>
              <a:rPr lang="en-US" sz="1600" b="1" dirty="0">
                <a:solidFill>
                  <a:srgbClr val="6B7280"/>
                </a:solidFill>
                <a:latin typeface="Quattrocento Sans" pitchFamily="34" charset="0"/>
                <a:ea typeface="Quattrocento Sans" pitchFamily="34" charset="-122"/>
                <a:cs typeface="Quattrocento Sans" pitchFamily="34" charset="-120"/>
              </a:rPr>
              <a:t>Structure</a:t>
            </a:r>
            <a:r>
              <a:rPr lang="en-US" sz="1600" dirty="0">
                <a:solidFill>
                  <a:srgbClr val="6B7280"/>
                </a:solidFill>
                <a:latin typeface="Quattrocento Sans" pitchFamily="34" charset="0"/>
                <a:ea typeface="Quattrocento Sans" pitchFamily="34" charset="-122"/>
                <a:cs typeface="Quattrocento Sans" pitchFamily="34" charset="-120"/>
              </a:rPr>
              <a:t> → </a:t>
            </a:r>
            <a:r>
              <a:rPr lang="en-US" sz="1600" b="1" dirty="0">
                <a:solidFill>
                  <a:srgbClr val="6B7280"/>
                </a:solidFill>
                <a:latin typeface="Quattrocento Sans" pitchFamily="34" charset="0"/>
                <a:ea typeface="Quattrocento Sans" pitchFamily="34" charset="-122"/>
                <a:cs typeface="Quattrocento Sans" pitchFamily="34" charset="-120"/>
              </a:rPr>
              <a:t>Style</a:t>
            </a:r>
            <a:r>
              <a:rPr lang="en-US" sz="1600" dirty="0">
                <a:solidFill>
                  <a:srgbClr val="6B7280"/>
                </a:solidFill>
                <a:latin typeface="Quattrocento Sans" pitchFamily="34" charset="0"/>
                <a:ea typeface="Quattrocento Sans" pitchFamily="34" charset="-122"/>
                <a:cs typeface="Quattrocento Sans" pitchFamily="34" charset="-120"/>
              </a:rPr>
              <a:t> → </a:t>
            </a:r>
            <a:r>
              <a:rPr lang="en-US" sz="1600" b="1" dirty="0">
                <a:solidFill>
                  <a:srgbClr val="6B7280"/>
                </a:solidFill>
                <a:latin typeface="Quattrocento Sans" pitchFamily="34" charset="0"/>
                <a:ea typeface="Quattrocento Sans" pitchFamily="34" charset="-122"/>
                <a:cs typeface="Quattrocento Sans" pitchFamily="34" charset="-120"/>
              </a:rPr>
              <a:t>Interactivity</a:t>
            </a:r>
            <a:r>
              <a:rPr lang="en-US" sz="1600" dirty="0">
                <a:solidFill>
                  <a:srgbClr val="6B7280"/>
                </a:solidFill>
                <a:latin typeface="Quattrocento Sans" pitchFamily="34" charset="0"/>
                <a:ea typeface="Quattrocento Sans" pitchFamily="34" charset="-122"/>
                <a:cs typeface="Quattrocento Sans" pitchFamily="34" charset="-120"/>
              </a:rPr>
              <a:t> → </a:t>
            </a:r>
            <a:r>
              <a:rPr lang="en-US" sz="1600" b="1" dirty="0">
                <a:solidFill>
                  <a:srgbClr val="6B7280"/>
                </a:solidFill>
                <a:latin typeface="Quattrocento Sans" pitchFamily="34" charset="0"/>
                <a:ea typeface="Quattrocento Sans" pitchFamily="34" charset="-122"/>
                <a:cs typeface="Quattrocento Sans" pitchFamily="34" charset="-120"/>
              </a:rPr>
              <a:t>Server Logic</a:t>
            </a:r>
            <a:r>
              <a:rPr lang="en-US" sz="1600" dirty="0">
                <a:solidFill>
                  <a:srgbClr val="6B7280"/>
                </a:solidFill>
                <a:latin typeface="Quattrocento Sans" pitchFamily="34" charset="0"/>
                <a:ea typeface="Quattrocento Sans" pitchFamily="34" charset="-122"/>
                <a:cs typeface="Quattrocento Sans" pitchFamily="34" charset="-120"/>
              </a:rPr>
              <a:t> → </a:t>
            </a:r>
            <a:r>
              <a:rPr lang="en-US" sz="1600" b="1" dirty="0">
                <a:solidFill>
                  <a:srgbClr val="6B7280"/>
                </a:solidFill>
                <a:latin typeface="Quattrocento Sans" pitchFamily="34" charset="0"/>
                <a:ea typeface="Quattrocento Sans" pitchFamily="34" charset="-122"/>
                <a:cs typeface="Quattrocento Sans" pitchFamily="34" charset="-120"/>
              </a:rPr>
              <a:t>Data Storage</a:t>
            </a:r>
            <a:endParaRPr lang="en-US" sz="1600" dirty="0"/>
          </a:p>
        </p:txBody>
      </p:sp>
      <p:sp>
        <p:nvSpPr>
          <p:cNvPr id="40" name="Text 37"/>
          <p:cNvSpPr/>
          <p:nvPr/>
        </p:nvSpPr>
        <p:spPr>
          <a:xfrm>
            <a:off x="14986000" y="8636000"/>
            <a:ext cx="762000" cy="317500"/>
          </a:xfrm>
          <a:prstGeom prst="rect">
            <a:avLst/>
          </a:prstGeom>
          <a:noFill/>
          <a:ln/>
        </p:spPr>
        <p:txBody>
          <a:bodyPr wrap="none" lIns="0" tIns="0" rIns="0" bIns="0" rtlCol="0" anchor="ctr"/>
          <a:lstStyle/>
          <a:p>
            <a:pPr algn="r">
              <a:lnSpc>
                <a:spcPct val="100000"/>
              </a:lnSpc>
            </a:pPr>
            <a:r>
              <a:rPr lang="en-US" sz="1200" dirty="0">
                <a:solidFill>
                  <a:srgbClr val="D8B4FE"/>
                </a:solidFill>
                <a:latin typeface="Liter" pitchFamily="34" charset="0"/>
                <a:ea typeface="Liter" pitchFamily="34" charset="-122"/>
                <a:cs typeface="Liter" pitchFamily="34" charset="-120"/>
              </a:rPr>
              <a:t>03 / 15</a:t>
            </a: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762000" y="508000"/>
            <a:ext cx="8890000" cy="508000"/>
          </a:xfrm>
          <a:prstGeom prst="rect">
            <a:avLst/>
          </a:prstGeom>
          <a:noFill/>
          <a:ln/>
        </p:spPr>
        <p:txBody>
          <a:bodyPr wrap="none" lIns="0" tIns="0" rIns="0" bIns="0" rtlCol="0" anchor="ctr"/>
          <a:lstStyle/>
          <a:p>
            <a:pPr>
              <a:lnSpc>
                <a:spcPct val="130000"/>
              </a:lnSpc>
            </a:pPr>
            <a:r>
              <a:rPr lang="en-US" sz="2800" b="1" dirty="0">
                <a:solidFill>
                  <a:srgbClr val="6B21A8"/>
                </a:solidFill>
                <a:latin typeface="Liter" pitchFamily="34" charset="0"/>
                <a:ea typeface="Liter" pitchFamily="34" charset="-122"/>
                <a:cs typeface="Liter" pitchFamily="34" charset="-120"/>
              </a:rPr>
              <a:t>HTML — HyperText Markup Language</a:t>
            </a:r>
            <a:endParaRPr lang="en-US" sz="2800" dirty="0"/>
          </a:p>
        </p:txBody>
      </p:sp>
      <p:sp>
        <p:nvSpPr>
          <p:cNvPr id="4" name="Shape 1"/>
          <p:cNvSpPr/>
          <p:nvPr/>
        </p:nvSpPr>
        <p:spPr>
          <a:xfrm>
            <a:off x="762000" y="1079500"/>
            <a:ext cx="1016000" cy="50800"/>
          </a:xfrm>
          <a:prstGeom prst="rect">
            <a:avLst/>
          </a:prstGeom>
          <a:solidFill>
            <a:srgbClr val="6B21A8"/>
          </a:solidFill>
          <a:ln/>
        </p:spPr>
        <p:txBody>
          <a:bodyPr/>
          <a:lstStyle/>
          <a:p>
            <a:endParaRPr lang="en-US"/>
          </a:p>
        </p:txBody>
      </p:sp>
      <p:sp>
        <p:nvSpPr>
          <p:cNvPr id="5" name="Shape 2"/>
          <p:cNvSpPr/>
          <p:nvPr/>
        </p:nvSpPr>
        <p:spPr>
          <a:xfrm>
            <a:off x="762000" y="1371600"/>
            <a:ext cx="1270000" cy="381000"/>
          </a:xfrm>
          <a:prstGeom prst="roundRect">
            <a:avLst>
              <a:gd name="adj" fmla="val 16000"/>
            </a:avLst>
          </a:prstGeom>
          <a:solidFill>
            <a:srgbClr val="6B21A8"/>
          </a:solidFill>
          <a:ln/>
        </p:spPr>
        <p:txBody>
          <a:bodyPr/>
          <a:lstStyle/>
          <a:p>
            <a:endParaRPr lang="en-US"/>
          </a:p>
        </p:txBody>
      </p:sp>
      <p:sp>
        <p:nvSpPr>
          <p:cNvPr id="6" name="Text 3"/>
          <p:cNvSpPr/>
          <p:nvPr/>
        </p:nvSpPr>
        <p:spPr>
          <a:xfrm>
            <a:off x="762000" y="1371600"/>
            <a:ext cx="1270000" cy="381000"/>
          </a:xfrm>
          <a:prstGeom prst="rect">
            <a:avLst/>
          </a:prstGeom>
          <a:noFill/>
          <a:ln/>
        </p:spPr>
        <p:txBody>
          <a:bodyPr wrap="none" lIns="0" tIns="0" rIns="0" bIns="0" rtlCol="0" anchor="ctr"/>
          <a:lstStyle/>
          <a:p>
            <a:pPr algn="ctr">
              <a:lnSpc>
                <a:spcPct val="100000"/>
              </a:lnSpc>
            </a:pPr>
            <a:r>
              <a:rPr lang="en-US" sz="1200" kern="0" spc="100" dirty="0">
                <a:solidFill>
                  <a:srgbClr val="FFFFFF"/>
                </a:solidFill>
                <a:latin typeface="Liter" pitchFamily="34" charset="0"/>
                <a:ea typeface="Liter" pitchFamily="34" charset="-122"/>
                <a:cs typeface="Liter" pitchFamily="34" charset="-120"/>
              </a:rPr>
              <a:t>STRUCTURE</a:t>
            </a:r>
            <a:endParaRPr lang="en-US" sz="1600" dirty="0"/>
          </a:p>
        </p:txBody>
      </p:sp>
      <p:sp>
        <p:nvSpPr>
          <p:cNvPr id="7" name="Text 4"/>
          <p:cNvSpPr/>
          <p:nvPr/>
        </p:nvSpPr>
        <p:spPr>
          <a:xfrm>
            <a:off x="762000" y="2032000"/>
            <a:ext cx="6858000" cy="1016000"/>
          </a:xfrm>
          <a:prstGeom prst="rect">
            <a:avLst/>
          </a:prstGeom>
          <a:noFill/>
          <a:ln/>
        </p:spPr>
        <p:txBody>
          <a:bodyPr wrap="square" lIns="0" tIns="0" rIns="0" bIns="0" rtlCol="0" anchor="t"/>
          <a:lstStyle/>
          <a:p>
            <a:pPr>
              <a:lnSpc>
                <a:spcPct val="160000"/>
              </a:lnSpc>
            </a:pPr>
            <a:r>
              <a:rPr lang="en-US" sz="1800" dirty="0">
                <a:solidFill>
                  <a:srgbClr val="1E1B2E"/>
                </a:solidFill>
                <a:latin typeface="Quattrocento Sans" pitchFamily="34" charset="0"/>
                <a:ea typeface="Quattrocento Sans" pitchFamily="34" charset="-122"/>
                <a:cs typeface="Quattrocento Sans" pitchFamily="34" charset="-120"/>
              </a:rPr>
              <a:t>HTML is the </a:t>
            </a:r>
            <a:r>
              <a:rPr lang="en-US" sz="1800" b="1" dirty="0">
                <a:solidFill>
                  <a:srgbClr val="1E1B2E"/>
                </a:solidFill>
                <a:latin typeface="Quattrocento Sans" pitchFamily="34" charset="0"/>
                <a:ea typeface="Quattrocento Sans" pitchFamily="34" charset="-122"/>
                <a:cs typeface="Quattrocento Sans" pitchFamily="34" charset="-120"/>
              </a:rPr>
              <a:t>standard markup language</a:t>
            </a:r>
            <a:r>
              <a:rPr lang="en-US" sz="1800" dirty="0">
                <a:solidFill>
                  <a:srgbClr val="1E1B2E"/>
                </a:solidFill>
                <a:latin typeface="Quattrocento Sans" pitchFamily="34" charset="0"/>
                <a:ea typeface="Quattrocento Sans" pitchFamily="34" charset="-122"/>
                <a:cs typeface="Quattrocento Sans" pitchFamily="34" charset="-120"/>
              </a:rPr>
              <a:t> for creating web pages. It provides the </a:t>
            </a:r>
            <a:r>
              <a:rPr lang="en-US" sz="1800" b="1" dirty="0">
                <a:solidFill>
                  <a:srgbClr val="6B21A8"/>
                </a:solidFill>
                <a:latin typeface="Quattrocento Sans" pitchFamily="34" charset="0"/>
                <a:ea typeface="Quattrocento Sans" pitchFamily="34" charset="-122"/>
                <a:cs typeface="Quattrocento Sans" pitchFamily="34" charset="-120"/>
              </a:rPr>
              <a:t>structure and skeleton</a:t>
            </a:r>
            <a:r>
              <a:rPr lang="en-US" sz="1800" dirty="0">
                <a:solidFill>
                  <a:srgbClr val="1E1B2E"/>
                </a:solidFill>
                <a:latin typeface="Quattrocento Sans" pitchFamily="34" charset="0"/>
                <a:ea typeface="Quattrocento Sans" pitchFamily="34" charset="-122"/>
                <a:cs typeface="Quattrocento Sans" pitchFamily="34" charset="-120"/>
              </a:rPr>
              <a:t> of every website.</a:t>
            </a:r>
            <a:endParaRPr lang="en-US" sz="1600" dirty="0"/>
          </a:p>
        </p:txBody>
      </p:sp>
      <p:sp>
        <p:nvSpPr>
          <p:cNvPr id="8" name="Text 5"/>
          <p:cNvSpPr/>
          <p:nvPr/>
        </p:nvSpPr>
        <p:spPr>
          <a:xfrm>
            <a:off x="762000" y="3302000"/>
            <a:ext cx="3810000" cy="381000"/>
          </a:xfrm>
          <a:prstGeom prst="rect">
            <a:avLst/>
          </a:prstGeom>
          <a:noFill/>
          <a:ln/>
        </p:spPr>
        <p:txBody>
          <a:bodyPr wrap="none" lIns="0" tIns="0" rIns="0" bIns="0" rtlCol="0" anchor="ctr"/>
          <a:lstStyle/>
          <a:p>
            <a:pPr>
              <a:lnSpc>
                <a:spcPct val="100000"/>
              </a:lnSpc>
            </a:pPr>
            <a:r>
              <a:rPr lang="en-US" sz="2000" b="1" dirty="0">
                <a:solidFill>
                  <a:srgbClr val="6B21A8"/>
                </a:solidFill>
                <a:latin typeface="Liter" pitchFamily="34" charset="0"/>
                <a:ea typeface="Liter" pitchFamily="34" charset="-122"/>
                <a:cs typeface="Liter" pitchFamily="34" charset="-120"/>
              </a:rPr>
              <a:t>Key Components</a:t>
            </a:r>
            <a:endParaRPr lang="en-US" sz="1600" dirty="0"/>
          </a:p>
        </p:txBody>
      </p:sp>
      <p:sp>
        <p:nvSpPr>
          <p:cNvPr id="9" name="Shape 6"/>
          <p:cNvSpPr/>
          <p:nvPr/>
        </p:nvSpPr>
        <p:spPr>
          <a:xfrm>
            <a:off x="762000" y="3873500"/>
            <a:ext cx="3302000" cy="1016000"/>
          </a:xfrm>
          <a:prstGeom prst="roundRect">
            <a:avLst>
              <a:gd name="adj" fmla="val 10000"/>
            </a:avLst>
          </a:prstGeom>
          <a:solidFill>
            <a:srgbClr val="F3E8FF"/>
          </a:solidFill>
          <a:ln/>
        </p:spPr>
        <p:txBody>
          <a:bodyPr/>
          <a:lstStyle/>
          <a:p>
            <a:endParaRPr lang="en-US"/>
          </a:p>
        </p:txBody>
      </p:sp>
      <p:sp>
        <p:nvSpPr>
          <p:cNvPr id="10" name="Shape 7"/>
          <p:cNvSpPr/>
          <p:nvPr/>
        </p:nvSpPr>
        <p:spPr>
          <a:xfrm>
            <a:off x="1041400" y="4127500"/>
            <a:ext cx="304800" cy="406400"/>
          </a:xfrm>
          <a:custGeom>
            <a:avLst/>
            <a:gdLst/>
            <a:ahLst/>
            <a:cxnLst/>
            <a:rect l="l" t="t" r="r" b="b"/>
            <a:pathLst>
              <a:path w="304800" h="406400">
                <a:moveTo>
                  <a:pt x="0" y="50800"/>
                </a:moveTo>
                <a:cubicBezTo>
                  <a:pt x="0" y="22781"/>
                  <a:pt x="22781" y="0"/>
                  <a:pt x="50800" y="0"/>
                </a:cubicBezTo>
                <a:lnTo>
                  <a:pt x="169466" y="0"/>
                </a:lnTo>
                <a:cubicBezTo>
                  <a:pt x="182959" y="0"/>
                  <a:pt x="195898" y="5318"/>
                  <a:pt x="205423" y="14843"/>
                </a:cubicBezTo>
                <a:lnTo>
                  <a:pt x="289957" y="99457"/>
                </a:lnTo>
                <a:cubicBezTo>
                  <a:pt x="299482" y="108982"/>
                  <a:pt x="304800" y="121920"/>
                  <a:pt x="304800" y="135414"/>
                </a:cubicBezTo>
                <a:lnTo>
                  <a:pt x="304800" y="355600"/>
                </a:lnTo>
                <a:cubicBezTo>
                  <a:pt x="304800" y="383619"/>
                  <a:pt x="282019" y="406400"/>
                  <a:pt x="254000" y="406400"/>
                </a:cubicBezTo>
                <a:lnTo>
                  <a:pt x="50800" y="406400"/>
                </a:lnTo>
                <a:cubicBezTo>
                  <a:pt x="22781" y="406400"/>
                  <a:pt x="0" y="383619"/>
                  <a:pt x="0" y="355600"/>
                </a:cubicBezTo>
                <a:lnTo>
                  <a:pt x="0" y="50800"/>
                </a:lnTo>
                <a:close/>
                <a:moveTo>
                  <a:pt x="165100" y="46434"/>
                </a:moveTo>
                <a:lnTo>
                  <a:pt x="165100" y="120650"/>
                </a:lnTo>
                <a:cubicBezTo>
                  <a:pt x="165100" y="131207"/>
                  <a:pt x="173593" y="139700"/>
                  <a:pt x="184150" y="139700"/>
                </a:cubicBezTo>
                <a:lnTo>
                  <a:pt x="258366" y="139700"/>
                </a:lnTo>
                <a:lnTo>
                  <a:pt x="165100" y="46434"/>
                </a:lnTo>
                <a:close/>
                <a:moveTo>
                  <a:pt x="122396" y="234633"/>
                </a:moveTo>
                <a:cubicBezTo>
                  <a:pt x="129223" y="226616"/>
                  <a:pt x="128349" y="214630"/>
                  <a:pt x="120333" y="207804"/>
                </a:cubicBezTo>
                <a:cubicBezTo>
                  <a:pt x="112316" y="200978"/>
                  <a:pt x="100330" y="201851"/>
                  <a:pt x="93504" y="209868"/>
                </a:cubicBezTo>
                <a:lnTo>
                  <a:pt x="55404" y="254318"/>
                </a:lnTo>
                <a:cubicBezTo>
                  <a:pt x="49292" y="261461"/>
                  <a:pt x="49292" y="271939"/>
                  <a:pt x="55404" y="279083"/>
                </a:cubicBezTo>
                <a:lnTo>
                  <a:pt x="93504" y="323533"/>
                </a:lnTo>
                <a:cubicBezTo>
                  <a:pt x="100330" y="331549"/>
                  <a:pt x="112395" y="332423"/>
                  <a:pt x="120333" y="325596"/>
                </a:cubicBezTo>
                <a:cubicBezTo>
                  <a:pt x="128270" y="318770"/>
                  <a:pt x="129223" y="306705"/>
                  <a:pt x="122396" y="298768"/>
                </a:cubicBezTo>
                <a:lnTo>
                  <a:pt x="94932" y="266700"/>
                </a:lnTo>
                <a:lnTo>
                  <a:pt x="122396" y="234633"/>
                </a:lnTo>
                <a:close/>
                <a:moveTo>
                  <a:pt x="211296" y="209868"/>
                </a:moveTo>
                <a:cubicBezTo>
                  <a:pt x="204470" y="201851"/>
                  <a:pt x="192405" y="200978"/>
                  <a:pt x="184467" y="207804"/>
                </a:cubicBezTo>
                <a:cubicBezTo>
                  <a:pt x="176530" y="214630"/>
                  <a:pt x="175577" y="226695"/>
                  <a:pt x="182404" y="234633"/>
                </a:cubicBezTo>
                <a:lnTo>
                  <a:pt x="209868" y="266700"/>
                </a:lnTo>
                <a:lnTo>
                  <a:pt x="182404" y="298768"/>
                </a:lnTo>
                <a:cubicBezTo>
                  <a:pt x="175577" y="306784"/>
                  <a:pt x="176451" y="318770"/>
                  <a:pt x="184467" y="325596"/>
                </a:cubicBezTo>
                <a:cubicBezTo>
                  <a:pt x="192484" y="332423"/>
                  <a:pt x="204470" y="331549"/>
                  <a:pt x="211296" y="323532"/>
                </a:cubicBezTo>
                <a:lnTo>
                  <a:pt x="249396" y="279083"/>
                </a:lnTo>
                <a:cubicBezTo>
                  <a:pt x="255508" y="271939"/>
                  <a:pt x="255508" y="261461"/>
                  <a:pt x="249396" y="254317"/>
                </a:cubicBezTo>
                <a:lnTo>
                  <a:pt x="211296" y="209868"/>
                </a:lnTo>
                <a:close/>
              </a:path>
            </a:pathLst>
          </a:custGeom>
          <a:solidFill>
            <a:srgbClr val="6B21A8"/>
          </a:solidFill>
          <a:ln/>
        </p:spPr>
        <p:txBody>
          <a:bodyPr/>
          <a:lstStyle/>
          <a:p>
            <a:endParaRPr lang="en-US"/>
          </a:p>
        </p:txBody>
      </p:sp>
      <p:sp>
        <p:nvSpPr>
          <p:cNvPr id="11" name="Text 8"/>
          <p:cNvSpPr/>
          <p:nvPr/>
        </p:nvSpPr>
        <p:spPr>
          <a:xfrm>
            <a:off x="1498600" y="4000500"/>
            <a:ext cx="2413000" cy="762000"/>
          </a:xfrm>
          <a:prstGeom prst="rect">
            <a:avLst/>
          </a:prstGeom>
          <a:noFill/>
          <a:ln/>
        </p:spPr>
        <p:txBody>
          <a:bodyPr wrap="square" lIns="0" tIns="0" rIns="0" bIns="0" rtlCol="0" anchor="ctr"/>
          <a:lstStyle/>
          <a:p>
            <a:pPr>
              <a:lnSpc>
                <a:spcPct val="140000"/>
              </a:lnSpc>
            </a:pPr>
            <a:r>
              <a:rPr lang="en-US" sz="1600" b="1" dirty="0">
                <a:solidFill>
                  <a:srgbClr val="1E1B2E"/>
                </a:solidFill>
                <a:latin typeface="Quattrocento Sans" pitchFamily="34" charset="0"/>
                <a:ea typeface="Quattrocento Sans" pitchFamily="34" charset="-122"/>
                <a:cs typeface="Quattrocento Sans" pitchFamily="34" charset="-120"/>
              </a:rPr>
              <a:t>Document Structure</a:t>
            </a:r>
            <a:endParaRPr lang="en-US" sz="1600" dirty="0"/>
          </a:p>
          <a:p>
            <a:pPr>
              <a:lnSpc>
                <a:spcPct val="140000"/>
              </a:lnSpc>
            </a:pPr>
            <a:r>
              <a:rPr lang="en-US" sz="1300" dirty="0">
                <a:solidFill>
                  <a:srgbClr val="6B7280"/>
                </a:solidFill>
                <a:latin typeface="Quattrocento Sans" pitchFamily="34" charset="0"/>
                <a:ea typeface="Quattrocento Sans" pitchFamily="34" charset="-122"/>
                <a:cs typeface="Quattrocento Sans" pitchFamily="34" charset="-120"/>
              </a:rPr>
              <a:t>html, head, body</a:t>
            </a:r>
            <a:endParaRPr lang="en-US" sz="1600" dirty="0"/>
          </a:p>
        </p:txBody>
      </p:sp>
      <p:sp>
        <p:nvSpPr>
          <p:cNvPr id="12" name="Shape 9"/>
          <p:cNvSpPr/>
          <p:nvPr/>
        </p:nvSpPr>
        <p:spPr>
          <a:xfrm>
            <a:off x="4318000" y="3873500"/>
            <a:ext cx="3302000" cy="1016000"/>
          </a:xfrm>
          <a:prstGeom prst="roundRect">
            <a:avLst>
              <a:gd name="adj" fmla="val 10000"/>
            </a:avLst>
          </a:prstGeom>
          <a:solidFill>
            <a:srgbClr val="F3E8FF"/>
          </a:solidFill>
          <a:ln/>
        </p:spPr>
        <p:txBody>
          <a:bodyPr/>
          <a:lstStyle/>
          <a:p>
            <a:endParaRPr lang="en-US"/>
          </a:p>
        </p:txBody>
      </p:sp>
      <p:sp>
        <p:nvSpPr>
          <p:cNvPr id="13" name="Shape 10"/>
          <p:cNvSpPr/>
          <p:nvPr/>
        </p:nvSpPr>
        <p:spPr>
          <a:xfrm>
            <a:off x="4572000" y="4127500"/>
            <a:ext cx="355600" cy="406400"/>
          </a:xfrm>
          <a:custGeom>
            <a:avLst/>
            <a:gdLst/>
            <a:ahLst/>
            <a:cxnLst/>
            <a:rect l="l" t="t" r="r" b="b"/>
            <a:pathLst>
              <a:path w="355600" h="406400">
                <a:moveTo>
                  <a:pt x="0" y="50800"/>
                </a:moveTo>
                <a:cubicBezTo>
                  <a:pt x="0" y="36751"/>
                  <a:pt x="11351" y="25400"/>
                  <a:pt x="25400" y="25400"/>
                </a:cubicBezTo>
                <a:lnTo>
                  <a:pt x="101600" y="25400"/>
                </a:lnTo>
                <a:cubicBezTo>
                  <a:pt x="115649" y="25400"/>
                  <a:pt x="127000" y="36751"/>
                  <a:pt x="127000" y="50800"/>
                </a:cubicBezTo>
                <a:cubicBezTo>
                  <a:pt x="127000" y="64849"/>
                  <a:pt x="115649" y="76200"/>
                  <a:pt x="101600" y="76200"/>
                </a:cubicBezTo>
                <a:lnTo>
                  <a:pt x="88900" y="76200"/>
                </a:lnTo>
                <a:lnTo>
                  <a:pt x="88900" y="165100"/>
                </a:lnTo>
                <a:lnTo>
                  <a:pt x="266700" y="165100"/>
                </a:lnTo>
                <a:lnTo>
                  <a:pt x="266700" y="76200"/>
                </a:lnTo>
                <a:lnTo>
                  <a:pt x="254000" y="76200"/>
                </a:lnTo>
                <a:cubicBezTo>
                  <a:pt x="239951" y="76200"/>
                  <a:pt x="228600" y="64849"/>
                  <a:pt x="228600" y="50800"/>
                </a:cubicBezTo>
                <a:cubicBezTo>
                  <a:pt x="228600" y="36751"/>
                  <a:pt x="239951" y="25400"/>
                  <a:pt x="254000" y="25400"/>
                </a:cubicBezTo>
                <a:lnTo>
                  <a:pt x="330200" y="25400"/>
                </a:lnTo>
                <a:cubicBezTo>
                  <a:pt x="344249" y="25400"/>
                  <a:pt x="355600" y="36751"/>
                  <a:pt x="355600" y="50800"/>
                </a:cubicBezTo>
                <a:cubicBezTo>
                  <a:pt x="355600" y="64849"/>
                  <a:pt x="344249" y="76200"/>
                  <a:pt x="330200" y="76200"/>
                </a:cubicBezTo>
                <a:lnTo>
                  <a:pt x="317500" y="76200"/>
                </a:lnTo>
                <a:lnTo>
                  <a:pt x="317500" y="330200"/>
                </a:lnTo>
                <a:lnTo>
                  <a:pt x="330200" y="330200"/>
                </a:lnTo>
                <a:cubicBezTo>
                  <a:pt x="344249" y="330200"/>
                  <a:pt x="355600" y="341551"/>
                  <a:pt x="355600" y="355600"/>
                </a:cubicBezTo>
                <a:cubicBezTo>
                  <a:pt x="355600" y="369649"/>
                  <a:pt x="344249" y="381000"/>
                  <a:pt x="330200" y="381000"/>
                </a:cubicBezTo>
                <a:lnTo>
                  <a:pt x="254000" y="381000"/>
                </a:lnTo>
                <a:cubicBezTo>
                  <a:pt x="239951" y="381000"/>
                  <a:pt x="228600" y="369649"/>
                  <a:pt x="228600" y="355600"/>
                </a:cubicBezTo>
                <a:cubicBezTo>
                  <a:pt x="228600" y="341551"/>
                  <a:pt x="239951" y="330200"/>
                  <a:pt x="254000" y="330200"/>
                </a:cubicBezTo>
                <a:lnTo>
                  <a:pt x="266700" y="330200"/>
                </a:lnTo>
                <a:lnTo>
                  <a:pt x="266700" y="215900"/>
                </a:lnTo>
                <a:lnTo>
                  <a:pt x="88900" y="215900"/>
                </a:lnTo>
                <a:lnTo>
                  <a:pt x="88900" y="330200"/>
                </a:lnTo>
                <a:lnTo>
                  <a:pt x="101600" y="330200"/>
                </a:lnTo>
                <a:cubicBezTo>
                  <a:pt x="115649" y="330200"/>
                  <a:pt x="127000" y="341551"/>
                  <a:pt x="127000" y="355600"/>
                </a:cubicBezTo>
                <a:cubicBezTo>
                  <a:pt x="127000" y="369649"/>
                  <a:pt x="115649" y="381000"/>
                  <a:pt x="101600" y="381000"/>
                </a:cubicBezTo>
                <a:lnTo>
                  <a:pt x="25400" y="381000"/>
                </a:lnTo>
                <a:cubicBezTo>
                  <a:pt x="11351" y="381000"/>
                  <a:pt x="0" y="369649"/>
                  <a:pt x="0" y="355600"/>
                </a:cubicBezTo>
                <a:cubicBezTo>
                  <a:pt x="0" y="341551"/>
                  <a:pt x="11351" y="330200"/>
                  <a:pt x="25400" y="330200"/>
                </a:cubicBezTo>
                <a:lnTo>
                  <a:pt x="38100" y="330200"/>
                </a:lnTo>
                <a:lnTo>
                  <a:pt x="38100" y="76200"/>
                </a:lnTo>
                <a:lnTo>
                  <a:pt x="25400" y="76200"/>
                </a:lnTo>
                <a:cubicBezTo>
                  <a:pt x="11351" y="76200"/>
                  <a:pt x="0" y="64849"/>
                  <a:pt x="0" y="50800"/>
                </a:cubicBezTo>
                <a:close/>
              </a:path>
            </a:pathLst>
          </a:custGeom>
          <a:solidFill>
            <a:srgbClr val="6B21A8"/>
          </a:solidFill>
          <a:ln/>
        </p:spPr>
        <p:txBody>
          <a:bodyPr/>
          <a:lstStyle/>
          <a:p>
            <a:endParaRPr lang="en-US"/>
          </a:p>
        </p:txBody>
      </p:sp>
      <p:sp>
        <p:nvSpPr>
          <p:cNvPr id="14" name="Text 11"/>
          <p:cNvSpPr/>
          <p:nvPr/>
        </p:nvSpPr>
        <p:spPr>
          <a:xfrm>
            <a:off x="5054600" y="4000500"/>
            <a:ext cx="2413000" cy="762000"/>
          </a:xfrm>
          <a:prstGeom prst="rect">
            <a:avLst/>
          </a:prstGeom>
          <a:noFill/>
          <a:ln/>
        </p:spPr>
        <p:txBody>
          <a:bodyPr wrap="square" lIns="0" tIns="0" rIns="0" bIns="0" rtlCol="0" anchor="ctr"/>
          <a:lstStyle/>
          <a:p>
            <a:pPr>
              <a:lnSpc>
                <a:spcPct val="140000"/>
              </a:lnSpc>
            </a:pPr>
            <a:r>
              <a:rPr lang="en-US" sz="1600" b="1" dirty="0">
                <a:solidFill>
                  <a:srgbClr val="1E1B2E"/>
                </a:solidFill>
                <a:latin typeface="Quattrocento Sans" pitchFamily="34" charset="0"/>
                <a:ea typeface="Quattrocento Sans" pitchFamily="34" charset="-122"/>
                <a:cs typeface="Quattrocento Sans" pitchFamily="34" charset="-120"/>
              </a:rPr>
              <a:t>Headings</a:t>
            </a:r>
            <a:endParaRPr lang="en-US" sz="1600" dirty="0"/>
          </a:p>
          <a:p>
            <a:pPr>
              <a:lnSpc>
                <a:spcPct val="140000"/>
              </a:lnSpc>
            </a:pPr>
            <a:r>
              <a:rPr lang="en-US" sz="1300" dirty="0">
                <a:solidFill>
                  <a:srgbClr val="6B7280"/>
                </a:solidFill>
                <a:latin typeface="Quattrocento Sans" pitchFamily="34" charset="0"/>
                <a:ea typeface="Quattrocento Sans" pitchFamily="34" charset="-122"/>
                <a:cs typeface="Quattrocento Sans" pitchFamily="34" charset="-120"/>
              </a:rPr>
              <a:t>h1 to h6 tags</a:t>
            </a:r>
            <a:endParaRPr lang="en-US" sz="1600" dirty="0"/>
          </a:p>
        </p:txBody>
      </p:sp>
      <p:sp>
        <p:nvSpPr>
          <p:cNvPr id="15" name="Shape 12"/>
          <p:cNvSpPr/>
          <p:nvPr/>
        </p:nvSpPr>
        <p:spPr>
          <a:xfrm>
            <a:off x="762000" y="5143500"/>
            <a:ext cx="3302000" cy="1016000"/>
          </a:xfrm>
          <a:prstGeom prst="roundRect">
            <a:avLst>
              <a:gd name="adj" fmla="val 10000"/>
            </a:avLst>
          </a:prstGeom>
          <a:solidFill>
            <a:srgbClr val="F3E8FF"/>
          </a:solidFill>
          <a:ln/>
        </p:spPr>
        <p:txBody>
          <a:bodyPr/>
          <a:lstStyle/>
          <a:p>
            <a:endParaRPr lang="en-US"/>
          </a:p>
        </p:txBody>
      </p:sp>
      <p:sp>
        <p:nvSpPr>
          <p:cNvPr id="16" name="Shape 13"/>
          <p:cNvSpPr/>
          <p:nvPr/>
        </p:nvSpPr>
        <p:spPr>
          <a:xfrm>
            <a:off x="1016000" y="5397500"/>
            <a:ext cx="355600" cy="406400"/>
          </a:xfrm>
          <a:custGeom>
            <a:avLst/>
            <a:gdLst/>
            <a:ahLst/>
            <a:cxnLst/>
            <a:rect l="l" t="t" r="r" b="b"/>
            <a:pathLst>
              <a:path w="355600" h="406400">
                <a:moveTo>
                  <a:pt x="127000" y="0"/>
                </a:moveTo>
                <a:lnTo>
                  <a:pt x="330200" y="0"/>
                </a:lnTo>
                <a:cubicBezTo>
                  <a:pt x="344249" y="0"/>
                  <a:pt x="355600" y="11351"/>
                  <a:pt x="355600" y="25400"/>
                </a:cubicBezTo>
                <a:cubicBezTo>
                  <a:pt x="355600" y="39449"/>
                  <a:pt x="344249" y="50800"/>
                  <a:pt x="330200" y="50800"/>
                </a:cubicBezTo>
                <a:lnTo>
                  <a:pt x="304800" y="50800"/>
                </a:lnTo>
                <a:lnTo>
                  <a:pt x="304800" y="381000"/>
                </a:lnTo>
                <a:cubicBezTo>
                  <a:pt x="304800" y="395049"/>
                  <a:pt x="293449" y="406400"/>
                  <a:pt x="279400" y="406400"/>
                </a:cubicBezTo>
                <a:cubicBezTo>
                  <a:pt x="265351" y="406400"/>
                  <a:pt x="254000" y="395049"/>
                  <a:pt x="254000" y="381000"/>
                </a:cubicBezTo>
                <a:lnTo>
                  <a:pt x="254000" y="50800"/>
                </a:lnTo>
                <a:lnTo>
                  <a:pt x="215900" y="50800"/>
                </a:lnTo>
                <a:lnTo>
                  <a:pt x="215900" y="381000"/>
                </a:lnTo>
                <a:cubicBezTo>
                  <a:pt x="215900" y="395049"/>
                  <a:pt x="204549" y="406400"/>
                  <a:pt x="190500" y="406400"/>
                </a:cubicBezTo>
                <a:cubicBezTo>
                  <a:pt x="176451" y="406400"/>
                  <a:pt x="165100" y="395049"/>
                  <a:pt x="165100" y="381000"/>
                </a:cubicBezTo>
                <a:lnTo>
                  <a:pt x="165100" y="254000"/>
                </a:lnTo>
                <a:lnTo>
                  <a:pt x="127000" y="254000"/>
                </a:lnTo>
                <a:cubicBezTo>
                  <a:pt x="56832" y="254000"/>
                  <a:pt x="0" y="197168"/>
                  <a:pt x="0" y="127000"/>
                </a:cubicBezTo>
                <a:cubicBezTo>
                  <a:pt x="0" y="56832"/>
                  <a:pt x="56832" y="0"/>
                  <a:pt x="127000" y="0"/>
                </a:cubicBezTo>
                <a:close/>
              </a:path>
            </a:pathLst>
          </a:custGeom>
          <a:solidFill>
            <a:srgbClr val="6B21A8"/>
          </a:solidFill>
          <a:ln/>
        </p:spPr>
        <p:txBody>
          <a:bodyPr/>
          <a:lstStyle/>
          <a:p>
            <a:endParaRPr lang="en-US"/>
          </a:p>
        </p:txBody>
      </p:sp>
      <p:sp>
        <p:nvSpPr>
          <p:cNvPr id="17" name="Text 14"/>
          <p:cNvSpPr/>
          <p:nvPr/>
        </p:nvSpPr>
        <p:spPr>
          <a:xfrm>
            <a:off x="1498600" y="5270500"/>
            <a:ext cx="2413000" cy="762000"/>
          </a:xfrm>
          <a:prstGeom prst="rect">
            <a:avLst/>
          </a:prstGeom>
          <a:noFill/>
          <a:ln/>
        </p:spPr>
        <p:txBody>
          <a:bodyPr wrap="square" lIns="0" tIns="0" rIns="0" bIns="0" rtlCol="0" anchor="ctr"/>
          <a:lstStyle/>
          <a:p>
            <a:pPr>
              <a:lnSpc>
                <a:spcPct val="140000"/>
              </a:lnSpc>
            </a:pPr>
            <a:r>
              <a:rPr lang="en-US" sz="1600" b="1" dirty="0">
                <a:solidFill>
                  <a:srgbClr val="1E1B2E"/>
                </a:solidFill>
                <a:latin typeface="Quattrocento Sans" pitchFamily="34" charset="0"/>
                <a:ea typeface="Quattrocento Sans" pitchFamily="34" charset="-122"/>
                <a:cs typeface="Quattrocento Sans" pitchFamily="34" charset="-120"/>
              </a:rPr>
              <a:t>Paragraphs</a:t>
            </a:r>
            <a:endParaRPr lang="en-US" sz="1600" dirty="0"/>
          </a:p>
          <a:p>
            <a:pPr>
              <a:lnSpc>
                <a:spcPct val="140000"/>
              </a:lnSpc>
            </a:pPr>
            <a:r>
              <a:rPr lang="en-US" sz="1300" dirty="0">
                <a:solidFill>
                  <a:srgbClr val="6B7280"/>
                </a:solidFill>
                <a:latin typeface="Quattrocento Sans" pitchFamily="34" charset="0"/>
                <a:ea typeface="Quattrocento Sans" pitchFamily="34" charset="-122"/>
                <a:cs typeface="Quattrocento Sans" pitchFamily="34" charset="-120"/>
              </a:rPr>
              <a:t>p tag for text</a:t>
            </a:r>
            <a:endParaRPr lang="en-US" sz="1600" dirty="0"/>
          </a:p>
        </p:txBody>
      </p:sp>
      <p:sp>
        <p:nvSpPr>
          <p:cNvPr id="18" name="Shape 15"/>
          <p:cNvSpPr/>
          <p:nvPr/>
        </p:nvSpPr>
        <p:spPr>
          <a:xfrm>
            <a:off x="4318000" y="5143500"/>
            <a:ext cx="3302000" cy="1016000"/>
          </a:xfrm>
          <a:prstGeom prst="roundRect">
            <a:avLst>
              <a:gd name="adj" fmla="val 10000"/>
            </a:avLst>
          </a:prstGeom>
          <a:solidFill>
            <a:srgbClr val="F3E8FF"/>
          </a:solidFill>
          <a:ln/>
        </p:spPr>
        <p:txBody>
          <a:bodyPr/>
          <a:lstStyle/>
          <a:p>
            <a:endParaRPr lang="en-US"/>
          </a:p>
        </p:txBody>
      </p:sp>
      <p:sp>
        <p:nvSpPr>
          <p:cNvPr id="19" name="Shape 16"/>
          <p:cNvSpPr/>
          <p:nvPr/>
        </p:nvSpPr>
        <p:spPr>
          <a:xfrm>
            <a:off x="4521200" y="5397500"/>
            <a:ext cx="457200" cy="406400"/>
          </a:xfrm>
          <a:custGeom>
            <a:avLst/>
            <a:gdLst/>
            <a:ahLst/>
            <a:cxnLst/>
            <a:rect l="l" t="t" r="r" b="b"/>
            <a:pathLst>
              <a:path w="457200" h="406400">
                <a:moveTo>
                  <a:pt x="332978" y="76200"/>
                </a:moveTo>
                <a:cubicBezTo>
                  <a:pt x="319802" y="76200"/>
                  <a:pt x="307023" y="79772"/>
                  <a:pt x="295831" y="86281"/>
                </a:cubicBezTo>
                <a:cubicBezTo>
                  <a:pt x="283289" y="73581"/>
                  <a:pt x="268684" y="62944"/>
                  <a:pt x="252571" y="54928"/>
                </a:cubicBezTo>
                <a:cubicBezTo>
                  <a:pt x="274955" y="35878"/>
                  <a:pt x="303451" y="25400"/>
                  <a:pt x="332978" y="25400"/>
                </a:cubicBezTo>
                <a:cubicBezTo>
                  <a:pt x="401558" y="25400"/>
                  <a:pt x="457200" y="80963"/>
                  <a:pt x="457200" y="149622"/>
                </a:cubicBezTo>
                <a:cubicBezTo>
                  <a:pt x="457200" y="182563"/>
                  <a:pt x="444103" y="214154"/>
                  <a:pt x="420846" y="237411"/>
                </a:cubicBezTo>
                <a:lnTo>
                  <a:pt x="364411" y="293846"/>
                </a:lnTo>
                <a:cubicBezTo>
                  <a:pt x="341154" y="317103"/>
                  <a:pt x="309563" y="330200"/>
                  <a:pt x="276622" y="330200"/>
                </a:cubicBezTo>
                <a:cubicBezTo>
                  <a:pt x="208042" y="330200"/>
                  <a:pt x="152400" y="274638"/>
                  <a:pt x="152400" y="205978"/>
                </a:cubicBezTo>
                <a:cubicBezTo>
                  <a:pt x="152400" y="204788"/>
                  <a:pt x="152400" y="203597"/>
                  <a:pt x="152479" y="202406"/>
                </a:cubicBezTo>
                <a:cubicBezTo>
                  <a:pt x="152876" y="188357"/>
                  <a:pt x="164544" y="177324"/>
                  <a:pt x="178594" y="177721"/>
                </a:cubicBezTo>
                <a:cubicBezTo>
                  <a:pt x="192643" y="178118"/>
                  <a:pt x="203676" y="189786"/>
                  <a:pt x="203279" y="203835"/>
                </a:cubicBezTo>
                <a:cubicBezTo>
                  <a:pt x="203279" y="204549"/>
                  <a:pt x="203279" y="205264"/>
                  <a:pt x="203279" y="205899"/>
                </a:cubicBezTo>
                <a:cubicBezTo>
                  <a:pt x="203279" y="246459"/>
                  <a:pt x="236141" y="279321"/>
                  <a:pt x="276701" y="279321"/>
                </a:cubicBezTo>
                <a:cubicBezTo>
                  <a:pt x="296148" y="279321"/>
                  <a:pt x="314801" y="271621"/>
                  <a:pt x="328613" y="257810"/>
                </a:cubicBezTo>
                <a:lnTo>
                  <a:pt x="385048" y="201374"/>
                </a:lnTo>
                <a:cubicBezTo>
                  <a:pt x="398780" y="187643"/>
                  <a:pt x="406559" y="168910"/>
                  <a:pt x="406559" y="149463"/>
                </a:cubicBezTo>
                <a:cubicBezTo>
                  <a:pt x="406559" y="108903"/>
                  <a:pt x="373698" y="76041"/>
                  <a:pt x="333137" y="76041"/>
                </a:cubicBezTo>
                <a:close/>
                <a:moveTo>
                  <a:pt x="218440" y="137557"/>
                </a:moveTo>
                <a:cubicBezTo>
                  <a:pt x="216932" y="136922"/>
                  <a:pt x="215424" y="136049"/>
                  <a:pt x="214074" y="135096"/>
                </a:cubicBezTo>
                <a:cubicBezTo>
                  <a:pt x="204073" y="129937"/>
                  <a:pt x="192643" y="127000"/>
                  <a:pt x="180658" y="127000"/>
                </a:cubicBezTo>
                <a:cubicBezTo>
                  <a:pt x="161211" y="127000"/>
                  <a:pt x="142558" y="134699"/>
                  <a:pt x="128746" y="148511"/>
                </a:cubicBezTo>
                <a:lnTo>
                  <a:pt x="72311" y="204946"/>
                </a:lnTo>
                <a:cubicBezTo>
                  <a:pt x="58579" y="218678"/>
                  <a:pt x="50800" y="237411"/>
                  <a:pt x="50800" y="256858"/>
                </a:cubicBezTo>
                <a:cubicBezTo>
                  <a:pt x="50800" y="297418"/>
                  <a:pt x="83661" y="330279"/>
                  <a:pt x="124222" y="330279"/>
                </a:cubicBezTo>
                <a:cubicBezTo>
                  <a:pt x="137319" y="330279"/>
                  <a:pt x="150098" y="326787"/>
                  <a:pt x="161290" y="320278"/>
                </a:cubicBezTo>
                <a:cubicBezTo>
                  <a:pt x="173831" y="332978"/>
                  <a:pt x="188436" y="343614"/>
                  <a:pt x="204629" y="351631"/>
                </a:cubicBezTo>
                <a:cubicBezTo>
                  <a:pt x="182245" y="370602"/>
                  <a:pt x="153829" y="381159"/>
                  <a:pt x="124222" y="381159"/>
                </a:cubicBezTo>
                <a:cubicBezTo>
                  <a:pt x="55642" y="381159"/>
                  <a:pt x="0" y="325596"/>
                  <a:pt x="0" y="256937"/>
                </a:cubicBezTo>
                <a:cubicBezTo>
                  <a:pt x="0" y="223996"/>
                  <a:pt x="13097" y="192405"/>
                  <a:pt x="36354" y="169148"/>
                </a:cubicBezTo>
                <a:lnTo>
                  <a:pt x="92789" y="112713"/>
                </a:lnTo>
                <a:cubicBezTo>
                  <a:pt x="116046" y="89456"/>
                  <a:pt x="147638" y="76359"/>
                  <a:pt x="180578" y="76359"/>
                </a:cubicBezTo>
                <a:cubicBezTo>
                  <a:pt x="249317" y="76359"/>
                  <a:pt x="304800" y="132398"/>
                  <a:pt x="304800" y="200898"/>
                </a:cubicBezTo>
                <a:cubicBezTo>
                  <a:pt x="304800" y="201930"/>
                  <a:pt x="304800" y="202962"/>
                  <a:pt x="304800" y="203994"/>
                </a:cubicBezTo>
                <a:cubicBezTo>
                  <a:pt x="304483" y="218043"/>
                  <a:pt x="292814" y="229076"/>
                  <a:pt x="278765" y="228759"/>
                </a:cubicBezTo>
                <a:cubicBezTo>
                  <a:pt x="264716" y="228441"/>
                  <a:pt x="253682" y="216773"/>
                  <a:pt x="254000" y="202724"/>
                </a:cubicBezTo>
                <a:cubicBezTo>
                  <a:pt x="254000" y="202089"/>
                  <a:pt x="254000" y="201533"/>
                  <a:pt x="254000" y="200898"/>
                </a:cubicBezTo>
                <a:cubicBezTo>
                  <a:pt x="254000" y="174149"/>
                  <a:pt x="239713" y="150654"/>
                  <a:pt x="218440" y="137716"/>
                </a:cubicBezTo>
                <a:close/>
              </a:path>
            </a:pathLst>
          </a:custGeom>
          <a:solidFill>
            <a:srgbClr val="6B21A8"/>
          </a:solidFill>
          <a:ln/>
        </p:spPr>
        <p:txBody>
          <a:bodyPr/>
          <a:lstStyle/>
          <a:p>
            <a:endParaRPr lang="en-US"/>
          </a:p>
        </p:txBody>
      </p:sp>
      <p:sp>
        <p:nvSpPr>
          <p:cNvPr id="20" name="Text 17"/>
          <p:cNvSpPr/>
          <p:nvPr/>
        </p:nvSpPr>
        <p:spPr>
          <a:xfrm>
            <a:off x="5054600" y="5270500"/>
            <a:ext cx="2413000" cy="762000"/>
          </a:xfrm>
          <a:prstGeom prst="rect">
            <a:avLst/>
          </a:prstGeom>
          <a:noFill/>
          <a:ln/>
        </p:spPr>
        <p:txBody>
          <a:bodyPr wrap="square" lIns="0" tIns="0" rIns="0" bIns="0" rtlCol="0" anchor="ctr"/>
          <a:lstStyle/>
          <a:p>
            <a:pPr>
              <a:lnSpc>
                <a:spcPct val="140000"/>
              </a:lnSpc>
            </a:pPr>
            <a:r>
              <a:rPr lang="en-US" sz="1600" b="1" dirty="0">
                <a:solidFill>
                  <a:srgbClr val="1E1B2E"/>
                </a:solidFill>
                <a:latin typeface="Quattrocento Sans" pitchFamily="34" charset="0"/>
                <a:ea typeface="Quattrocento Sans" pitchFamily="34" charset="-122"/>
                <a:cs typeface="Quattrocento Sans" pitchFamily="34" charset="-120"/>
              </a:rPr>
              <a:t>Links &amp; Images</a:t>
            </a:r>
            <a:endParaRPr lang="en-US" sz="1600" dirty="0"/>
          </a:p>
          <a:p>
            <a:pPr>
              <a:lnSpc>
                <a:spcPct val="140000"/>
              </a:lnSpc>
            </a:pPr>
            <a:r>
              <a:rPr lang="en-US" sz="1300" dirty="0">
                <a:solidFill>
                  <a:srgbClr val="6B7280"/>
                </a:solidFill>
                <a:latin typeface="Quattrocento Sans" pitchFamily="34" charset="0"/>
                <a:ea typeface="Quattrocento Sans" pitchFamily="34" charset="-122"/>
                <a:cs typeface="Quattrocento Sans" pitchFamily="34" charset="-120"/>
              </a:rPr>
              <a:t>a, img tags</a:t>
            </a:r>
            <a:endParaRPr lang="en-US" sz="1600" dirty="0"/>
          </a:p>
        </p:txBody>
      </p:sp>
      <p:sp>
        <p:nvSpPr>
          <p:cNvPr id="21" name="Shape 18"/>
          <p:cNvSpPr/>
          <p:nvPr/>
        </p:nvSpPr>
        <p:spPr>
          <a:xfrm>
            <a:off x="8382000" y="2032000"/>
            <a:ext cx="7112000" cy="4318000"/>
          </a:xfrm>
          <a:prstGeom prst="roundRect">
            <a:avLst>
              <a:gd name="adj" fmla="val 10000"/>
            </a:avLst>
          </a:prstGeom>
          <a:gradFill flip="none" rotWithShape="1">
            <a:gsLst>
              <a:gs pos="0">
                <a:srgbClr val="6B21A8"/>
              </a:gs>
              <a:gs pos="100000">
                <a:srgbClr val="7C3AED"/>
              </a:gs>
            </a:gsLst>
            <a:lin ang="10800000" scaled="1"/>
          </a:gradFill>
          <a:ln/>
          <a:effectLst>
            <a:outerShdw blurRad="254000" dist="101600" dir="5400000" algn="bl" rotWithShape="0">
              <a:srgbClr val="6B21A8">
                <a:alpha val="14510"/>
              </a:srgbClr>
            </a:outerShdw>
          </a:effectLst>
        </p:spPr>
        <p:txBody>
          <a:bodyPr/>
          <a:lstStyle/>
          <a:p>
            <a:endParaRPr lang="en-US"/>
          </a:p>
        </p:txBody>
      </p:sp>
      <p:sp>
        <p:nvSpPr>
          <p:cNvPr id="22" name="Shape 19"/>
          <p:cNvSpPr/>
          <p:nvPr/>
        </p:nvSpPr>
        <p:spPr>
          <a:xfrm>
            <a:off x="11080750" y="2349500"/>
            <a:ext cx="952500" cy="762000"/>
          </a:xfrm>
          <a:custGeom>
            <a:avLst/>
            <a:gdLst/>
            <a:ahLst/>
            <a:cxnLst/>
            <a:rect l="l" t="t" r="r" b="b"/>
            <a:pathLst>
              <a:path w="952500" h="762000">
                <a:moveTo>
                  <a:pt x="293787" y="238125"/>
                </a:moveTo>
                <a:cubicBezTo>
                  <a:pt x="287982" y="238125"/>
                  <a:pt x="283071" y="233958"/>
                  <a:pt x="281732" y="228302"/>
                </a:cubicBezTo>
                <a:cubicBezTo>
                  <a:pt x="266551" y="165646"/>
                  <a:pt x="210145" y="119063"/>
                  <a:pt x="142875" y="119063"/>
                </a:cubicBezTo>
                <a:cubicBezTo>
                  <a:pt x="63996" y="119063"/>
                  <a:pt x="0" y="183059"/>
                  <a:pt x="0" y="261938"/>
                </a:cubicBezTo>
                <a:cubicBezTo>
                  <a:pt x="0" y="305246"/>
                  <a:pt x="19199" y="343942"/>
                  <a:pt x="49560" y="370136"/>
                </a:cubicBezTo>
                <a:cubicBezTo>
                  <a:pt x="55959" y="375642"/>
                  <a:pt x="55959" y="386209"/>
                  <a:pt x="49560" y="391716"/>
                </a:cubicBezTo>
                <a:cubicBezTo>
                  <a:pt x="19199" y="417909"/>
                  <a:pt x="0" y="456754"/>
                  <a:pt x="0" y="499914"/>
                </a:cubicBezTo>
                <a:cubicBezTo>
                  <a:pt x="0" y="578793"/>
                  <a:pt x="63996" y="642789"/>
                  <a:pt x="142875" y="642789"/>
                </a:cubicBezTo>
                <a:cubicBezTo>
                  <a:pt x="210145" y="642789"/>
                  <a:pt x="266551" y="596205"/>
                  <a:pt x="281732" y="533549"/>
                </a:cubicBezTo>
                <a:cubicBezTo>
                  <a:pt x="283071" y="527893"/>
                  <a:pt x="287982" y="523726"/>
                  <a:pt x="293787" y="523726"/>
                </a:cubicBezTo>
                <a:lnTo>
                  <a:pt x="658564" y="523726"/>
                </a:lnTo>
                <a:cubicBezTo>
                  <a:pt x="664369" y="523726"/>
                  <a:pt x="669280" y="527893"/>
                  <a:pt x="670620" y="533549"/>
                </a:cubicBezTo>
                <a:cubicBezTo>
                  <a:pt x="685800" y="596205"/>
                  <a:pt x="742206" y="642789"/>
                  <a:pt x="809476" y="642789"/>
                </a:cubicBezTo>
                <a:cubicBezTo>
                  <a:pt x="888355" y="642789"/>
                  <a:pt x="952351" y="578793"/>
                  <a:pt x="952351" y="499914"/>
                </a:cubicBezTo>
                <a:cubicBezTo>
                  <a:pt x="952351" y="456605"/>
                  <a:pt x="933152" y="417909"/>
                  <a:pt x="902791" y="391716"/>
                </a:cubicBezTo>
                <a:cubicBezTo>
                  <a:pt x="896392" y="386209"/>
                  <a:pt x="896392" y="375642"/>
                  <a:pt x="902791" y="370136"/>
                </a:cubicBezTo>
                <a:cubicBezTo>
                  <a:pt x="933152" y="343942"/>
                  <a:pt x="952351" y="305098"/>
                  <a:pt x="952351" y="261938"/>
                </a:cubicBezTo>
                <a:cubicBezTo>
                  <a:pt x="952351" y="183059"/>
                  <a:pt x="888355" y="119063"/>
                  <a:pt x="809476" y="119063"/>
                </a:cubicBezTo>
                <a:cubicBezTo>
                  <a:pt x="742206" y="119063"/>
                  <a:pt x="685800" y="165646"/>
                  <a:pt x="670620" y="228302"/>
                </a:cubicBezTo>
                <a:cubicBezTo>
                  <a:pt x="669280" y="233958"/>
                  <a:pt x="664369" y="238125"/>
                  <a:pt x="658564" y="238125"/>
                </a:cubicBezTo>
                <a:lnTo>
                  <a:pt x="293787" y="238125"/>
                </a:lnTo>
                <a:close/>
              </a:path>
            </a:pathLst>
          </a:custGeom>
          <a:solidFill>
            <a:srgbClr val="FFFFFF"/>
          </a:solidFill>
          <a:ln/>
        </p:spPr>
        <p:txBody>
          <a:bodyPr/>
          <a:lstStyle/>
          <a:p>
            <a:endParaRPr lang="en-US"/>
          </a:p>
        </p:txBody>
      </p:sp>
      <p:sp>
        <p:nvSpPr>
          <p:cNvPr id="23" name="Text 20"/>
          <p:cNvSpPr/>
          <p:nvPr/>
        </p:nvSpPr>
        <p:spPr>
          <a:xfrm>
            <a:off x="8763000" y="3302000"/>
            <a:ext cx="6350000" cy="444500"/>
          </a:xfrm>
          <a:prstGeom prst="rect">
            <a:avLst/>
          </a:prstGeom>
          <a:noFill/>
          <a:ln/>
        </p:spPr>
        <p:txBody>
          <a:bodyPr wrap="none" lIns="0" tIns="0" rIns="0" bIns="0" rtlCol="0" anchor="ctr"/>
          <a:lstStyle/>
          <a:p>
            <a:pPr algn="ctr">
              <a:lnSpc>
                <a:spcPct val="100000"/>
              </a:lnSpc>
            </a:pPr>
            <a:r>
              <a:rPr lang="en-US" sz="2200" b="1" dirty="0">
                <a:solidFill>
                  <a:srgbClr val="FFFFFF"/>
                </a:solidFill>
                <a:latin typeface="Liter" pitchFamily="34" charset="0"/>
                <a:ea typeface="Liter" pitchFamily="34" charset="-122"/>
                <a:cs typeface="Liter" pitchFamily="34" charset="-120"/>
              </a:rPr>
              <a:t>Real-Life Analogy</a:t>
            </a:r>
            <a:endParaRPr lang="en-US" sz="1600" dirty="0"/>
          </a:p>
        </p:txBody>
      </p:sp>
      <p:sp>
        <p:nvSpPr>
          <p:cNvPr id="24" name="Text 21"/>
          <p:cNvSpPr/>
          <p:nvPr/>
        </p:nvSpPr>
        <p:spPr>
          <a:xfrm>
            <a:off x="8763000" y="3873500"/>
            <a:ext cx="6350000" cy="508000"/>
          </a:xfrm>
          <a:prstGeom prst="rect">
            <a:avLst/>
          </a:prstGeom>
          <a:noFill/>
          <a:ln/>
        </p:spPr>
        <p:txBody>
          <a:bodyPr wrap="none" lIns="0" tIns="0" rIns="0" bIns="0" rtlCol="0" anchor="ctr"/>
          <a:lstStyle/>
          <a:p>
            <a:pPr algn="ctr">
              <a:lnSpc>
                <a:spcPct val="100000"/>
              </a:lnSpc>
            </a:pPr>
            <a:r>
              <a:rPr lang="en-US" sz="2800" b="1" dirty="0">
                <a:solidFill>
                  <a:srgbClr val="E9D5FF"/>
                </a:solidFill>
                <a:latin typeface="Liter" pitchFamily="34" charset="0"/>
                <a:ea typeface="Liter" pitchFamily="34" charset="-122"/>
                <a:cs typeface="Liter" pitchFamily="34" charset="-120"/>
              </a:rPr>
              <a:t>Human Skeleton = HTML</a:t>
            </a:r>
            <a:endParaRPr lang="en-US" sz="1600" dirty="0"/>
          </a:p>
        </p:txBody>
      </p:sp>
      <p:sp>
        <p:nvSpPr>
          <p:cNvPr id="25" name="Text 22"/>
          <p:cNvSpPr/>
          <p:nvPr/>
        </p:nvSpPr>
        <p:spPr>
          <a:xfrm>
            <a:off x="8763000" y="4572000"/>
            <a:ext cx="6350000" cy="1397000"/>
          </a:xfrm>
          <a:prstGeom prst="rect">
            <a:avLst/>
          </a:prstGeom>
          <a:noFill/>
          <a:ln/>
        </p:spPr>
        <p:txBody>
          <a:bodyPr wrap="square" lIns="0" tIns="0" rIns="0" bIns="0" rtlCol="0" anchor="t"/>
          <a:lstStyle/>
          <a:p>
            <a:pPr algn="ctr">
              <a:lnSpc>
                <a:spcPct val="160000"/>
              </a:lnSpc>
            </a:pPr>
            <a:r>
              <a:rPr lang="en-US" sz="1600" dirty="0">
                <a:solidFill>
                  <a:srgbClr val="E9D5FF"/>
                </a:solidFill>
                <a:latin typeface="Quattrocento Sans" pitchFamily="34" charset="0"/>
                <a:ea typeface="Quattrocento Sans" pitchFamily="34" charset="-122"/>
                <a:cs typeface="Quattrocento Sans" pitchFamily="34" charset="-120"/>
              </a:rPr>
              <a:t>Just as the skeleton provides the fundamental structure and support for the human body, HTML provides the basic structure and framework for every web page.</a:t>
            </a:r>
            <a:endParaRPr lang="en-US" sz="1600" dirty="0"/>
          </a:p>
        </p:txBody>
      </p:sp>
      <p:sp>
        <p:nvSpPr>
          <p:cNvPr id="26" name="Shape 23"/>
          <p:cNvSpPr/>
          <p:nvPr/>
        </p:nvSpPr>
        <p:spPr>
          <a:xfrm>
            <a:off x="762000" y="6731000"/>
            <a:ext cx="14732000" cy="1397000"/>
          </a:xfrm>
          <a:prstGeom prst="roundRect">
            <a:avLst>
              <a:gd name="adj" fmla="val 8000"/>
            </a:avLst>
          </a:prstGeom>
          <a:solidFill>
            <a:srgbClr val="1E1B2E"/>
          </a:solidFill>
          <a:ln/>
          <a:effectLst>
            <a:outerShdw blurRad="127000" dist="50800" dir="5400000" algn="bl" rotWithShape="0">
              <a:srgbClr val="1E1B2E">
                <a:alpha val="12549"/>
              </a:srgbClr>
            </a:outerShdw>
          </a:effectLst>
        </p:spPr>
        <p:txBody>
          <a:bodyPr/>
          <a:lstStyle/>
          <a:p>
            <a:endParaRPr lang="en-US"/>
          </a:p>
        </p:txBody>
      </p:sp>
      <p:sp>
        <p:nvSpPr>
          <p:cNvPr id="27" name="Text 24"/>
          <p:cNvSpPr/>
          <p:nvPr/>
        </p:nvSpPr>
        <p:spPr>
          <a:xfrm>
            <a:off x="1016000" y="6832600"/>
            <a:ext cx="2540000" cy="279400"/>
          </a:xfrm>
          <a:prstGeom prst="rect">
            <a:avLst/>
          </a:prstGeom>
          <a:noFill/>
          <a:ln/>
        </p:spPr>
        <p:txBody>
          <a:bodyPr wrap="none" lIns="0" tIns="0" rIns="0" bIns="0" rtlCol="0" anchor="ctr"/>
          <a:lstStyle/>
          <a:p>
            <a:pPr>
              <a:lnSpc>
                <a:spcPct val="100000"/>
              </a:lnSpc>
            </a:pPr>
            <a:r>
              <a:rPr lang="en-US" sz="1200" kern="0" spc="100" dirty="0">
                <a:solidFill>
                  <a:srgbClr val="A855F7"/>
                </a:solidFill>
                <a:latin typeface="Liter" pitchFamily="34" charset="0"/>
                <a:ea typeface="Liter" pitchFamily="34" charset="-122"/>
                <a:cs typeface="Liter" pitchFamily="34" charset="-120"/>
              </a:rPr>
              <a:t>HTML EXAMPLE</a:t>
            </a:r>
            <a:endParaRPr lang="en-US" sz="1600" dirty="0"/>
          </a:p>
        </p:txBody>
      </p:sp>
      <p:sp>
        <p:nvSpPr>
          <p:cNvPr id="28" name="Text 25"/>
          <p:cNvSpPr/>
          <p:nvPr/>
        </p:nvSpPr>
        <p:spPr>
          <a:xfrm>
            <a:off x="1016000" y="7112000"/>
            <a:ext cx="14224000" cy="1016000"/>
          </a:xfrm>
          <a:prstGeom prst="rect">
            <a:avLst/>
          </a:prstGeom>
          <a:noFill/>
          <a:ln/>
        </p:spPr>
        <p:txBody>
          <a:bodyPr wrap="square" lIns="0" tIns="0" rIns="0" bIns="0" rtlCol="0" anchor="t"/>
          <a:lstStyle/>
          <a:p>
            <a:pPr>
              <a:lnSpc>
                <a:spcPct val="150000"/>
              </a:lnSpc>
            </a:pPr>
            <a:r>
              <a:rPr lang="en-US" sz="1400" dirty="0">
                <a:solidFill>
                  <a:srgbClr val="A855F7"/>
                </a:solidFill>
                <a:latin typeface="Quattrocento Sans" pitchFamily="34" charset="0"/>
                <a:ea typeface="Quattrocento Sans" pitchFamily="34" charset="-122"/>
                <a:cs typeface="Quattrocento Sans" pitchFamily="34" charset="-120"/>
              </a:rPr>
              <a:t>&lt;!DOCTYPE html&gt;</a:t>
            </a:r>
            <a:r>
              <a:rPr lang="en-US" sz="1400" dirty="0">
                <a:solidFill>
                  <a:srgbClr val="E9D5FF"/>
                </a:solidFill>
                <a:latin typeface="Quattrocento Sans" pitchFamily="34" charset="0"/>
                <a:ea typeface="Quattrocento Sans" pitchFamily="34" charset="-122"/>
                <a:cs typeface="Quattrocento Sans" pitchFamily="34" charset="-120"/>
              </a:rPr>
              <a:t> </a:t>
            </a:r>
            <a:r>
              <a:rPr lang="en-US" sz="1400" dirty="0">
                <a:solidFill>
                  <a:srgbClr val="6B7280"/>
                </a:solidFill>
                <a:latin typeface="Quattrocento Sans" pitchFamily="34" charset="0"/>
                <a:ea typeface="Quattrocento Sans" pitchFamily="34" charset="-122"/>
                <a:cs typeface="Quattrocento Sans" pitchFamily="34" charset="-120"/>
              </a:rPr>
              <a:t>&lt;!-- Document declaration --&gt;</a:t>
            </a:r>
            <a:endParaRPr lang="en-US" sz="1600" dirty="0"/>
          </a:p>
          <a:p>
            <a:pPr>
              <a:lnSpc>
                <a:spcPct val="150000"/>
              </a:lnSpc>
            </a:pPr>
            <a:r>
              <a:rPr lang="en-US" sz="1400" dirty="0">
                <a:solidFill>
                  <a:srgbClr val="A855F7"/>
                </a:solidFill>
                <a:latin typeface="Quattrocento Sans" pitchFamily="34" charset="0"/>
                <a:ea typeface="Quattrocento Sans" pitchFamily="34" charset="-122"/>
                <a:cs typeface="Quattrocento Sans" pitchFamily="34" charset="-120"/>
              </a:rPr>
              <a:t>&lt;html&gt;&lt;head&gt;&lt;title&gt;</a:t>
            </a:r>
            <a:r>
              <a:rPr lang="en-US" sz="1400" dirty="0">
                <a:solidFill>
                  <a:srgbClr val="E9D5FF"/>
                </a:solidFill>
                <a:latin typeface="Quattrocento Sans" pitchFamily="34" charset="0"/>
                <a:ea typeface="Quattrocento Sans" pitchFamily="34" charset="-122"/>
                <a:cs typeface="Quattrocento Sans" pitchFamily="34" charset="-120"/>
              </a:rPr>
              <a:t>My Page</a:t>
            </a:r>
            <a:r>
              <a:rPr lang="en-US" sz="1400" dirty="0">
                <a:solidFill>
                  <a:srgbClr val="A855F7"/>
                </a:solidFill>
                <a:latin typeface="Quattrocento Sans" pitchFamily="34" charset="0"/>
                <a:ea typeface="Quattrocento Sans" pitchFamily="34" charset="-122"/>
                <a:cs typeface="Quattrocento Sans" pitchFamily="34" charset="-120"/>
              </a:rPr>
              <a:t>&lt;/title&gt;&lt;/head&gt;&lt;body&gt;</a:t>
            </a:r>
            <a:endParaRPr lang="en-US" sz="1600" dirty="0"/>
          </a:p>
          <a:p>
            <a:pPr>
              <a:lnSpc>
                <a:spcPct val="150000"/>
              </a:lnSpc>
            </a:pPr>
            <a:r>
              <a:rPr lang="en-US" sz="1400" dirty="0">
                <a:solidFill>
                  <a:srgbClr val="A855F7"/>
                </a:solidFill>
                <a:latin typeface="Quattrocento Sans" pitchFamily="34" charset="0"/>
                <a:ea typeface="Quattrocento Sans" pitchFamily="34" charset="-122"/>
                <a:cs typeface="Quattrocento Sans" pitchFamily="34" charset="-120"/>
              </a:rPr>
              <a:t>&lt;h1&gt;</a:t>
            </a:r>
            <a:r>
              <a:rPr lang="en-US" sz="1400" dirty="0">
                <a:solidFill>
                  <a:srgbClr val="E9D5FF"/>
                </a:solidFill>
                <a:latin typeface="Quattrocento Sans" pitchFamily="34" charset="0"/>
                <a:ea typeface="Quattrocento Sans" pitchFamily="34" charset="-122"/>
                <a:cs typeface="Quattrocento Sans" pitchFamily="34" charset="-120"/>
              </a:rPr>
              <a:t>Hello World</a:t>
            </a:r>
            <a:r>
              <a:rPr lang="en-US" sz="1400" dirty="0">
                <a:solidFill>
                  <a:srgbClr val="A855F7"/>
                </a:solidFill>
                <a:latin typeface="Quattrocento Sans" pitchFamily="34" charset="0"/>
                <a:ea typeface="Quattrocento Sans" pitchFamily="34" charset="-122"/>
                <a:cs typeface="Quattrocento Sans" pitchFamily="34" charset="-120"/>
              </a:rPr>
              <a:t>&lt;/h1&gt;&lt;p&gt;</a:t>
            </a:r>
            <a:r>
              <a:rPr lang="en-US" sz="1400" dirty="0">
                <a:solidFill>
                  <a:srgbClr val="E9D5FF"/>
                </a:solidFill>
                <a:latin typeface="Quattrocento Sans" pitchFamily="34" charset="0"/>
                <a:ea typeface="Quattrocento Sans" pitchFamily="34" charset="-122"/>
                <a:cs typeface="Quattrocento Sans" pitchFamily="34" charset="-120"/>
              </a:rPr>
              <a:t>Welcome to my website</a:t>
            </a:r>
            <a:r>
              <a:rPr lang="en-US" sz="1400" dirty="0">
                <a:solidFill>
                  <a:srgbClr val="A855F7"/>
                </a:solidFill>
                <a:latin typeface="Quattrocento Sans" pitchFamily="34" charset="0"/>
                <a:ea typeface="Quattrocento Sans" pitchFamily="34" charset="-122"/>
                <a:cs typeface="Quattrocento Sans" pitchFamily="34" charset="-120"/>
              </a:rPr>
              <a:t>&lt;/p&gt;&lt;/body&gt;&lt;/html&gt;</a:t>
            </a:r>
            <a:endParaRPr lang="en-US" sz="1600" dirty="0"/>
          </a:p>
        </p:txBody>
      </p:sp>
      <p:sp>
        <p:nvSpPr>
          <p:cNvPr id="29" name="Text 26"/>
          <p:cNvSpPr/>
          <p:nvPr/>
        </p:nvSpPr>
        <p:spPr>
          <a:xfrm>
            <a:off x="14986000" y="8636000"/>
            <a:ext cx="762000" cy="317500"/>
          </a:xfrm>
          <a:prstGeom prst="rect">
            <a:avLst/>
          </a:prstGeom>
          <a:noFill/>
          <a:ln/>
        </p:spPr>
        <p:txBody>
          <a:bodyPr wrap="none" lIns="0" tIns="0" rIns="0" bIns="0" rtlCol="0" anchor="ctr"/>
          <a:lstStyle/>
          <a:p>
            <a:pPr algn="r">
              <a:lnSpc>
                <a:spcPct val="100000"/>
              </a:lnSpc>
            </a:pPr>
            <a:r>
              <a:rPr lang="en-US" sz="1200" dirty="0">
                <a:solidFill>
                  <a:srgbClr val="D8B4FE"/>
                </a:solidFill>
                <a:latin typeface="Liter" pitchFamily="34" charset="0"/>
                <a:ea typeface="Liter" pitchFamily="34" charset="-122"/>
                <a:cs typeface="Liter" pitchFamily="34" charset="-120"/>
              </a:rPr>
              <a:t>04 / 15</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762000" y="508000"/>
            <a:ext cx="7620000" cy="508000"/>
          </a:xfrm>
          <a:prstGeom prst="rect">
            <a:avLst/>
          </a:prstGeom>
          <a:noFill/>
          <a:ln/>
        </p:spPr>
        <p:txBody>
          <a:bodyPr wrap="none" lIns="0" tIns="0" rIns="0" bIns="0" rtlCol="0" anchor="ctr"/>
          <a:lstStyle/>
          <a:p>
            <a:pPr>
              <a:lnSpc>
                <a:spcPct val="130000"/>
              </a:lnSpc>
            </a:pPr>
            <a:r>
              <a:rPr lang="en-US" sz="2800" b="1" dirty="0">
                <a:solidFill>
                  <a:srgbClr val="6B21A8"/>
                </a:solidFill>
                <a:latin typeface="Liter" pitchFamily="34" charset="0"/>
                <a:ea typeface="Liter" pitchFamily="34" charset="-122"/>
                <a:cs typeface="Liter" pitchFamily="34" charset="-120"/>
              </a:rPr>
              <a:t>Important HTML Elements</a:t>
            </a:r>
            <a:endParaRPr lang="en-US" sz="2800" dirty="0"/>
          </a:p>
        </p:txBody>
      </p:sp>
      <p:sp>
        <p:nvSpPr>
          <p:cNvPr id="4" name="Shape 1"/>
          <p:cNvSpPr/>
          <p:nvPr/>
        </p:nvSpPr>
        <p:spPr>
          <a:xfrm>
            <a:off x="762000" y="1079500"/>
            <a:ext cx="1016000" cy="50800"/>
          </a:xfrm>
          <a:prstGeom prst="rect">
            <a:avLst/>
          </a:prstGeom>
          <a:solidFill>
            <a:srgbClr val="6B21A8"/>
          </a:solidFill>
          <a:ln/>
        </p:spPr>
        <p:txBody>
          <a:bodyPr/>
          <a:lstStyle/>
          <a:p>
            <a:endParaRPr lang="en-US"/>
          </a:p>
        </p:txBody>
      </p:sp>
      <p:sp>
        <p:nvSpPr>
          <p:cNvPr id="5" name="Shape 2"/>
          <p:cNvSpPr/>
          <p:nvPr/>
        </p:nvSpPr>
        <p:spPr>
          <a:xfrm>
            <a:off x="762000" y="1460500"/>
            <a:ext cx="2692400" cy="2540000"/>
          </a:xfrm>
          <a:prstGeom prst="roundRect">
            <a:avLst>
              <a:gd name="adj" fmla="val 10000"/>
            </a:avLst>
          </a:prstGeom>
          <a:solidFill>
            <a:srgbClr val="FFFFFF">
              <a:alpha val="90196"/>
            </a:srgbClr>
          </a:solidFill>
          <a:ln w="12700">
            <a:solidFill>
              <a:srgbClr val="D8B4FE"/>
            </a:solidFill>
            <a:prstDash val="solid"/>
          </a:ln>
          <a:effectLst>
            <a:outerShdw blurRad="152400" dist="50800" dir="5400000" algn="bl" rotWithShape="0">
              <a:srgbClr val="6B21A8">
                <a:alpha val="6275"/>
              </a:srgbClr>
            </a:outerShdw>
          </a:effectLst>
        </p:spPr>
        <p:txBody>
          <a:bodyPr/>
          <a:lstStyle/>
          <a:p>
            <a:endParaRPr lang="en-US"/>
          </a:p>
        </p:txBody>
      </p:sp>
      <p:sp>
        <p:nvSpPr>
          <p:cNvPr id="6" name="Shape 3"/>
          <p:cNvSpPr/>
          <p:nvPr/>
        </p:nvSpPr>
        <p:spPr>
          <a:xfrm>
            <a:off x="1790700" y="1714500"/>
            <a:ext cx="635000" cy="635000"/>
          </a:xfrm>
          <a:custGeom>
            <a:avLst/>
            <a:gdLst/>
            <a:ahLst/>
            <a:cxnLst/>
            <a:rect l="l" t="t" r="r" b="b"/>
            <a:pathLst>
              <a:path w="635000" h="635000">
                <a:moveTo>
                  <a:pt x="49609" y="59531"/>
                </a:moveTo>
                <a:cubicBezTo>
                  <a:pt x="33114" y="59531"/>
                  <a:pt x="19844" y="72802"/>
                  <a:pt x="19844" y="89297"/>
                </a:cubicBezTo>
                <a:lnTo>
                  <a:pt x="19844" y="148828"/>
                </a:lnTo>
                <a:cubicBezTo>
                  <a:pt x="19844" y="165323"/>
                  <a:pt x="33114" y="178594"/>
                  <a:pt x="49609" y="178594"/>
                </a:cubicBezTo>
                <a:lnTo>
                  <a:pt x="109141" y="178594"/>
                </a:lnTo>
                <a:cubicBezTo>
                  <a:pt x="125636" y="178594"/>
                  <a:pt x="138906" y="165323"/>
                  <a:pt x="138906" y="148828"/>
                </a:cubicBezTo>
                <a:lnTo>
                  <a:pt x="138906" y="89297"/>
                </a:lnTo>
                <a:cubicBezTo>
                  <a:pt x="138906" y="72802"/>
                  <a:pt x="125636" y="59531"/>
                  <a:pt x="109141" y="59531"/>
                </a:cubicBezTo>
                <a:lnTo>
                  <a:pt x="49609" y="59531"/>
                </a:lnTo>
                <a:close/>
                <a:moveTo>
                  <a:pt x="238125" y="79375"/>
                </a:moveTo>
                <a:cubicBezTo>
                  <a:pt x="216173" y="79375"/>
                  <a:pt x="198438" y="97110"/>
                  <a:pt x="198438" y="119062"/>
                </a:cubicBezTo>
                <a:cubicBezTo>
                  <a:pt x="198438" y="141015"/>
                  <a:pt x="216173" y="158750"/>
                  <a:pt x="238125" y="158750"/>
                </a:cubicBezTo>
                <a:lnTo>
                  <a:pt x="595313" y="158750"/>
                </a:lnTo>
                <a:cubicBezTo>
                  <a:pt x="617265" y="158750"/>
                  <a:pt x="635000" y="141015"/>
                  <a:pt x="635000" y="119062"/>
                </a:cubicBezTo>
                <a:cubicBezTo>
                  <a:pt x="635000" y="97110"/>
                  <a:pt x="617265" y="79375"/>
                  <a:pt x="595313" y="79375"/>
                </a:cubicBezTo>
                <a:lnTo>
                  <a:pt x="238125" y="79375"/>
                </a:lnTo>
                <a:close/>
                <a:moveTo>
                  <a:pt x="238125" y="277813"/>
                </a:moveTo>
                <a:cubicBezTo>
                  <a:pt x="216173" y="277813"/>
                  <a:pt x="198438" y="295548"/>
                  <a:pt x="198438" y="317500"/>
                </a:cubicBezTo>
                <a:cubicBezTo>
                  <a:pt x="198438" y="339452"/>
                  <a:pt x="216173" y="357188"/>
                  <a:pt x="238125" y="357188"/>
                </a:cubicBezTo>
                <a:lnTo>
                  <a:pt x="595313" y="357188"/>
                </a:lnTo>
                <a:cubicBezTo>
                  <a:pt x="617265" y="357188"/>
                  <a:pt x="635000" y="339452"/>
                  <a:pt x="635000" y="317500"/>
                </a:cubicBezTo>
                <a:cubicBezTo>
                  <a:pt x="635000" y="295548"/>
                  <a:pt x="617265" y="277813"/>
                  <a:pt x="595313" y="277813"/>
                </a:cubicBezTo>
                <a:lnTo>
                  <a:pt x="238125" y="277813"/>
                </a:lnTo>
                <a:close/>
                <a:moveTo>
                  <a:pt x="238125" y="476250"/>
                </a:moveTo>
                <a:cubicBezTo>
                  <a:pt x="216173" y="476250"/>
                  <a:pt x="198438" y="493985"/>
                  <a:pt x="198438" y="515937"/>
                </a:cubicBezTo>
                <a:cubicBezTo>
                  <a:pt x="198438" y="537890"/>
                  <a:pt x="216173" y="555625"/>
                  <a:pt x="238125" y="555625"/>
                </a:cubicBezTo>
                <a:lnTo>
                  <a:pt x="595313" y="555625"/>
                </a:lnTo>
                <a:cubicBezTo>
                  <a:pt x="617265" y="555625"/>
                  <a:pt x="635000" y="537890"/>
                  <a:pt x="635000" y="515937"/>
                </a:cubicBezTo>
                <a:cubicBezTo>
                  <a:pt x="635000" y="493985"/>
                  <a:pt x="617265" y="476250"/>
                  <a:pt x="595313" y="476250"/>
                </a:cubicBezTo>
                <a:lnTo>
                  <a:pt x="238125" y="476250"/>
                </a:lnTo>
                <a:close/>
                <a:moveTo>
                  <a:pt x="19844" y="287734"/>
                </a:moveTo>
                <a:lnTo>
                  <a:pt x="19844" y="347266"/>
                </a:lnTo>
                <a:cubicBezTo>
                  <a:pt x="19844" y="363761"/>
                  <a:pt x="33114" y="377031"/>
                  <a:pt x="49609" y="377031"/>
                </a:cubicBezTo>
                <a:lnTo>
                  <a:pt x="109141" y="377031"/>
                </a:lnTo>
                <a:cubicBezTo>
                  <a:pt x="125636" y="377031"/>
                  <a:pt x="138906" y="363761"/>
                  <a:pt x="138906" y="347266"/>
                </a:cubicBezTo>
                <a:lnTo>
                  <a:pt x="138906" y="287734"/>
                </a:lnTo>
                <a:cubicBezTo>
                  <a:pt x="138906" y="271239"/>
                  <a:pt x="125636" y="257969"/>
                  <a:pt x="109141" y="257969"/>
                </a:cubicBezTo>
                <a:lnTo>
                  <a:pt x="49609" y="257969"/>
                </a:lnTo>
                <a:cubicBezTo>
                  <a:pt x="33114" y="257969"/>
                  <a:pt x="19844" y="271239"/>
                  <a:pt x="19844" y="287734"/>
                </a:cubicBezTo>
                <a:close/>
                <a:moveTo>
                  <a:pt x="49609" y="456406"/>
                </a:moveTo>
                <a:cubicBezTo>
                  <a:pt x="33114" y="456406"/>
                  <a:pt x="19844" y="469677"/>
                  <a:pt x="19844" y="486172"/>
                </a:cubicBezTo>
                <a:lnTo>
                  <a:pt x="19844" y="545703"/>
                </a:lnTo>
                <a:cubicBezTo>
                  <a:pt x="19844" y="562198"/>
                  <a:pt x="33114" y="575469"/>
                  <a:pt x="49609" y="575469"/>
                </a:cubicBezTo>
                <a:lnTo>
                  <a:pt x="109141" y="575469"/>
                </a:lnTo>
                <a:cubicBezTo>
                  <a:pt x="125636" y="575469"/>
                  <a:pt x="138906" y="562198"/>
                  <a:pt x="138906" y="545703"/>
                </a:cubicBezTo>
                <a:lnTo>
                  <a:pt x="138906" y="486172"/>
                </a:lnTo>
                <a:cubicBezTo>
                  <a:pt x="138906" y="469677"/>
                  <a:pt x="125636" y="456406"/>
                  <a:pt x="109141" y="456406"/>
                </a:cubicBezTo>
                <a:lnTo>
                  <a:pt x="49609" y="456406"/>
                </a:lnTo>
                <a:close/>
              </a:path>
            </a:pathLst>
          </a:custGeom>
          <a:solidFill>
            <a:srgbClr val="6B21A8"/>
          </a:solidFill>
          <a:ln/>
        </p:spPr>
        <p:txBody>
          <a:bodyPr/>
          <a:lstStyle/>
          <a:p>
            <a:endParaRPr lang="en-US"/>
          </a:p>
        </p:txBody>
      </p:sp>
      <p:sp>
        <p:nvSpPr>
          <p:cNvPr id="7" name="Text 4"/>
          <p:cNvSpPr/>
          <p:nvPr/>
        </p:nvSpPr>
        <p:spPr>
          <a:xfrm>
            <a:off x="762000" y="2476500"/>
            <a:ext cx="2692400" cy="355600"/>
          </a:xfrm>
          <a:prstGeom prst="rect">
            <a:avLst/>
          </a:prstGeom>
          <a:noFill/>
          <a:ln/>
        </p:spPr>
        <p:txBody>
          <a:bodyPr wrap="none" lIns="0" tIns="0" rIns="0" bIns="0" rtlCol="0" anchor="ctr"/>
          <a:lstStyle/>
          <a:p>
            <a:pPr algn="ctr">
              <a:lnSpc>
                <a:spcPct val="100000"/>
              </a:lnSpc>
            </a:pPr>
            <a:r>
              <a:rPr lang="en-US" sz="1800" b="1" dirty="0">
                <a:solidFill>
                  <a:srgbClr val="6B21A8"/>
                </a:solidFill>
                <a:latin typeface="Liter" pitchFamily="34" charset="0"/>
                <a:ea typeface="Liter" pitchFamily="34" charset="-122"/>
                <a:cs typeface="Liter" pitchFamily="34" charset="-120"/>
              </a:rPr>
              <a:t>Lists</a:t>
            </a:r>
            <a:endParaRPr lang="en-US" sz="1600" dirty="0"/>
          </a:p>
        </p:txBody>
      </p:sp>
      <p:sp>
        <p:nvSpPr>
          <p:cNvPr id="8" name="Text 5"/>
          <p:cNvSpPr/>
          <p:nvPr/>
        </p:nvSpPr>
        <p:spPr>
          <a:xfrm>
            <a:off x="889000" y="2857500"/>
            <a:ext cx="2438400" cy="889000"/>
          </a:xfrm>
          <a:prstGeom prst="rect">
            <a:avLst/>
          </a:prstGeom>
          <a:noFill/>
          <a:ln/>
        </p:spPr>
        <p:txBody>
          <a:bodyPr wrap="square" lIns="0" tIns="0" rIns="0" bIns="0" rtlCol="0" anchor="t"/>
          <a:lstStyle/>
          <a:p>
            <a:pPr algn="ctr">
              <a:lnSpc>
                <a:spcPct val="140000"/>
              </a:lnSpc>
            </a:pPr>
            <a:r>
              <a:rPr lang="en-US" sz="1400" dirty="0">
                <a:solidFill>
                  <a:srgbClr val="6B7280"/>
                </a:solidFill>
                <a:latin typeface="Quattrocento Sans" pitchFamily="34" charset="0"/>
                <a:ea typeface="Quattrocento Sans" pitchFamily="34" charset="-122"/>
                <a:cs typeface="Quattrocento Sans" pitchFamily="34" charset="-120"/>
              </a:rPr>
              <a:t>Ordered &amp; unordered lists for organizing content</a:t>
            </a:r>
            <a:endParaRPr lang="en-US" sz="1600" dirty="0"/>
          </a:p>
        </p:txBody>
      </p:sp>
      <p:sp>
        <p:nvSpPr>
          <p:cNvPr id="9" name="Shape 6"/>
          <p:cNvSpPr/>
          <p:nvPr/>
        </p:nvSpPr>
        <p:spPr>
          <a:xfrm>
            <a:off x="3771900" y="1460500"/>
            <a:ext cx="2692400" cy="2540000"/>
          </a:xfrm>
          <a:prstGeom prst="roundRect">
            <a:avLst>
              <a:gd name="adj" fmla="val 10000"/>
            </a:avLst>
          </a:prstGeom>
          <a:solidFill>
            <a:srgbClr val="FFFFFF">
              <a:alpha val="90196"/>
            </a:srgbClr>
          </a:solidFill>
          <a:ln w="12700">
            <a:solidFill>
              <a:srgbClr val="D8B4FE"/>
            </a:solidFill>
            <a:prstDash val="solid"/>
          </a:ln>
          <a:effectLst>
            <a:outerShdw blurRad="152400" dist="50800" dir="5400000" algn="bl" rotWithShape="0">
              <a:srgbClr val="6B21A8">
                <a:alpha val="6275"/>
              </a:srgbClr>
            </a:outerShdw>
          </a:effectLst>
        </p:spPr>
        <p:txBody>
          <a:bodyPr/>
          <a:lstStyle/>
          <a:p>
            <a:endParaRPr lang="en-US"/>
          </a:p>
        </p:txBody>
      </p:sp>
      <p:sp>
        <p:nvSpPr>
          <p:cNvPr id="10" name="Shape 7"/>
          <p:cNvSpPr/>
          <p:nvPr/>
        </p:nvSpPr>
        <p:spPr>
          <a:xfrm>
            <a:off x="4840288" y="1714500"/>
            <a:ext cx="555625" cy="635000"/>
          </a:xfrm>
          <a:custGeom>
            <a:avLst/>
            <a:gdLst/>
            <a:ahLst/>
            <a:cxnLst/>
            <a:rect l="l" t="t" r="r" b="b"/>
            <a:pathLst>
              <a:path w="555625" h="635000">
                <a:moveTo>
                  <a:pt x="317500" y="198438"/>
                </a:moveTo>
                <a:lnTo>
                  <a:pt x="317500" y="317500"/>
                </a:lnTo>
                <a:lnTo>
                  <a:pt x="476250" y="317500"/>
                </a:lnTo>
                <a:lnTo>
                  <a:pt x="476250" y="198438"/>
                </a:lnTo>
                <a:lnTo>
                  <a:pt x="317500" y="198438"/>
                </a:lnTo>
                <a:close/>
                <a:moveTo>
                  <a:pt x="238125" y="198438"/>
                </a:moveTo>
                <a:lnTo>
                  <a:pt x="79375" y="198438"/>
                </a:lnTo>
                <a:lnTo>
                  <a:pt x="79375" y="317500"/>
                </a:lnTo>
                <a:lnTo>
                  <a:pt x="238125" y="317500"/>
                </a:lnTo>
                <a:lnTo>
                  <a:pt x="238125" y="198438"/>
                </a:lnTo>
                <a:close/>
                <a:moveTo>
                  <a:pt x="0" y="396875"/>
                </a:moveTo>
                <a:lnTo>
                  <a:pt x="0" y="119062"/>
                </a:lnTo>
                <a:cubicBezTo>
                  <a:pt x="0" y="75282"/>
                  <a:pt x="35595" y="39688"/>
                  <a:pt x="79375" y="39688"/>
                </a:cubicBezTo>
                <a:lnTo>
                  <a:pt x="476250" y="39688"/>
                </a:lnTo>
                <a:cubicBezTo>
                  <a:pt x="520030" y="39688"/>
                  <a:pt x="555625" y="75282"/>
                  <a:pt x="555625" y="119062"/>
                </a:cubicBezTo>
                <a:lnTo>
                  <a:pt x="555625" y="515937"/>
                </a:lnTo>
                <a:cubicBezTo>
                  <a:pt x="555625" y="559718"/>
                  <a:pt x="520030" y="595313"/>
                  <a:pt x="476250" y="595313"/>
                </a:cubicBezTo>
                <a:lnTo>
                  <a:pt x="79375" y="595313"/>
                </a:lnTo>
                <a:cubicBezTo>
                  <a:pt x="35595" y="595313"/>
                  <a:pt x="0" y="559718"/>
                  <a:pt x="0" y="515937"/>
                </a:cubicBezTo>
                <a:lnTo>
                  <a:pt x="0" y="396875"/>
                </a:lnTo>
                <a:close/>
                <a:moveTo>
                  <a:pt x="476250" y="396875"/>
                </a:moveTo>
                <a:lnTo>
                  <a:pt x="317500" y="396875"/>
                </a:lnTo>
                <a:lnTo>
                  <a:pt x="317500" y="515937"/>
                </a:lnTo>
                <a:lnTo>
                  <a:pt x="476250" y="515937"/>
                </a:lnTo>
                <a:lnTo>
                  <a:pt x="476250" y="396875"/>
                </a:lnTo>
                <a:close/>
                <a:moveTo>
                  <a:pt x="238125" y="515937"/>
                </a:moveTo>
                <a:lnTo>
                  <a:pt x="238125" y="396875"/>
                </a:lnTo>
                <a:lnTo>
                  <a:pt x="79375" y="396875"/>
                </a:lnTo>
                <a:lnTo>
                  <a:pt x="79375" y="515937"/>
                </a:lnTo>
                <a:lnTo>
                  <a:pt x="238125" y="515937"/>
                </a:lnTo>
                <a:close/>
              </a:path>
            </a:pathLst>
          </a:custGeom>
          <a:solidFill>
            <a:srgbClr val="6B21A8"/>
          </a:solidFill>
          <a:ln/>
        </p:spPr>
        <p:txBody>
          <a:bodyPr/>
          <a:lstStyle/>
          <a:p>
            <a:endParaRPr lang="en-US"/>
          </a:p>
        </p:txBody>
      </p:sp>
      <p:sp>
        <p:nvSpPr>
          <p:cNvPr id="11" name="Text 8"/>
          <p:cNvSpPr/>
          <p:nvPr/>
        </p:nvSpPr>
        <p:spPr>
          <a:xfrm>
            <a:off x="3771900" y="2476500"/>
            <a:ext cx="2692400" cy="355600"/>
          </a:xfrm>
          <a:prstGeom prst="rect">
            <a:avLst/>
          </a:prstGeom>
          <a:noFill/>
          <a:ln/>
        </p:spPr>
        <p:txBody>
          <a:bodyPr wrap="none" lIns="0" tIns="0" rIns="0" bIns="0" rtlCol="0" anchor="ctr"/>
          <a:lstStyle/>
          <a:p>
            <a:pPr algn="ctr">
              <a:lnSpc>
                <a:spcPct val="100000"/>
              </a:lnSpc>
            </a:pPr>
            <a:r>
              <a:rPr lang="en-US" sz="1800" b="1" dirty="0">
                <a:solidFill>
                  <a:srgbClr val="6B21A8"/>
                </a:solidFill>
                <a:latin typeface="Liter" pitchFamily="34" charset="0"/>
                <a:ea typeface="Liter" pitchFamily="34" charset="-122"/>
                <a:cs typeface="Liter" pitchFamily="34" charset="-120"/>
              </a:rPr>
              <a:t>Tables</a:t>
            </a:r>
            <a:endParaRPr lang="en-US" sz="1600" dirty="0"/>
          </a:p>
        </p:txBody>
      </p:sp>
      <p:sp>
        <p:nvSpPr>
          <p:cNvPr id="12" name="Text 9"/>
          <p:cNvSpPr/>
          <p:nvPr/>
        </p:nvSpPr>
        <p:spPr>
          <a:xfrm>
            <a:off x="3898900" y="2857500"/>
            <a:ext cx="2438400" cy="889000"/>
          </a:xfrm>
          <a:prstGeom prst="rect">
            <a:avLst/>
          </a:prstGeom>
          <a:noFill/>
          <a:ln/>
        </p:spPr>
        <p:txBody>
          <a:bodyPr wrap="square" lIns="0" tIns="0" rIns="0" bIns="0" rtlCol="0" anchor="t"/>
          <a:lstStyle/>
          <a:p>
            <a:pPr algn="ctr">
              <a:lnSpc>
                <a:spcPct val="140000"/>
              </a:lnSpc>
            </a:pPr>
            <a:r>
              <a:rPr lang="en-US" sz="1400" dirty="0">
                <a:solidFill>
                  <a:srgbClr val="6B7280"/>
                </a:solidFill>
                <a:latin typeface="Quattrocento Sans" pitchFamily="34" charset="0"/>
                <a:ea typeface="Quattrocento Sans" pitchFamily="34" charset="-122"/>
                <a:cs typeface="Quattrocento Sans" pitchFamily="34" charset="-120"/>
              </a:rPr>
              <a:t>Display data in rows and columns format</a:t>
            </a:r>
            <a:endParaRPr lang="en-US" sz="1600" dirty="0"/>
          </a:p>
        </p:txBody>
      </p:sp>
      <p:sp>
        <p:nvSpPr>
          <p:cNvPr id="13" name="Shape 10"/>
          <p:cNvSpPr/>
          <p:nvPr/>
        </p:nvSpPr>
        <p:spPr>
          <a:xfrm>
            <a:off x="6781800" y="1460500"/>
            <a:ext cx="2692400" cy="2540000"/>
          </a:xfrm>
          <a:prstGeom prst="roundRect">
            <a:avLst>
              <a:gd name="adj" fmla="val 10000"/>
            </a:avLst>
          </a:prstGeom>
          <a:solidFill>
            <a:srgbClr val="FFFFFF">
              <a:alpha val="90196"/>
            </a:srgbClr>
          </a:solidFill>
          <a:ln w="12700">
            <a:solidFill>
              <a:srgbClr val="D8B4FE"/>
            </a:solidFill>
            <a:prstDash val="solid"/>
          </a:ln>
          <a:effectLst>
            <a:outerShdw blurRad="152400" dist="50800" dir="5400000" algn="bl" rotWithShape="0">
              <a:srgbClr val="6B21A8">
                <a:alpha val="6275"/>
              </a:srgbClr>
            </a:outerShdw>
          </a:effectLst>
        </p:spPr>
        <p:txBody>
          <a:bodyPr/>
          <a:lstStyle/>
          <a:p>
            <a:endParaRPr lang="en-US"/>
          </a:p>
        </p:txBody>
      </p:sp>
      <p:sp>
        <p:nvSpPr>
          <p:cNvPr id="14" name="Shape 11"/>
          <p:cNvSpPr/>
          <p:nvPr/>
        </p:nvSpPr>
        <p:spPr>
          <a:xfrm>
            <a:off x="7770813" y="1714500"/>
            <a:ext cx="714375" cy="635000"/>
          </a:xfrm>
          <a:custGeom>
            <a:avLst/>
            <a:gdLst/>
            <a:ahLst/>
            <a:cxnLst/>
            <a:rect l="l" t="t" r="r" b="b"/>
            <a:pathLst>
              <a:path w="714375" h="635000">
                <a:moveTo>
                  <a:pt x="79375" y="79375"/>
                </a:moveTo>
                <a:cubicBezTo>
                  <a:pt x="35595" y="79375"/>
                  <a:pt x="0" y="114970"/>
                  <a:pt x="0" y="158750"/>
                </a:cubicBezTo>
                <a:lnTo>
                  <a:pt x="0" y="476250"/>
                </a:lnTo>
                <a:cubicBezTo>
                  <a:pt x="0" y="520030"/>
                  <a:pt x="35595" y="555625"/>
                  <a:pt x="79375" y="555625"/>
                </a:cubicBezTo>
                <a:lnTo>
                  <a:pt x="635000" y="555625"/>
                </a:lnTo>
                <a:cubicBezTo>
                  <a:pt x="678780" y="555625"/>
                  <a:pt x="714375" y="520030"/>
                  <a:pt x="714375" y="476250"/>
                </a:cubicBezTo>
                <a:lnTo>
                  <a:pt x="714375" y="158750"/>
                </a:lnTo>
                <a:cubicBezTo>
                  <a:pt x="714375" y="114970"/>
                  <a:pt x="678780" y="79375"/>
                  <a:pt x="635000" y="79375"/>
                </a:cubicBezTo>
                <a:lnTo>
                  <a:pt x="79375" y="79375"/>
                </a:lnTo>
                <a:close/>
                <a:moveTo>
                  <a:pt x="99219" y="158750"/>
                </a:moveTo>
                <a:lnTo>
                  <a:pt x="138906" y="158750"/>
                </a:lnTo>
                <a:cubicBezTo>
                  <a:pt x="149820" y="158750"/>
                  <a:pt x="158750" y="167680"/>
                  <a:pt x="158750" y="178594"/>
                </a:cubicBezTo>
                <a:lnTo>
                  <a:pt x="158750" y="218281"/>
                </a:lnTo>
                <a:cubicBezTo>
                  <a:pt x="158750" y="229195"/>
                  <a:pt x="149820" y="238125"/>
                  <a:pt x="138906" y="238125"/>
                </a:cubicBezTo>
                <a:lnTo>
                  <a:pt x="99219" y="238125"/>
                </a:lnTo>
                <a:cubicBezTo>
                  <a:pt x="88305" y="238125"/>
                  <a:pt x="79375" y="229195"/>
                  <a:pt x="79375" y="218281"/>
                </a:cubicBezTo>
                <a:lnTo>
                  <a:pt x="79375" y="178594"/>
                </a:lnTo>
                <a:cubicBezTo>
                  <a:pt x="79375" y="167680"/>
                  <a:pt x="88305" y="158750"/>
                  <a:pt x="99219" y="158750"/>
                </a:cubicBezTo>
                <a:close/>
                <a:moveTo>
                  <a:pt x="79375" y="297656"/>
                </a:moveTo>
                <a:cubicBezTo>
                  <a:pt x="79375" y="286742"/>
                  <a:pt x="88305" y="277813"/>
                  <a:pt x="99219" y="277813"/>
                </a:cubicBezTo>
                <a:lnTo>
                  <a:pt x="138906" y="277813"/>
                </a:lnTo>
                <a:cubicBezTo>
                  <a:pt x="149820" y="277813"/>
                  <a:pt x="158750" y="286742"/>
                  <a:pt x="158750" y="297656"/>
                </a:cubicBezTo>
                <a:lnTo>
                  <a:pt x="158750" y="337344"/>
                </a:lnTo>
                <a:cubicBezTo>
                  <a:pt x="158750" y="348258"/>
                  <a:pt x="149820" y="357188"/>
                  <a:pt x="138906" y="357188"/>
                </a:cubicBezTo>
                <a:lnTo>
                  <a:pt x="99219" y="357188"/>
                </a:lnTo>
                <a:cubicBezTo>
                  <a:pt x="88305" y="357188"/>
                  <a:pt x="79375" y="348258"/>
                  <a:pt x="79375" y="337344"/>
                </a:cubicBezTo>
                <a:lnTo>
                  <a:pt x="79375" y="297656"/>
                </a:lnTo>
                <a:close/>
                <a:moveTo>
                  <a:pt x="218281" y="158750"/>
                </a:moveTo>
                <a:lnTo>
                  <a:pt x="257969" y="158750"/>
                </a:lnTo>
                <a:cubicBezTo>
                  <a:pt x="268883" y="158750"/>
                  <a:pt x="277813" y="167680"/>
                  <a:pt x="277813" y="178594"/>
                </a:cubicBezTo>
                <a:lnTo>
                  <a:pt x="277813" y="218281"/>
                </a:lnTo>
                <a:cubicBezTo>
                  <a:pt x="277813" y="229195"/>
                  <a:pt x="268883" y="238125"/>
                  <a:pt x="257969" y="238125"/>
                </a:cubicBezTo>
                <a:lnTo>
                  <a:pt x="218281" y="238125"/>
                </a:lnTo>
                <a:cubicBezTo>
                  <a:pt x="207367" y="238125"/>
                  <a:pt x="198438" y="229195"/>
                  <a:pt x="198438" y="218281"/>
                </a:cubicBezTo>
                <a:lnTo>
                  <a:pt x="198438" y="178594"/>
                </a:lnTo>
                <a:cubicBezTo>
                  <a:pt x="198438" y="167680"/>
                  <a:pt x="207367" y="158750"/>
                  <a:pt x="218281" y="158750"/>
                </a:cubicBezTo>
                <a:close/>
                <a:moveTo>
                  <a:pt x="198438" y="297656"/>
                </a:moveTo>
                <a:cubicBezTo>
                  <a:pt x="198438" y="286742"/>
                  <a:pt x="207367" y="277813"/>
                  <a:pt x="218281" y="277813"/>
                </a:cubicBezTo>
                <a:lnTo>
                  <a:pt x="257969" y="277813"/>
                </a:lnTo>
                <a:cubicBezTo>
                  <a:pt x="268883" y="277813"/>
                  <a:pt x="277813" y="286742"/>
                  <a:pt x="277813" y="297656"/>
                </a:cubicBezTo>
                <a:lnTo>
                  <a:pt x="277813" y="337344"/>
                </a:lnTo>
                <a:cubicBezTo>
                  <a:pt x="277813" y="348258"/>
                  <a:pt x="268883" y="357188"/>
                  <a:pt x="257969" y="357188"/>
                </a:cubicBezTo>
                <a:lnTo>
                  <a:pt x="218281" y="357188"/>
                </a:lnTo>
                <a:cubicBezTo>
                  <a:pt x="207367" y="357188"/>
                  <a:pt x="198438" y="348258"/>
                  <a:pt x="198438" y="337344"/>
                </a:cubicBezTo>
                <a:lnTo>
                  <a:pt x="198438" y="297656"/>
                </a:lnTo>
                <a:close/>
                <a:moveTo>
                  <a:pt x="218281" y="396875"/>
                </a:moveTo>
                <a:lnTo>
                  <a:pt x="496094" y="396875"/>
                </a:lnTo>
                <a:cubicBezTo>
                  <a:pt x="507008" y="396875"/>
                  <a:pt x="515937" y="405805"/>
                  <a:pt x="515937" y="416719"/>
                </a:cubicBezTo>
                <a:lnTo>
                  <a:pt x="515937" y="456406"/>
                </a:lnTo>
                <a:cubicBezTo>
                  <a:pt x="515937" y="467320"/>
                  <a:pt x="507008" y="476250"/>
                  <a:pt x="496094" y="476250"/>
                </a:cubicBezTo>
                <a:lnTo>
                  <a:pt x="218281" y="476250"/>
                </a:lnTo>
                <a:cubicBezTo>
                  <a:pt x="207367" y="476250"/>
                  <a:pt x="198438" y="467320"/>
                  <a:pt x="198438" y="456406"/>
                </a:cubicBezTo>
                <a:lnTo>
                  <a:pt x="198438" y="416719"/>
                </a:lnTo>
                <a:cubicBezTo>
                  <a:pt x="198438" y="405805"/>
                  <a:pt x="207367" y="396875"/>
                  <a:pt x="218281" y="396875"/>
                </a:cubicBezTo>
                <a:close/>
                <a:moveTo>
                  <a:pt x="317500" y="178594"/>
                </a:moveTo>
                <a:cubicBezTo>
                  <a:pt x="317500" y="167680"/>
                  <a:pt x="326430" y="158750"/>
                  <a:pt x="337344" y="158750"/>
                </a:cubicBezTo>
                <a:lnTo>
                  <a:pt x="377031" y="158750"/>
                </a:lnTo>
                <a:cubicBezTo>
                  <a:pt x="387945" y="158750"/>
                  <a:pt x="396875" y="167680"/>
                  <a:pt x="396875" y="178594"/>
                </a:cubicBezTo>
                <a:lnTo>
                  <a:pt x="396875" y="218281"/>
                </a:lnTo>
                <a:cubicBezTo>
                  <a:pt x="396875" y="229195"/>
                  <a:pt x="387945" y="238125"/>
                  <a:pt x="377031" y="238125"/>
                </a:cubicBezTo>
                <a:lnTo>
                  <a:pt x="337344" y="238125"/>
                </a:lnTo>
                <a:cubicBezTo>
                  <a:pt x="326430" y="238125"/>
                  <a:pt x="317500" y="229195"/>
                  <a:pt x="317500" y="218281"/>
                </a:cubicBezTo>
                <a:lnTo>
                  <a:pt x="317500" y="178594"/>
                </a:lnTo>
                <a:close/>
                <a:moveTo>
                  <a:pt x="337344" y="277813"/>
                </a:moveTo>
                <a:lnTo>
                  <a:pt x="377031" y="277813"/>
                </a:lnTo>
                <a:cubicBezTo>
                  <a:pt x="387945" y="277813"/>
                  <a:pt x="396875" y="286742"/>
                  <a:pt x="396875" y="297656"/>
                </a:cubicBezTo>
                <a:lnTo>
                  <a:pt x="396875" y="337344"/>
                </a:lnTo>
                <a:cubicBezTo>
                  <a:pt x="396875" y="348258"/>
                  <a:pt x="387945" y="357188"/>
                  <a:pt x="377031" y="357188"/>
                </a:cubicBezTo>
                <a:lnTo>
                  <a:pt x="337344" y="357188"/>
                </a:lnTo>
                <a:cubicBezTo>
                  <a:pt x="326430" y="357188"/>
                  <a:pt x="317500" y="348258"/>
                  <a:pt x="317500" y="337344"/>
                </a:cubicBezTo>
                <a:lnTo>
                  <a:pt x="317500" y="297656"/>
                </a:lnTo>
                <a:cubicBezTo>
                  <a:pt x="317500" y="286742"/>
                  <a:pt x="326430" y="277813"/>
                  <a:pt x="337344" y="277813"/>
                </a:cubicBezTo>
                <a:close/>
                <a:moveTo>
                  <a:pt x="436563" y="178594"/>
                </a:moveTo>
                <a:cubicBezTo>
                  <a:pt x="436563" y="167680"/>
                  <a:pt x="445492" y="158750"/>
                  <a:pt x="456406" y="158750"/>
                </a:cubicBezTo>
                <a:lnTo>
                  <a:pt x="496094" y="158750"/>
                </a:lnTo>
                <a:cubicBezTo>
                  <a:pt x="507008" y="158750"/>
                  <a:pt x="515937" y="167680"/>
                  <a:pt x="515937" y="178594"/>
                </a:cubicBezTo>
                <a:lnTo>
                  <a:pt x="515937" y="218281"/>
                </a:lnTo>
                <a:cubicBezTo>
                  <a:pt x="515937" y="229195"/>
                  <a:pt x="507008" y="238125"/>
                  <a:pt x="496094" y="238125"/>
                </a:cubicBezTo>
                <a:lnTo>
                  <a:pt x="456406" y="238125"/>
                </a:lnTo>
                <a:cubicBezTo>
                  <a:pt x="445492" y="238125"/>
                  <a:pt x="436563" y="229195"/>
                  <a:pt x="436563" y="218281"/>
                </a:cubicBezTo>
                <a:lnTo>
                  <a:pt x="436563" y="178594"/>
                </a:lnTo>
                <a:close/>
                <a:moveTo>
                  <a:pt x="456406" y="277813"/>
                </a:moveTo>
                <a:lnTo>
                  <a:pt x="496094" y="277813"/>
                </a:lnTo>
                <a:cubicBezTo>
                  <a:pt x="507008" y="277813"/>
                  <a:pt x="515937" y="286742"/>
                  <a:pt x="515937" y="297656"/>
                </a:cubicBezTo>
                <a:lnTo>
                  <a:pt x="515937" y="337344"/>
                </a:lnTo>
                <a:cubicBezTo>
                  <a:pt x="515937" y="348258"/>
                  <a:pt x="507008" y="357188"/>
                  <a:pt x="496094" y="357188"/>
                </a:cubicBezTo>
                <a:lnTo>
                  <a:pt x="456406" y="357188"/>
                </a:lnTo>
                <a:cubicBezTo>
                  <a:pt x="445492" y="357188"/>
                  <a:pt x="436563" y="348258"/>
                  <a:pt x="436563" y="337344"/>
                </a:cubicBezTo>
                <a:lnTo>
                  <a:pt x="436563" y="297656"/>
                </a:lnTo>
                <a:cubicBezTo>
                  <a:pt x="436563" y="286742"/>
                  <a:pt x="445492" y="277813"/>
                  <a:pt x="456406" y="277813"/>
                </a:cubicBezTo>
                <a:close/>
                <a:moveTo>
                  <a:pt x="555625" y="178594"/>
                </a:moveTo>
                <a:cubicBezTo>
                  <a:pt x="555625" y="167680"/>
                  <a:pt x="564555" y="158750"/>
                  <a:pt x="575469" y="158750"/>
                </a:cubicBezTo>
                <a:lnTo>
                  <a:pt x="615156" y="158750"/>
                </a:lnTo>
                <a:cubicBezTo>
                  <a:pt x="626070" y="158750"/>
                  <a:pt x="635000" y="167680"/>
                  <a:pt x="635000" y="178594"/>
                </a:cubicBezTo>
                <a:lnTo>
                  <a:pt x="635000" y="218281"/>
                </a:lnTo>
                <a:cubicBezTo>
                  <a:pt x="635000" y="229195"/>
                  <a:pt x="626070" y="238125"/>
                  <a:pt x="615156" y="238125"/>
                </a:cubicBezTo>
                <a:lnTo>
                  <a:pt x="575469" y="238125"/>
                </a:lnTo>
                <a:cubicBezTo>
                  <a:pt x="564555" y="238125"/>
                  <a:pt x="555625" y="229195"/>
                  <a:pt x="555625" y="218281"/>
                </a:cubicBezTo>
                <a:lnTo>
                  <a:pt x="555625" y="178594"/>
                </a:lnTo>
                <a:close/>
                <a:moveTo>
                  <a:pt x="575469" y="277813"/>
                </a:moveTo>
                <a:lnTo>
                  <a:pt x="615156" y="277813"/>
                </a:lnTo>
                <a:cubicBezTo>
                  <a:pt x="626070" y="277813"/>
                  <a:pt x="635000" y="286742"/>
                  <a:pt x="635000" y="297656"/>
                </a:cubicBezTo>
                <a:lnTo>
                  <a:pt x="635000" y="337344"/>
                </a:lnTo>
                <a:cubicBezTo>
                  <a:pt x="635000" y="348258"/>
                  <a:pt x="626070" y="357188"/>
                  <a:pt x="615156" y="357188"/>
                </a:cubicBezTo>
                <a:lnTo>
                  <a:pt x="575469" y="357188"/>
                </a:lnTo>
                <a:cubicBezTo>
                  <a:pt x="564555" y="357188"/>
                  <a:pt x="555625" y="348258"/>
                  <a:pt x="555625" y="337344"/>
                </a:cubicBezTo>
                <a:lnTo>
                  <a:pt x="555625" y="297656"/>
                </a:lnTo>
                <a:cubicBezTo>
                  <a:pt x="555625" y="286742"/>
                  <a:pt x="564555" y="277813"/>
                  <a:pt x="575469" y="277813"/>
                </a:cubicBezTo>
                <a:close/>
              </a:path>
            </a:pathLst>
          </a:custGeom>
          <a:solidFill>
            <a:srgbClr val="6B21A8"/>
          </a:solidFill>
          <a:ln/>
        </p:spPr>
        <p:txBody>
          <a:bodyPr/>
          <a:lstStyle/>
          <a:p>
            <a:endParaRPr lang="en-US"/>
          </a:p>
        </p:txBody>
      </p:sp>
      <p:sp>
        <p:nvSpPr>
          <p:cNvPr id="15" name="Text 12"/>
          <p:cNvSpPr/>
          <p:nvPr/>
        </p:nvSpPr>
        <p:spPr>
          <a:xfrm>
            <a:off x="6781800" y="2476500"/>
            <a:ext cx="2692400" cy="355600"/>
          </a:xfrm>
          <a:prstGeom prst="rect">
            <a:avLst/>
          </a:prstGeom>
          <a:noFill/>
          <a:ln/>
        </p:spPr>
        <p:txBody>
          <a:bodyPr wrap="none" lIns="0" tIns="0" rIns="0" bIns="0" rtlCol="0" anchor="ctr"/>
          <a:lstStyle/>
          <a:p>
            <a:pPr algn="ctr">
              <a:lnSpc>
                <a:spcPct val="100000"/>
              </a:lnSpc>
            </a:pPr>
            <a:r>
              <a:rPr lang="en-US" sz="1800" b="1" dirty="0">
                <a:solidFill>
                  <a:srgbClr val="6B21A8"/>
                </a:solidFill>
                <a:latin typeface="Liter" pitchFamily="34" charset="0"/>
                <a:ea typeface="Liter" pitchFamily="34" charset="-122"/>
                <a:cs typeface="Liter" pitchFamily="34" charset="-120"/>
              </a:rPr>
              <a:t>Forms</a:t>
            </a:r>
            <a:endParaRPr lang="en-US" sz="1600" dirty="0"/>
          </a:p>
        </p:txBody>
      </p:sp>
      <p:sp>
        <p:nvSpPr>
          <p:cNvPr id="16" name="Text 13"/>
          <p:cNvSpPr/>
          <p:nvPr/>
        </p:nvSpPr>
        <p:spPr>
          <a:xfrm>
            <a:off x="6908800" y="2857500"/>
            <a:ext cx="2438400" cy="889000"/>
          </a:xfrm>
          <a:prstGeom prst="rect">
            <a:avLst/>
          </a:prstGeom>
          <a:noFill/>
          <a:ln/>
        </p:spPr>
        <p:txBody>
          <a:bodyPr wrap="square" lIns="0" tIns="0" rIns="0" bIns="0" rtlCol="0" anchor="t"/>
          <a:lstStyle/>
          <a:p>
            <a:pPr algn="ctr">
              <a:lnSpc>
                <a:spcPct val="140000"/>
              </a:lnSpc>
            </a:pPr>
            <a:r>
              <a:rPr lang="en-US" sz="1400" dirty="0">
                <a:solidFill>
                  <a:srgbClr val="6B7280"/>
                </a:solidFill>
                <a:latin typeface="Quattrocento Sans" pitchFamily="34" charset="0"/>
                <a:ea typeface="Quattrocento Sans" pitchFamily="34" charset="-122"/>
                <a:cs typeface="Quattrocento Sans" pitchFamily="34" charset="-120"/>
              </a:rPr>
              <a:t>Collect user input with text fields, buttons</a:t>
            </a:r>
            <a:endParaRPr lang="en-US" sz="1600" dirty="0"/>
          </a:p>
        </p:txBody>
      </p:sp>
      <p:sp>
        <p:nvSpPr>
          <p:cNvPr id="17" name="Shape 14"/>
          <p:cNvSpPr/>
          <p:nvPr/>
        </p:nvSpPr>
        <p:spPr>
          <a:xfrm>
            <a:off x="9791700" y="1460500"/>
            <a:ext cx="2692400" cy="2540000"/>
          </a:xfrm>
          <a:prstGeom prst="roundRect">
            <a:avLst>
              <a:gd name="adj" fmla="val 10000"/>
            </a:avLst>
          </a:prstGeom>
          <a:solidFill>
            <a:srgbClr val="FFFFFF">
              <a:alpha val="90196"/>
            </a:srgbClr>
          </a:solidFill>
          <a:ln w="12700">
            <a:solidFill>
              <a:srgbClr val="D8B4FE"/>
            </a:solidFill>
            <a:prstDash val="solid"/>
          </a:ln>
          <a:effectLst>
            <a:outerShdw blurRad="152400" dist="50800" dir="5400000" algn="bl" rotWithShape="0">
              <a:srgbClr val="6B21A8">
                <a:alpha val="6275"/>
              </a:srgbClr>
            </a:outerShdw>
          </a:effectLst>
        </p:spPr>
        <p:txBody>
          <a:bodyPr/>
          <a:lstStyle/>
          <a:p>
            <a:endParaRPr lang="en-US"/>
          </a:p>
        </p:txBody>
      </p:sp>
      <p:sp>
        <p:nvSpPr>
          <p:cNvPr id="18" name="Shape 15"/>
          <p:cNvSpPr/>
          <p:nvPr/>
        </p:nvSpPr>
        <p:spPr>
          <a:xfrm>
            <a:off x="10780713" y="1714500"/>
            <a:ext cx="714375" cy="635000"/>
          </a:xfrm>
          <a:custGeom>
            <a:avLst/>
            <a:gdLst/>
            <a:ahLst/>
            <a:cxnLst/>
            <a:rect l="l" t="t" r="r" b="b"/>
            <a:pathLst>
              <a:path w="714375" h="635000">
                <a:moveTo>
                  <a:pt x="497582" y="48493"/>
                </a:moveTo>
                <a:lnTo>
                  <a:pt x="681385" y="234900"/>
                </a:lnTo>
                <a:cubicBezTo>
                  <a:pt x="715739" y="269751"/>
                  <a:pt x="715739" y="325562"/>
                  <a:pt x="681385" y="360412"/>
                </a:cubicBezTo>
                <a:lnTo>
                  <a:pt x="487412" y="556741"/>
                </a:lnTo>
                <a:cubicBezTo>
                  <a:pt x="475878" y="568399"/>
                  <a:pt x="457026" y="568523"/>
                  <a:pt x="445368" y="556989"/>
                </a:cubicBezTo>
                <a:cubicBezTo>
                  <a:pt x="433710" y="545455"/>
                  <a:pt x="433586" y="526604"/>
                  <a:pt x="445120" y="514945"/>
                </a:cubicBezTo>
                <a:lnTo>
                  <a:pt x="639093" y="318492"/>
                </a:lnTo>
                <a:cubicBezTo>
                  <a:pt x="650503" y="306958"/>
                  <a:pt x="650503" y="288230"/>
                  <a:pt x="639093" y="276696"/>
                </a:cubicBezTo>
                <a:lnTo>
                  <a:pt x="455166" y="90413"/>
                </a:lnTo>
                <a:cubicBezTo>
                  <a:pt x="443632" y="78755"/>
                  <a:pt x="443756" y="59903"/>
                  <a:pt x="455414" y="48369"/>
                </a:cubicBezTo>
                <a:cubicBezTo>
                  <a:pt x="467072" y="36835"/>
                  <a:pt x="485924" y="36959"/>
                  <a:pt x="497458" y="48617"/>
                </a:cubicBezTo>
                <a:close/>
                <a:moveTo>
                  <a:pt x="39812" y="284634"/>
                </a:moveTo>
                <a:lnTo>
                  <a:pt x="39812" y="119062"/>
                </a:lnTo>
                <a:cubicBezTo>
                  <a:pt x="39812" y="75282"/>
                  <a:pt x="75406" y="39688"/>
                  <a:pt x="119187" y="39688"/>
                </a:cubicBezTo>
                <a:lnTo>
                  <a:pt x="284758" y="39688"/>
                </a:lnTo>
                <a:cubicBezTo>
                  <a:pt x="305842" y="39688"/>
                  <a:pt x="326058" y="47997"/>
                  <a:pt x="340940" y="62880"/>
                </a:cubicBezTo>
                <a:lnTo>
                  <a:pt x="519534" y="241474"/>
                </a:lnTo>
                <a:cubicBezTo>
                  <a:pt x="550540" y="272479"/>
                  <a:pt x="550540" y="322709"/>
                  <a:pt x="519534" y="353715"/>
                </a:cubicBezTo>
                <a:lnTo>
                  <a:pt x="353963" y="519286"/>
                </a:lnTo>
                <a:cubicBezTo>
                  <a:pt x="322957" y="550292"/>
                  <a:pt x="272728" y="550292"/>
                  <a:pt x="241722" y="519286"/>
                </a:cubicBezTo>
                <a:lnTo>
                  <a:pt x="63128" y="340692"/>
                </a:lnTo>
                <a:cubicBezTo>
                  <a:pt x="48245" y="325810"/>
                  <a:pt x="39936" y="305594"/>
                  <a:pt x="39936" y="284510"/>
                </a:cubicBezTo>
                <a:close/>
                <a:moveTo>
                  <a:pt x="218405" y="178594"/>
                </a:moveTo>
                <a:cubicBezTo>
                  <a:pt x="218405" y="156690"/>
                  <a:pt x="200622" y="138906"/>
                  <a:pt x="178718" y="138906"/>
                </a:cubicBezTo>
                <a:cubicBezTo>
                  <a:pt x="156814" y="138906"/>
                  <a:pt x="139030" y="156690"/>
                  <a:pt x="139030" y="178594"/>
                </a:cubicBezTo>
                <a:cubicBezTo>
                  <a:pt x="139030" y="200498"/>
                  <a:pt x="156814" y="218281"/>
                  <a:pt x="178718" y="218281"/>
                </a:cubicBezTo>
                <a:cubicBezTo>
                  <a:pt x="200622" y="218281"/>
                  <a:pt x="218405" y="200498"/>
                  <a:pt x="218405" y="178594"/>
                </a:cubicBezTo>
                <a:close/>
              </a:path>
            </a:pathLst>
          </a:custGeom>
          <a:solidFill>
            <a:srgbClr val="6B21A8"/>
          </a:solidFill>
          <a:ln/>
        </p:spPr>
        <p:txBody>
          <a:bodyPr/>
          <a:lstStyle/>
          <a:p>
            <a:endParaRPr lang="en-US"/>
          </a:p>
        </p:txBody>
      </p:sp>
      <p:sp>
        <p:nvSpPr>
          <p:cNvPr id="19" name="Text 16"/>
          <p:cNvSpPr/>
          <p:nvPr/>
        </p:nvSpPr>
        <p:spPr>
          <a:xfrm>
            <a:off x="9791700" y="2476500"/>
            <a:ext cx="2692400" cy="355600"/>
          </a:xfrm>
          <a:prstGeom prst="rect">
            <a:avLst/>
          </a:prstGeom>
          <a:noFill/>
          <a:ln/>
        </p:spPr>
        <p:txBody>
          <a:bodyPr wrap="none" lIns="0" tIns="0" rIns="0" bIns="0" rtlCol="0" anchor="ctr"/>
          <a:lstStyle/>
          <a:p>
            <a:pPr algn="ctr">
              <a:lnSpc>
                <a:spcPct val="100000"/>
              </a:lnSpc>
            </a:pPr>
            <a:r>
              <a:rPr lang="en-US" sz="1800" b="1" dirty="0">
                <a:solidFill>
                  <a:srgbClr val="6B21A8"/>
                </a:solidFill>
                <a:latin typeface="Liter" pitchFamily="34" charset="0"/>
                <a:ea typeface="Liter" pitchFamily="34" charset="-122"/>
                <a:cs typeface="Liter" pitchFamily="34" charset="-120"/>
              </a:rPr>
              <a:t>Semantic HTML</a:t>
            </a:r>
            <a:endParaRPr lang="en-US" sz="1600" dirty="0"/>
          </a:p>
        </p:txBody>
      </p:sp>
      <p:sp>
        <p:nvSpPr>
          <p:cNvPr id="20" name="Text 17"/>
          <p:cNvSpPr/>
          <p:nvPr/>
        </p:nvSpPr>
        <p:spPr>
          <a:xfrm>
            <a:off x="9918700" y="2857500"/>
            <a:ext cx="2438400" cy="889000"/>
          </a:xfrm>
          <a:prstGeom prst="rect">
            <a:avLst/>
          </a:prstGeom>
          <a:noFill/>
          <a:ln/>
        </p:spPr>
        <p:txBody>
          <a:bodyPr wrap="square" lIns="0" tIns="0" rIns="0" bIns="0" rtlCol="0" anchor="t"/>
          <a:lstStyle/>
          <a:p>
            <a:pPr algn="ctr">
              <a:lnSpc>
                <a:spcPct val="140000"/>
              </a:lnSpc>
            </a:pPr>
            <a:r>
              <a:rPr lang="en-US" sz="1400" dirty="0">
                <a:solidFill>
                  <a:srgbClr val="6B7280"/>
                </a:solidFill>
                <a:latin typeface="Quattrocento Sans" pitchFamily="34" charset="0"/>
                <a:ea typeface="Quattrocento Sans" pitchFamily="34" charset="-122"/>
                <a:cs typeface="Quattrocento Sans" pitchFamily="34" charset="-120"/>
              </a:rPr>
              <a:t>Meaningful tags: header, nav, article, footer</a:t>
            </a:r>
            <a:endParaRPr lang="en-US" sz="1600" dirty="0"/>
          </a:p>
        </p:txBody>
      </p:sp>
      <p:sp>
        <p:nvSpPr>
          <p:cNvPr id="21" name="Shape 18"/>
          <p:cNvSpPr/>
          <p:nvPr/>
        </p:nvSpPr>
        <p:spPr>
          <a:xfrm>
            <a:off x="12801600" y="1460500"/>
            <a:ext cx="2692400" cy="2540000"/>
          </a:xfrm>
          <a:prstGeom prst="roundRect">
            <a:avLst>
              <a:gd name="adj" fmla="val 10000"/>
            </a:avLst>
          </a:prstGeom>
          <a:solidFill>
            <a:srgbClr val="FFFFFF">
              <a:alpha val="90196"/>
            </a:srgbClr>
          </a:solidFill>
          <a:ln w="12700">
            <a:solidFill>
              <a:srgbClr val="D8B4FE"/>
            </a:solidFill>
            <a:prstDash val="solid"/>
          </a:ln>
          <a:effectLst>
            <a:outerShdw blurRad="152400" dist="50800" dir="5400000" algn="bl" rotWithShape="0">
              <a:srgbClr val="6B21A8">
                <a:alpha val="6275"/>
              </a:srgbClr>
            </a:outerShdw>
          </a:effectLst>
        </p:spPr>
        <p:txBody>
          <a:bodyPr/>
          <a:lstStyle/>
          <a:p>
            <a:endParaRPr lang="en-US"/>
          </a:p>
        </p:txBody>
      </p:sp>
      <p:sp>
        <p:nvSpPr>
          <p:cNvPr id="22" name="Shape 19"/>
          <p:cNvSpPr/>
          <p:nvPr/>
        </p:nvSpPr>
        <p:spPr>
          <a:xfrm>
            <a:off x="13750925" y="1714500"/>
            <a:ext cx="793750" cy="635000"/>
          </a:xfrm>
          <a:custGeom>
            <a:avLst/>
            <a:gdLst/>
            <a:ahLst/>
            <a:cxnLst/>
            <a:rect l="l" t="t" r="r" b="b"/>
            <a:pathLst>
              <a:path w="793750" h="635000">
                <a:moveTo>
                  <a:pt x="238125" y="79375"/>
                </a:moveTo>
                <a:cubicBezTo>
                  <a:pt x="238125" y="35595"/>
                  <a:pt x="273720" y="0"/>
                  <a:pt x="317500" y="0"/>
                </a:cubicBezTo>
                <a:lnTo>
                  <a:pt x="714375" y="0"/>
                </a:lnTo>
                <a:cubicBezTo>
                  <a:pt x="758155" y="0"/>
                  <a:pt x="793750" y="35595"/>
                  <a:pt x="793750" y="79375"/>
                </a:cubicBezTo>
                <a:lnTo>
                  <a:pt x="793750" y="357188"/>
                </a:lnTo>
                <a:cubicBezTo>
                  <a:pt x="793750" y="400968"/>
                  <a:pt x="758155" y="436563"/>
                  <a:pt x="714375" y="436563"/>
                </a:cubicBezTo>
                <a:lnTo>
                  <a:pt x="317500" y="436563"/>
                </a:lnTo>
                <a:cubicBezTo>
                  <a:pt x="273720" y="436563"/>
                  <a:pt x="238125" y="400968"/>
                  <a:pt x="238125" y="357188"/>
                </a:cubicBezTo>
                <a:lnTo>
                  <a:pt x="238125" y="79375"/>
                </a:lnTo>
                <a:close/>
                <a:moveTo>
                  <a:pt x="396875" y="119062"/>
                </a:moveTo>
                <a:cubicBezTo>
                  <a:pt x="396875" y="97158"/>
                  <a:pt x="379092" y="79375"/>
                  <a:pt x="357188" y="79375"/>
                </a:cubicBezTo>
                <a:cubicBezTo>
                  <a:pt x="335283" y="79375"/>
                  <a:pt x="317500" y="97158"/>
                  <a:pt x="317500" y="119062"/>
                </a:cubicBezTo>
                <a:cubicBezTo>
                  <a:pt x="317500" y="140967"/>
                  <a:pt x="335283" y="158750"/>
                  <a:pt x="357188" y="158750"/>
                </a:cubicBezTo>
                <a:cubicBezTo>
                  <a:pt x="379092" y="158750"/>
                  <a:pt x="396875" y="140967"/>
                  <a:pt x="396875" y="119062"/>
                </a:cubicBezTo>
                <a:close/>
                <a:moveTo>
                  <a:pt x="590972" y="133325"/>
                </a:moveTo>
                <a:cubicBezTo>
                  <a:pt x="585515" y="124520"/>
                  <a:pt x="575965" y="119062"/>
                  <a:pt x="565547" y="119062"/>
                </a:cubicBezTo>
                <a:cubicBezTo>
                  <a:pt x="555129" y="119062"/>
                  <a:pt x="545579" y="124520"/>
                  <a:pt x="540122" y="133325"/>
                </a:cubicBezTo>
                <a:lnTo>
                  <a:pt x="473149" y="242838"/>
                </a:lnTo>
                <a:lnTo>
                  <a:pt x="450949" y="211088"/>
                </a:lnTo>
                <a:cubicBezTo>
                  <a:pt x="445368" y="203150"/>
                  <a:pt x="436314" y="198438"/>
                  <a:pt x="426517" y="198438"/>
                </a:cubicBezTo>
                <a:cubicBezTo>
                  <a:pt x="416719" y="198438"/>
                  <a:pt x="407665" y="203150"/>
                  <a:pt x="402084" y="211088"/>
                </a:cubicBezTo>
                <a:lnTo>
                  <a:pt x="332631" y="310307"/>
                </a:lnTo>
                <a:cubicBezTo>
                  <a:pt x="326306" y="319360"/>
                  <a:pt x="325438" y="331267"/>
                  <a:pt x="330646" y="341064"/>
                </a:cubicBezTo>
                <a:cubicBezTo>
                  <a:pt x="335855" y="350862"/>
                  <a:pt x="346149" y="357188"/>
                  <a:pt x="357188" y="357188"/>
                </a:cubicBezTo>
                <a:lnTo>
                  <a:pt x="674688" y="357188"/>
                </a:lnTo>
                <a:cubicBezTo>
                  <a:pt x="685478" y="357188"/>
                  <a:pt x="695399" y="351358"/>
                  <a:pt x="700608" y="341933"/>
                </a:cubicBezTo>
                <a:cubicBezTo>
                  <a:pt x="705817" y="332507"/>
                  <a:pt x="705693" y="321097"/>
                  <a:pt x="699988" y="311795"/>
                </a:cubicBezTo>
                <a:lnTo>
                  <a:pt x="590848" y="133201"/>
                </a:lnTo>
                <a:close/>
                <a:moveTo>
                  <a:pt x="178594" y="158750"/>
                </a:moveTo>
                <a:lnTo>
                  <a:pt x="178594" y="357188"/>
                </a:lnTo>
                <a:cubicBezTo>
                  <a:pt x="178594" y="433958"/>
                  <a:pt x="240729" y="496094"/>
                  <a:pt x="317500" y="496094"/>
                </a:cubicBezTo>
                <a:lnTo>
                  <a:pt x="555625" y="496094"/>
                </a:lnTo>
                <a:lnTo>
                  <a:pt x="555625" y="515937"/>
                </a:lnTo>
                <a:cubicBezTo>
                  <a:pt x="555625" y="559718"/>
                  <a:pt x="520030" y="595313"/>
                  <a:pt x="476250" y="595313"/>
                </a:cubicBezTo>
                <a:lnTo>
                  <a:pt x="79375" y="595313"/>
                </a:lnTo>
                <a:cubicBezTo>
                  <a:pt x="35595" y="595313"/>
                  <a:pt x="0" y="559718"/>
                  <a:pt x="0" y="515937"/>
                </a:cubicBezTo>
                <a:lnTo>
                  <a:pt x="0" y="238125"/>
                </a:lnTo>
                <a:cubicBezTo>
                  <a:pt x="0" y="194345"/>
                  <a:pt x="35595" y="158750"/>
                  <a:pt x="79375" y="158750"/>
                </a:cubicBezTo>
                <a:lnTo>
                  <a:pt x="178594" y="158750"/>
                </a:lnTo>
                <a:close/>
                <a:moveTo>
                  <a:pt x="64492" y="243086"/>
                </a:moveTo>
                <a:lnTo>
                  <a:pt x="64492" y="272852"/>
                </a:lnTo>
                <a:cubicBezTo>
                  <a:pt x="64492" y="283766"/>
                  <a:pt x="73422" y="292695"/>
                  <a:pt x="84336" y="292695"/>
                </a:cubicBezTo>
                <a:lnTo>
                  <a:pt x="114102" y="292695"/>
                </a:lnTo>
                <a:cubicBezTo>
                  <a:pt x="125016" y="292695"/>
                  <a:pt x="133945" y="283766"/>
                  <a:pt x="133945" y="272852"/>
                </a:cubicBezTo>
                <a:lnTo>
                  <a:pt x="133945" y="243086"/>
                </a:lnTo>
                <a:cubicBezTo>
                  <a:pt x="133945" y="232172"/>
                  <a:pt x="125016" y="223242"/>
                  <a:pt x="114102" y="223242"/>
                </a:cubicBezTo>
                <a:lnTo>
                  <a:pt x="84336" y="223242"/>
                </a:lnTo>
                <a:cubicBezTo>
                  <a:pt x="73422" y="223242"/>
                  <a:pt x="64492" y="232172"/>
                  <a:pt x="64492" y="243086"/>
                </a:cubicBezTo>
                <a:close/>
                <a:moveTo>
                  <a:pt x="84336" y="342305"/>
                </a:moveTo>
                <a:cubicBezTo>
                  <a:pt x="73422" y="342305"/>
                  <a:pt x="64492" y="351234"/>
                  <a:pt x="64492" y="362148"/>
                </a:cubicBezTo>
                <a:lnTo>
                  <a:pt x="64492" y="391914"/>
                </a:lnTo>
                <a:cubicBezTo>
                  <a:pt x="64492" y="402828"/>
                  <a:pt x="73422" y="411758"/>
                  <a:pt x="84336" y="411758"/>
                </a:cubicBezTo>
                <a:lnTo>
                  <a:pt x="114102" y="411758"/>
                </a:lnTo>
                <a:cubicBezTo>
                  <a:pt x="125016" y="411758"/>
                  <a:pt x="133945" y="402828"/>
                  <a:pt x="133945" y="391914"/>
                </a:cubicBezTo>
                <a:lnTo>
                  <a:pt x="133945" y="362148"/>
                </a:lnTo>
                <a:cubicBezTo>
                  <a:pt x="133945" y="351234"/>
                  <a:pt x="125016" y="342305"/>
                  <a:pt x="114102" y="342305"/>
                </a:cubicBezTo>
                <a:lnTo>
                  <a:pt x="84336" y="342305"/>
                </a:lnTo>
                <a:close/>
                <a:moveTo>
                  <a:pt x="84336" y="461367"/>
                </a:moveTo>
                <a:cubicBezTo>
                  <a:pt x="73422" y="461367"/>
                  <a:pt x="64492" y="470297"/>
                  <a:pt x="64492" y="481211"/>
                </a:cubicBezTo>
                <a:lnTo>
                  <a:pt x="64492" y="510977"/>
                </a:lnTo>
                <a:cubicBezTo>
                  <a:pt x="64492" y="521891"/>
                  <a:pt x="73422" y="530820"/>
                  <a:pt x="84336" y="530820"/>
                </a:cubicBezTo>
                <a:lnTo>
                  <a:pt x="114102" y="530820"/>
                </a:lnTo>
                <a:cubicBezTo>
                  <a:pt x="125016" y="530820"/>
                  <a:pt x="133945" y="521891"/>
                  <a:pt x="133945" y="510977"/>
                </a:cubicBezTo>
                <a:lnTo>
                  <a:pt x="133945" y="481211"/>
                </a:lnTo>
                <a:cubicBezTo>
                  <a:pt x="133945" y="470297"/>
                  <a:pt x="125016" y="461367"/>
                  <a:pt x="114102" y="461367"/>
                </a:cubicBezTo>
                <a:lnTo>
                  <a:pt x="84336" y="461367"/>
                </a:lnTo>
                <a:close/>
              </a:path>
            </a:pathLst>
          </a:custGeom>
          <a:solidFill>
            <a:srgbClr val="6B21A8"/>
          </a:solidFill>
          <a:ln/>
        </p:spPr>
        <p:txBody>
          <a:bodyPr/>
          <a:lstStyle/>
          <a:p>
            <a:endParaRPr lang="en-US"/>
          </a:p>
        </p:txBody>
      </p:sp>
      <p:sp>
        <p:nvSpPr>
          <p:cNvPr id="23" name="Text 20"/>
          <p:cNvSpPr/>
          <p:nvPr/>
        </p:nvSpPr>
        <p:spPr>
          <a:xfrm>
            <a:off x="12801600" y="2476500"/>
            <a:ext cx="2692400" cy="355600"/>
          </a:xfrm>
          <a:prstGeom prst="rect">
            <a:avLst/>
          </a:prstGeom>
          <a:noFill/>
          <a:ln/>
        </p:spPr>
        <p:txBody>
          <a:bodyPr wrap="none" lIns="0" tIns="0" rIns="0" bIns="0" rtlCol="0" anchor="ctr"/>
          <a:lstStyle/>
          <a:p>
            <a:pPr algn="ctr">
              <a:lnSpc>
                <a:spcPct val="100000"/>
              </a:lnSpc>
            </a:pPr>
            <a:r>
              <a:rPr lang="en-US" sz="1800" b="1" dirty="0">
                <a:solidFill>
                  <a:srgbClr val="6B21A8"/>
                </a:solidFill>
                <a:latin typeface="Liter" pitchFamily="34" charset="0"/>
                <a:ea typeface="Liter" pitchFamily="34" charset="-122"/>
                <a:cs typeface="Liter" pitchFamily="34" charset="-120"/>
              </a:rPr>
              <a:t>Multimedia</a:t>
            </a:r>
            <a:endParaRPr lang="en-US" sz="1600" dirty="0"/>
          </a:p>
        </p:txBody>
      </p:sp>
      <p:sp>
        <p:nvSpPr>
          <p:cNvPr id="24" name="Text 21"/>
          <p:cNvSpPr/>
          <p:nvPr/>
        </p:nvSpPr>
        <p:spPr>
          <a:xfrm>
            <a:off x="12928600" y="2857500"/>
            <a:ext cx="2438400" cy="889000"/>
          </a:xfrm>
          <a:prstGeom prst="rect">
            <a:avLst/>
          </a:prstGeom>
          <a:noFill/>
          <a:ln/>
        </p:spPr>
        <p:txBody>
          <a:bodyPr wrap="square" lIns="0" tIns="0" rIns="0" bIns="0" rtlCol="0" anchor="t"/>
          <a:lstStyle/>
          <a:p>
            <a:pPr algn="ctr">
              <a:lnSpc>
                <a:spcPct val="140000"/>
              </a:lnSpc>
            </a:pPr>
            <a:r>
              <a:rPr lang="en-US" sz="1400" dirty="0">
                <a:solidFill>
                  <a:srgbClr val="6B7280"/>
                </a:solidFill>
                <a:latin typeface="Quattrocento Sans" pitchFamily="34" charset="0"/>
                <a:ea typeface="Quattrocento Sans" pitchFamily="34" charset="-122"/>
                <a:cs typeface="Quattrocento Sans" pitchFamily="34" charset="-120"/>
              </a:rPr>
              <a:t>Embed audio, video, and images in pages</a:t>
            </a:r>
            <a:endParaRPr lang="en-US" sz="1600" dirty="0"/>
          </a:p>
        </p:txBody>
      </p:sp>
      <p:sp>
        <p:nvSpPr>
          <p:cNvPr id="25" name="Text 22"/>
          <p:cNvSpPr/>
          <p:nvPr/>
        </p:nvSpPr>
        <p:spPr>
          <a:xfrm>
            <a:off x="762000" y="4445000"/>
            <a:ext cx="3810000" cy="444500"/>
          </a:xfrm>
          <a:prstGeom prst="rect">
            <a:avLst/>
          </a:prstGeom>
          <a:noFill/>
          <a:ln/>
        </p:spPr>
        <p:txBody>
          <a:bodyPr wrap="none" lIns="0" tIns="0" rIns="0" bIns="0" rtlCol="0" anchor="ctr"/>
          <a:lstStyle/>
          <a:p>
            <a:pPr>
              <a:lnSpc>
                <a:spcPct val="130000"/>
              </a:lnSpc>
            </a:pPr>
            <a:r>
              <a:rPr lang="en-US" sz="2200" b="1" dirty="0">
                <a:solidFill>
                  <a:srgbClr val="6B21A8"/>
                </a:solidFill>
                <a:latin typeface="Liter" pitchFamily="34" charset="0"/>
                <a:ea typeface="Liter" pitchFamily="34" charset="-122"/>
                <a:cs typeface="Liter" pitchFamily="34" charset="-120"/>
              </a:rPr>
              <a:t>Advantages of HTML</a:t>
            </a:r>
            <a:endParaRPr lang="en-US" sz="2200" dirty="0"/>
          </a:p>
        </p:txBody>
      </p:sp>
      <p:sp>
        <p:nvSpPr>
          <p:cNvPr id="26" name="Shape 23"/>
          <p:cNvSpPr/>
          <p:nvPr/>
        </p:nvSpPr>
        <p:spPr>
          <a:xfrm>
            <a:off x="762000" y="5080000"/>
            <a:ext cx="14732000" cy="2032000"/>
          </a:xfrm>
          <a:prstGeom prst="roundRect">
            <a:avLst>
              <a:gd name="adj" fmla="val 8000"/>
            </a:avLst>
          </a:prstGeom>
          <a:gradFill flip="none" rotWithShape="1">
            <a:gsLst>
              <a:gs pos="0">
                <a:srgbClr val="F3E8FF"/>
              </a:gs>
              <a:gs pos="100000">
                <a:srgbClr val="E9D5FF"/>
              </a:gs>
            </a:gsLst>
            <a:lin ang="0" scaled="1"/>
          </a:gradFill>
          <a:ln/>
        </p:spPr>
        <p:txBody>
          <a:bodyPr/>
          <a:lstStyle/>
          <a:p>
            <a:endParaRPr lang="en-US"/>
          </a:p>
        </p:txBody>
      </p:sp>
      <p:sp>
        <p:nvSpPr>
          <p:cNvPr id="27" name="Shape 24"/>
          <p:cNvSpPr/>
          <p:nvPr/>
        </p:nvSpPr>
        <p:spPr>
          <a:xfrm>
            <a:off x="1997075" y="5397500"/>
            <a:ext cx="628650" cy="558800"/>
          </a:xfrm>
          <a:custGeom>
            <a:avLst/>
            <a:gdLst/>
            <a:ahLst/>
            <a:cxnLst/>
            <a:rect l="l" t="t" r="r" b="b"/>
            <a:pathLst>
              <a:path w="628650" h="558800">
                <a:moveTo>
                  <a:pt x="52388" y="213697"/>
                </a:moveTo>
                <a:lnTo>
                  <a:pt x="280710" y="307667"/>
                </a:lnTo>
                <a:cubicBezTo>
                  <a:pt x="291405" y="312033"/>
                  <a:pt x="302756" y="314325"/>
                  <a:pt x="314325" y="314325"/>
                </a:cubicBezTo>
                <a:cubicBezTo>
                  <a:pt x="325894" y="314325"/>
                  <a:pt x="337245" y="312033"/>
                  <a:pt x="347940" y="307667"/>
                </a:cubicBezTo>
                <a:lnTo>
                  <a:pt x="612497" y="198745"/>
                </a:lnTo>
                <a:cubicBezTo>
                  <a:pt x="622320" y="194707"/>
                  <a:pt x="628650" y="185212"/>
                  <a:pt x="628650" y="174625"/>
                </a:cubicBezTo>
                <a:cubicBezTo>
                  <a:pt x="628650" y="164038"/>
                  <a:pt x="622320" y="154543"/>
                  <a:pt x="612497" y="150505"/>
                </a:cubicBezTo>
                <a:lnTo>
                  <a:pt x="347940" y="41583"/>
                </a:lnTo>
                <a:cubicBezTo>
                  <a:pt x="337245" y="37217"/>
                  <a:pt x="325894" y="34925"/>
                  <a:pt x="314325" y="34925"/>
                </a:cubicBezTo>
                <a:cubicBezTo>
                  <a:pt x="302756" y="34925"/>
                  <a:pt x="291405" y="37217"/>
                  <a:pt x="280710" y="41583"/>
                </a:cubicBezTo>
                <a:lnTo>
                  <a:pt x="16153" y="150505"/>
                </a:lnTo>
                <a:cubicBezTo>
                  <a:pt x="6330" y="154543"/>
                  <a:pt x="0" y="164038"/>
                  <a:pt x="0" y="174625"/>
                </a:cubicBezTo>
                <a:lnTo>
                  <a:pt x="0" y="497681"/>
                </a:lnTo>
                <a:cubicBezTo>
                  <a:pt x="0" y="512197"/>
                  <a:pt x="11678" y="523875"/>
                  <a:pt x="26194" y="523875"/>
                </a:cubicBezTo>
                <a:cubicBezTo>
                  <a:pt x="40709" y="523875"/>
                  <a:pt x="52388" y="512197"/>
                  <a:pt x="52388" y="497681"/>
                </a:cubicBezTo>
                <a:lnTo>
                  <a:pt x="52388" y="213697"/>
                </a:lnTo>
                <a:close/>
                <a:moveTo>
                  <a:pt x="104775" y="291951"/>
                </a:moveTo>
                <a:lnTo>
                  <a:pt x="104775" y="419100"/>
                </a:lnTo>
                <a:cubicBezTo>
                  <a:pt x="104775" y="476945"/>
                  <a:pt x="198636" y="523875"/>
                  <a:pt x="314325" y="523875"/>
                </a:cubicBezTo>
                <a:cubicBezTo>
                  <a:pt x="430014" y="523875"/>
                  <a:pt x="523875" y="476945"/>
                  <a:pt x="523875" y="419100"/>
                </a:cubicBezTo>
                <a:lnTo>
                  <a:pt x="523875" y="291842"/>
                </a:lnTo>
                <a:lnTo>
                  <a:pt x="367913" y="356126"/>
                </a:lnTo>
                <a:cubicBezTo>
                  <a:pt x="350887" y="363111"/>
                  <a:pt x="332770" y="366712"/>
                  <a:pt x="314325" y="366712"/>
                </a:cubicBezTo>
                <a:cubicBezTo>
                  <a:pt x="295880" y="366712"/>
                  <a:pt x="277763" y="363111"/>
                  <a:pt x="260737" y="356126"/>
                </a:cubicBezTo>
                <a:lnTo>
                  <a:pt x="104775" y="291842"/>
                </a:lnTo>
                <a:close/>
              </a:path>
            </a:pathLst>
          </a:custGeom>
          <a:solidFill>
            <a:srgbClr val="6B21A8"/>
          </a:solidFill>
          <a:ln/>
        </p:spPr>
        <p:txBody>
          <a:bodyPr/>
          <a:lstStyle/>
          <a:p>
            <a:endParaRPr lang="en-US"/>
          </a:p>
        </p:txBody>
      </p:sp>
      <p:sp>
        <p:nvSpPr>
          <p:cNvPr id="28" name="Text 25"/>
          <p:cNvSpPr/>
          <p:nvPr/>
        </p:nvSpPr>
        <p:spPr>
          <a:xfrm>
            <a:off x="1270000" y="6096000"/>
            <a:ext cx="3302000" cy="762000"/>
          </a:xfrm>
          <a:prstGeom prst="rect">
            <a:avLst/>
          </a:prstGeom>
          <a:noFill/>
          <a:ln/>
        </p:spPr>
        <p:txBody>
          <a:bodyPr wrap="square" lIns="0" tIns="0" rIns="0" bIns="0" rtlCol="0" anchor="t"/>
          <a:lstStyle/>
          <a:p>
            <a:pPr algn="ctr">
              <a:lnSpc>
                <a:spcPct val="140000"/>
              </a:lnSpc>
            </a:pPr>
            <a:r>
              <a:rPr lang="en-US" sz="1800" b="1" dirty="0">
                <a:solidFill>
                  <a:srgbClr val="1E1B2E"/>
                </a:solidFill>
                <a:latin typeface="Quattrocento Sans" pitchFamily="34" charset="0"/>
                <a:ea typeface="Quattrocento Sans" pitchFamily="34" charset="-122"/>
                <a:cs typeface="Quattrocento Sans" pitchFamily="34" charset="-120"/>
              </a:rPr>
              <a:t>Easy to Learn</a:t>
            </a:r>
            <a:endParaRPr lang="en-US" sz="1600" dirty="0"/>
          </a:p>
          <a:p>
            <a:pPr algn="ctr">
              <a:lnSpc>
                <a:spcPct val="140000"/>
              </a:lnSpc>
            </a:pPr>
            <a:r>
              <a:rPr lang="en-US" sz="1400" dirty="0">
                <a:solidFill>
                  <a:srgbClr val="6B7280"/>
                </a:solidFill>
                <a:latin typeface="Quattrocento Sans" pitchFamily="34" charset="0"/>
                <a:ea typeface="Quattrocento Sans" pitchFamily="34" charset="-122"/>
                <a:cs typeface="Quattrocento Sans" pitchFamily="34" charset="-120"/>
              </a:rPr>
              <a:t>Simple syntax, beginner-friendly</a:t>
            </a:r>
            <a:endParaRPr lang="en-US" sz="1600" dirty="0"/>
          </a:p>
        </p:txBody>
      </p:sp>
      <p:sp>
        <p:nvSpPr>
          <p:cNvPr id="29" name="Shape 26"/>
          <p:cNvSpPr/>
          <p:nvPr/>
        </p:nvSpPr>
        <p:spPr>
          <a:xfrm>
            <a:off x="7086600" y="5397500"/>
            <a:ext cx="558800" cy="558800"/>
          </a:xfrm>
          <a:custGeom>
            <a:avLst/>
            <a:gdLst/>
            <a:ahLst/>
            <a:cxnLst/>
            <a:rect l="l" t="t" r="r" b="b"/>
            <a:pathLst>
              <a:path w="558800" h="558800">
                <a:moveTo>
                  <a:pt x="384066" y="305594"/>
                </a:moveTo>
                <a:lnTo>
                  <a:pt x="175716" y="305594"/>
                </a:lnTo>
                <a:cubicBezTo>
                  <a:pt x="178881" y="375989"/>
                  <a:pt x="194489" y="440819"/>
                  <a:pt x="216644" y="488295"/>
                </a:cubicBezTo>
                <a:cubicBezTo>
                  <a:pt x="229086" y="515035"/>
                  <a:pt x="242510" y="533916"/>
                  <a:pt x="254952" y="545485"/>
                </a:cubicBezTo>
                <a:cubicBezTo>
                  <a:pt x="267176" y="556945"/>
                  <a:pt x="275580" y="558800"/>
                  <a:pt x="279946" y="558800"/>
                </a:cubicBezTo>
                <a:cubicBezTo>
                  <a:pt x="284311" y="558800"/>
                  <a:pt x="292715" y="556945"/>
                  <a:pt x="304939" y="545485"/>
                </a:cubicBezTo>
                <a:cubicBezTo>
                  <a:pt x="317381" y="533916"/>
                  <a:pt x="330805" y="514925"/>
                  <a:pt x="343247" y="488295"/>
                </a:cubicBezTo>
                <a:cubicBezTo>
                  <a:pt x="365403" y="440819"/>
                  <a:pt x="381010" y="375989"/>
                  <a:pt x="384175" y="305594"/>
                </a:cubicBezTo>
                <a:close/>
                <a:moveTo>
                  <a:pt x="175607" y="253206"/>
                </a:moveTo>
                <a:lnTo>
                  <a:pt x="383957" y="253206"/>
                </a:lnTo>
                <a:cubicBezTo>
                  <a:pt x="380901" y="182811"/>
                  <a:pt x="365294" y="117981"/>
                  <a:pt x="343138" y="70505"/>
                </a:cubicBezTo>
                <a:cubicBezTo>
                  <a:pt x="330696" y="43875"/>
                  <a:pt x="317272" y="24884"/>
                  <a:pt x="304830" y="13315"/>
                </a:cubicBezTo>
                <a:cubicBezTo>
                  <a:pt x="292606" y="1855"/>
                  <a:pt x="284202" y="0"/>
                  <a:pt x="279837" y="0"/>
                </a:cubicBezTo>
                <a:cubicBezTo>
                  <a:pt x="275471" y="0"/>
                  <a:pt x="267067" y="1855"/>
                  <a:pt x="254843" y="13315"/>
                </a:cubicBezTo>
                <a:cubicBezTo>
                  <a:pt x="242401" y="24884"/>
                  <a:pt x="228977" y="43875"/>
                  <a:pt x="216535" y="70505"/>
                </a:cubicBezTo>
                <a:cubicBezTo>
                  <a:pt x="194379" y="117981"/>
                  <a:pt x="178772" y="182811"/>
                  <a:pt x="175607" y="253206"/>
                </a:cubicBezTo>
                <a:close/>
                <a:moveTo>
                  <a:pt x="123220" y="253206"/>
                </a:moveTo>
                <a:cubicBezTo>
                  <a:pt x="127040" y="159782"/>
                  <a:pt x="151160" y="73015"/>
                  <a:pt x="186412" y="16044"/>
                </a:cubicBezTo>
                <a:cubicBezTo>
                  <a:pt x="85894" y="51624"/>
                  <a:pt x="11896" y="143192"/>
                  <a:pt x="1637" y="253206"/>
                </a:cubicBezTo>
                <a:lnTo>
                  <a:pt x="123220" y="253206"/>
                </a:lnTo>
                <a:close/>
                <a:moveTo>
                  <a:pt x="1637" y="305594"/>
                </a:moveTo>
                <a:cubicBezTo>
                  <a:pt x="11896" y="415608"/>
                  <a:pt x="85894" y="507176"/>
                  <a:pt x="186412" y="542756"/>
                </a:cubicBezTo>
                <a:cubicBezTo>
                  <a:pt x="151160" y="485785"/>
                  <a:pt x="127040" y="399018"/>
                  <a:pt x="123220" y="305594"/>
                </a:cubicBezTo>
                <a:lnTo>
                  <a:pt x="1637" y="305594"/>
                </a:lnTo>
                <a:close/>
                <a:moveTo>
                  <a:pt x="436453" y="305594"/>
                </a:moveTo>
                <a:cubicBezTo>
                  <a:pt x="432633" y="399018"/>
                  <a:pt x="408513" y="485785"/>
                  <a:pt x="373261" y="542756"/>
                </a:cubicBezTo>
                <a:cubicBezTo>
                  <a:pt x="473779" y="507067"/>
                  <a:pt x="547777" y="415608"/>
                  <a:pt x="558036" y="305594"/>
                </a:cubicBezTo>
                <a:lnTo>
                  <a:pt x="436453" y="305594"/>
                </a:lnTo>
                <a:close/>
                <a:moveTo>
                  <a:pt x="558036" y="253206"/>
                </a:moveTo>
                <a:cubicBezTo>
                  <a:pt x="547777" y="143192"/>
                  <a:pt x="473779" y="51624"/>
                  <a:pt x="373261" y="16044"/>
                </a:cubicBezTo>
                <a:cubicBezTo>
                  <a:pt x="408513" y="73015"/>
                  <a:pt x="432633" y="159782"/>
                  <a:pt x="436453" y="253206"/>
                </a:cubicBezTo>
                <a:lnTo>
                  <a:pt x="558036" y="253206"/>
                </a:lnTo>
                <a:close/>
              </a:path>
            </a:pathLst>
          </a:custGeom>
          <a:solidFill>
            <a:srgbClr val="6B21A8"/>
          </a:solidFill>
          <a:ln/>
        </p:spPr>
        <p:txBody>
          <a:bodyPr/>
          <a:lstStyle/>
          <a:p>
            <a:endParaRPr lang="en-US"/>
          </a:p>
        </p:txBody>
      </p:sp>
      <p:sp>
        <p:nvSpPr>
          <p:cNvPr id="30" name="Text 27"/>
          <p:cNvSpPr/>
          <p:nvPr/>
        </p:nvSpPr>
        <p:spPr>
          <a:xfrm>
            <a:off x="6096000" y="6096000"/>
            <a:ext cx="3302000" cy="762000"/>
          </a:xfrm>
          <a:prstGeom prst="rect">
            <a:avLst/>
          </a:prstGeom>
          <a:noFill/>
          <a:ln/>
        </p:spPr>
        <p:txBody>
          <a:bodyPr wrap="square" lIns="0" tIns="0" rIns="0" bIns="0" rtlCol="0" anchor="t"/>
          <a:lstStyle/>
          <a:p>
            <a:pPr algn="ctr">
              <a:lnSpc>
                <a:spcPct val="140000"/>
              </a:lnSpc>
            </a:pPr>
            <a:r>
              <a:rPr lang="en-US" sz="1800" b="1" dirty="0">
                <a:solidFill>
                  <a:srgbClr val="1E1B2E"/>
                </a:solidFill>
                <a:latin typeface="Quattrocento Sans" pitchFamily="34" charset="0"/>
                <a:ea typeface="Quattrocento Sans" pitchFamily="34" charset="-122"/>
                <a:cs typeface="Quattrocento Sans" pitchFamily="34" charset="-120"/>
              </a:rPr>
              <a:t>Browser Supported</a:t>
            </a:r>
            <a:endParaRPr lang="en-US" sz="1600" dirty="0"/>
          </a:p>
          <a:p>
            <a:pPr algn="ctr">
              <a:lnSpc>
                <a:spcPct val="140000"/>
              </a:lnSpc>
            </a:pPr>
            <a:r>
              <a:rPr lang="en-US" sz="1400" dirty="0">
                <a:solidFill>
                  <a:srgbClr val="6B7280"/>
                </a:solidFill>
                <a:latin typeface="Quattrocento Sans" pitchFamily="34" charset="0"/>
                <a:ea typeface="Quattrocento Sans" pitchFamily="34" charset="-122"/>
                <a:cs typeface="Quattrocento Sans" pitchFamily="34" charset="-120"/>
              </a:rPr>
              <a:t>Works in all modern browsers</a:t>
            </a:r>
            <a:endParaRPr lang="en-US" sz="1600" dirty="0"/>
          </a:p>
        </p:txBody>
      </p:sp>
      <p:sp>
        <p:nvSpPr>
          <p:cNvPr id="31" name="Shape 28"/>
          <p:cNvSpPr/>
          <p:nvPr/>
        </p:nvSpPr>
        <p:spPr>
          <a:xfrm>
            <a:off x="12166600" y="5397500"/>
            <a:ext cx="558800" cy="558800"/>
          </a:xfrm>
          <a:custGeom>
            <a:avLst/>
            <a:gdLst/>
            <a:ahLst/>
            <a:cxnLst/>
            <a:rect l="l" t="t" r="r" b="b"/>
            <a:pathLst>
              <a:path w="558800" h="558800">
                <a:moveTo>
                  <a:pt x="253752" y="5675"/>
                </a:moveTo>
                <a:cubicBezTo>
                  <a:pt x="270014" y="-1855"/>
                  <a:pt x="288786" y="-1855"/>
                  <a:pt x="305048" y="5675"/>
                </a:cubicBezTo>
                <a:lnTo>
                  <a:pt x="543629" y="115907"/>
                </a:lnTo>
                <a:cubicBezTo>
                  <a:pt x="552906" y="120164"/>
                  <a:pt x="558800" y="129441"/>
                  <a:pt x="558800" y="139700"/>
                </a:cubicBezTo>
                <a:cubicBezTo>
                  <a:pt x="558800" y="149959"/>
                  <a:pt x="552906" y="159236"/>
                  <a:pt x="543629" y="163493"/>
                </a:cubicBezTo>
                <a:lnTo>
                  <a:pt x="305048" y="273725"/>
                </a:lnTo>
                <a:cubicBezTo>
                  <a:pt x="288786" y="281255"/>
                  <a:pt x="270014" y="281255"/>
                  <a:pt x="253752" y="273725"/>
                </a:cubicBezTo>
                <a:lnTo>
                  <a:pt x="15171" y="163493"/>
                </a:lnTo>
                <a:cubicBezTo>
                  <a:pt x="5894" y="159127"/>
                  <a:pt x="0" y="149850"/>
                  <a:pt x="0" y="139700"/>
                </a:cubicBezTo>
                <a:cubicBezTo>
                  <a:pt x="0" y="129550"/>
                  <a:pt x="5894" y="120164"/>
                  <a:pt x="15171" y="115907"/>
                </a:cubicBezTo>
                <a:lnTo>
                  <a:pt x="253752" y="5675"/>
                </a:lnTo>
                <a:close/>
                <a:moveTo>
                  <a:pt x="52497" y="238363"/>
                </a:moveTo>
                <a:lnTo>
                  <a:pt x="231815" y="321201"/>
                </a:lnTo>
                <a:cubicBezTo>
                  <a:pt x="262047" y="335171"/>
                  <a:pt x="296863" y="335171"/>
                  <a:pt x="327094" y="321201"/>
                </a:cubicBezTo>
                <a:lnTo>
                  <a:pt x="506413" y="238363"/>
                </a:lnTo>
                <a:lnTo>
                  <a:pt x="543629" y="255607"/>
                </a:lnTo>
                <a:cubicBezTo>
                  <a:pt x="552906" y="259864"/>
                  <a:pt x="558800" y="269141"/>
                  <a:pt x="558800" y="279400"/>
                </a:cubicBezTo>
                <a:cubicBezTo>
                  <a:pt x="558800" y="289659"/>
                  <a:pt x="552906" y="298936"/>
                  <a:pt x="543629" y="303193"/>
                </a:cubicBezTo>
                <a:lnTo>
                  <a:pt x="305048" y="413425"/>
                </a:lnTo>
                <a:cubicBezTo>
                  <a:pt x="288786" y="420955"/>
                  <a:pt x="270014" y="420955"/>
                  <a:pt x="253752" y="413425"/>
                </a:cubicBezTo>
                <a:lnTo>
                  <a:pt x="15171" y="303193"/>
                </a:lnTo>
                <a:cubicBezTo>
                  <a:pt x="5894" y="298827"/>
                  <a:pt x="0" y="289550"/>
                  <a:pt x="0" y="279400"/>
                </a:cubicBezTo>
                <a:cubicBezTo>
                  <a:pt x="0" y="269250"/>
                  <a:pt x="5894" y="259864"/>
                  <a:pt x="15171" y="255607"/>
                </a:cubicBezTo>
                <a:lnTo>
                  <a:pt x="52388" y="238363"/>
                </a:lnTo>
                <a:close/>
                <a:moveTo>
                  <a:pt x="15171" y="395307"/>
                </a:moveTo>
                <a:lnTo>
                  <a:pt x="52388" y="378063"/>
                </a:lnTo>
                <a:lnTo>
                  <a:pt x="231706" y="460901"/>
                </a:lnTo>
                <a:cubicBezTo>
                  <a:pt x="261938" y="474871"/>
                  <a:pt x="296753" y="474871"/>
                  <a:pt x="326985" y="460901"/>
                </a:cubicBezTo>
                <a:lnTo>
                  <a:pt x="506303" y="378063"/>
                </a:lnTo>
                <a:lnTo>
                  <a:pt x="543520" y="395307"/>
                </a:lnTo>
                <a:cubicBezTo>
                  <a:pt x="552797" y="399564"/>
                  <a:pt x="558691" y="408841"/>
                  <a:pt x="558691" y="419100"/>
                </a:cubicBezTo>
                <a:cubicBezTo>
                  <a:pt x="558691" y="429359"/>
                  <a:pt x="552797" y="438636"/>
                  <a:pt x="543520" y="442893"/>
                </a:cubicBezTo>
                <a:lnTo>
                  <a:pt x="304939" y="553125"/>
                </a:lnTo>
                <a:cubicBezTo>
                  <a:pt x="288677" y="560655"/>
                  <a:pt x="269905" y="560655"/>
                  <a:pt x="253643" y="553125"/>
                </a:cubicBezTo>
                <a:lnTo>
                  <a:pt x="15171" y="442893"/>
                </a:lnTo>
                <a:cubicBezTo>
                  <a:pt x="5894" y="438527"/>
                  <a:pt x="0" y="429250"/>
                  <a:pt x="0" y="419100"/>
                </a:cubicBezTo>
                <a:cubicBezTo>
                  <a:pt x="0" y="408950"/>
                  <a:pt x="5894" y="399564"/>
                  <a:pt x="15171" y="395307"/>
                </a:cubicBezTo>
                <a:close/>
              </a:path>
            </a:pathLst>
          </a:custGeom>
          <a:solidFill>
            <a:srgbClr val="6B21A8"/>
          </a:solidFill>
          <a:ln/>
        </p:spPr>
        <p:txBody>
          <a:bodyPr/>
          <a:lstStyle/>
          <a:p>
            <a:endParaRPr lang="en-US"/>
          </a:p>
        </p:txBody>
      </p:sp>
      <p:sp>
        <p:nvSpPr>
          <p:cNvPr id="32" name="Text 29"/>
          <p:cNvSpPr/>
          <p:nvPr/>
        </p:nvSpPr>
        <p:spPr>
          <a:xfrm>
            <a:off x="11176000" y="6096000"/>
            <a:ext cx="3302000" cy="762000"/>
          </a:xfrm>
          <a:prstGeom prst="rect">
            <a:avLst/>
          </a:prstGeom>
          <a:noFill/>
          <a:ln/>
        </p:spPr>
        <p:txBody>
          <a:bodyPr wrap="square" lIns="0" tIns="0" rIns="0" bIns="0" rtlCol="0" anchor="t"/>
          <a:lstStyle/>
          <a:p>
            <a:pPr algn="ctr">
              <a:lnSpc>
                <a:spcPct val="140000"/>
              </a:lnSpc>
            </a:pPr>
            <a:r>
              <a:rPr lang="en-US" sz="1800" b="1" dirty="0">
                <a:solidFill>
                  <a:srgbClr val="1E1B2E"/>
                </a:solidFill>
                <a:latin typeface="Quattrocento Sans" pitchFamily="34" charset="0"/>
                <a:ea typeface="Quattrocento Sans" pitchFamily="34" charset="-122"/>
                <a:cs typeface="Quattrocento Sans" pitchFamily="34" charset="-120"/>
              </a:rPr>
              <a:t>Foundation of Web</a:t>
            </a:r>
            <a:endParaRPr lang="en-US" sz="1600" dirty="0"/>
          </a:p>
          <a:p>
            <a:pPr algn="ctr">
              <a:lnSpc>
                <a:spcPct val="140000"/>
              </a:lnSpc>
            </a:pPr>
            <a:r>
              <a:rPr lang="en-US" sz="1400" dirty="0">
                <a:solidFill>
                  <a:srgbClr val="6B7280"/>
                </a:solidFill>
                <a:latin typeface="Quattrocento Sans" pitchFamily="34" charset="0"/>
                <a:ea typeface="Quattrocento Sans" pitchFamily="34" charset="-122"/>
                <a:cs typeface="Quattrocento Sans" pitchFamily="34" charset="-120"/>
              </a:rPr>
              <a:t>Base of every website</a:t>
            </a:r>
            <a:endParaRPr lang="en-US" sz="1600" dirty="0"/>
          </a:p>
        </p:txBody>
      </p:sp>
      <p:sp>
        <p:nvSpPr>
          <p:cNvPr id="33" name="Shape 30"/>
          <p:cNvSpPr/>
          <p:nvPr/>
        </p:nvSpPr>
        <p:spPr>
          <a:xfrm>
            <a:off x="762000" y="7620000"/>
            <a:ext cx="14732000" cy="635000"/>
          </a:xfrm>
          <a:prstGeom prst="roundRect">
            <a:avLst>
              <a:gd name="adj" fmla="val 10000"/>
            </a:avLst>
          </a:prstGeom>
          <a:solidFill>
            <a:srgbClr val="6B21A8"/>
          </a:solidFill>
          <a:ln/>
        </p:spPr>
        <p:txBody>
          <a:bodyPr/>
          <a:lstStyle/>
          <a:p>
            <a:endParaRPr lang="en-US"/>
          </a:p>
        </p:txBody>
      </p:sp>
      <p:sp>
        <p:nvSpPr>
          <p:cNvPr id="34" name="Text 31"/>
          <p:cNvSpPr/>
          <p:nvPr/>
        </p:nvSpPr>
        <p:spPr>
          <a:xfrm>
            <a:off x="1016000" y="7721600"/>
            <a:ext cx="14224000" cy="508000"/>
          </a:xfrm>
          <a:prstGeom prst="rect">
            <a:avLst/>
          </a:prstGeom>
          <a:noFill/>
          <a:ln/>
        </p:spPr>
        <p:txBody>
          <a:bodyPr wrap="square" lIns="0" tIns="0" rIns="0" bIns="0" rtlCol="0" anchor="ctr"/>
          <a:lstStyle/>
          <a:p>
            <a:pPr algn="ctr">
              <a:lnSpc>
                <a:spcPct val="100000"/>
              </a:lnSpc>
            </a:pPr>
            <a:r>
              <a:rPr lang="en-US" sz="1600" b="1" dirty="0">
                <a:solidFill>
                  <a:srgbClr val="FFFFFF"/>
                </a:solidFill>
                <a:latin typeface="Quattrocento Sans" pitchFamily="34" charset="0"/>
                <a:ea typeface="Quattrocento Sans" pitchFamily="34" charset="-122"/>
                <a:cs typeface="Quattrocento Sans" pitchFamily="34" charset="-120"/>
              </a:rPr>
              <a:t>HTML5</a:t>
            </a:r>
            <a:r>
              <a:rPr lang="en-US" sz="1600" dirty="0">
                <a:solidFill>
                  <a:srgbClr val="FFFFFF"/>
                </a:solidFill>
                <a:latin typeface="Quattrocento Sans" pitchFamily="34" charset="0"/>
                <a:ea typeface="Quattrocento Sans" pitchFamily="34" charset="-122"/>
                <a:cs typeface="Quattrocento Sans" pitchFamily="34" charset="-120"/>
              </a:rPr>
              <a:t> is the latest version, offering semantic elements, multimedia support, and improved APIs for modern web development.</a:t>
            </a:r>
            <a:endParaRPr lang="en-US" sz="1600" dirty="0"/>
          </a:p>
        </p:txBody>
      </p:sp>
      <p:sp>
        <p:nvSpPr>
          <p:cNvPr id="35" name="Text 32"/>
          <p:cNvSpPr/>
          <p:nvPr/>
        </p:nvSpPr>
        <p:spPr>
          <a:xfrm>
            <a:off x="14986000" y="8636000"/>
            <a:ext cx="762000" cy="317500"/>
          </a:xfrm>
          <a:prstGeom prst="rect">
            <a:avLst/>
          </a:prstGeom>
          <a:noFill/>
          <a:ln/>
        </p:spPr>
        <p:txBody>
          <a:bodyPr wrap="none" lIns="0" tIns="0" rIns="0" bIns="0" rtlCol="0" anchor="ctr"/>
          <a:lstStyle/>
          <a:p>
            <a:pPr algn="r">
              <a:lnSpc>
                <a:spcPct val="100000"/>
              </a:lnSpc>
            </a:pPr>
            <a:r>
              <a:rPr lang="en-US" sz="1200" dirty="0">
                <a:solidFill>
                  <a:srgbClr val="D8B4FE"/>
                </a:solidFill>
                <a:latin typeface="Liter" pitchFamily="34" charset="0"/>
                <a:ea typeface="Liter" pitchFamily="34" charset="-122"/>
                <a:cs typeface="Liter" pitchFamily="34" charset="-120"/>
              </a:rPr>
              <a:t>05 / 15</a:t>
            </a:r>
            <a:endParaRPr lang="en-US" sz="16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762000" y="508000"/>
            <a:ext cx="7620000" cy="508000"/>
          </a:xfrm>
          <a:prstGeom prst="rect">
            <a:avLst/>
          </a:prstGeom>
          <a:noFill/>
          <a:ln/>
        </p:spPr>
        <p:txBody>
          <a:bodyPr wrap="none" lIns="0" tIns="0" rIns="0" bIns="0" rtlCol="0" anchor="ctr"/>
          <a:lstStyle/>
          <a:p>
            <a:pPr>
              <a:lnSpc>
                <a:spcPct val="130000"/>
              </a:lnSpc>
            </a:pPr>
            <a:r>
              <a:rPr lang="en-US" sz="2800" b="1" dirty="0">
                <a:solidFill>
                  <a:srgbClr val="6B21A8"/>
                </a:solidFill>
                <a:latin typeface="Liter" pitchFamily="34" charset="0"/>
                <a:ea typeface="Liter" pitchFamily="34" charset="-122"/>
                <a:cs typeface="Liter" pitchFamily="34" charset="-120"/>
              </a:rPr>
              <a:t>CSS — Cascading Style Sheets</a:t>
            </a:r>
            <a:endParaRPr lang="en-US" sz="2800" dirty="0"/>
          </a:p>
        </p:txBody>
      </p:sp>
      <p:sp>
        <p:nvSpPr>
          <p:cNvPr id="4" name="Shape 1"/>
          <p:cNvSpPr/>
          <p:nvPr/>
        </p:nvSpPr>
        <p:spPr>
          <a:xfrm>
            <a:off x="762000" y="1079500"/>
            <a:ext cx="1016000" cy="50800"/>
          </a:xfrm>
          <a:prstGeom prst="rect">
            <a:avLst/>
          </a:prstGeom>
          <a:solidFill>
            <a:srgbClr val="6B21A8"/>
          </a:solidFill>
          <a:ln/>
        </p:spPr>
        <p:txBody>
          <a:bodyPr/>
          <a:lstStyle/>
          <a:p>
            <a:endParaRPr lang="en-US"/>
          </a:p>
        </p:txBody>
      </p:sp>
      <p:sp>
        <p:nvSpPr>
          <p:cNvPr id="5" name="Shape 2"/>
          <p:cNvSpPr/>
          <p:nvPr/>
        </p:nvSpPr>
        <p:spPr>
          <a:xfrm>
            <a:off x="762000" y="1371600"/>
            <a:ext cx="1143000" cy="381000"/>
          </a:xfrm>
          <a:prstGeom prst="roundRect">
            <a:avLst>
              <a:gd name="adj" fmla="val 16000"/>
            </a:avLst>
          </a:prstGeom>
          <a:solidFill>
            <a:srgbClr val="A855F7"/>
          </a:solidFill>
          <a:ln/>
        </p:spPr>
        <p:txBody>
          <a:bodyPr/>
          <a:lstStyle/>
          <a:p>
            <a:endParaRPr lang="en-US"/>
          </a:p>
        </p:txBody>
      </p:sp>
      <p:sp>
        <p:nvSpPr>
          <p:cNvPr id="6" name="Text 3"/>
          <p:cNvSpPr/>
          <p:nvPr/>
        </p:nvSpPr>
        <p:spPr>
          <a:xfrm>
            <a:off x="762000" y="1371600"/>
            <a:ext cx="1143000" cy="381000"/>
          </a:xfrm>
          <a:prstGeom prst="rect">
            <a:avLst/>
          </a:prstGeom>
          <a:noFill/>
          <a:ln/>
        </p:spPr>
        <p:txBody>
          <a:bodyPr wrap="none" lIns="0" tIns="0" rIns="0" bIns="0" rtlCol="0" anchor="ctr"/>
          <a:lstStyle/>
          <a:p>
            <a:pPr algn="ctr">
              <a:lnSpc>
                <a:spcPct val="100000"/>
              </a:lnSpc>
            </a:pPr>
            <a:r>
              <a:rPr lang="en-US" sz="1200" kern="0" spc="100" dirty="0">
                <a:solidFill>
                  <a:srgbClr val="FFFFFF"/>
                </a:solidFill>
                <a:latin typeface="Liter" pitchFamily="34" charset="0"/>
                <a:ea typeface="Liter" pitchFamily="34" charset="-122"/>
                <a:cs typeface="Liter" pitchFamily="34" charset="-120"/>
              </a:rPr>
              <a:t>STYLING</a:t>
            </a:r>
            <a:endParaRPr lang="en-US" sz="1600" dirty="0"/>
          </a:p>
        </p:txBody>
      </p:sp>
      <p:sp>
        <p:nvSpPr>
          <p:cNvPr id="7" name="Text 4"/>
          <p:cNvSpPr/>
          <p:nvPr/>
        </p:nvSpPr>
        <p:spPr>
          <a:xfrm>
            <a:off x="762000" y="2095500"/>
            <a:ext cx="3810000" cy="381000"/>
          </a:xfrm>
          <a:prstGeom prst="rect">
            <a:avLst/>
          </a:prstGeom>
          <a:noFill/>
          <a:ln/>
        </p:spPr>
        <p:txBody>
          <a:bodyPr wrap="none" lIns="0" tIns="0" rIns="0" bIns="0" rtlCol="0" anchor="ctr"/>
          <a:lstStyle/>
          <a:p>
            <a:pPr>
              <a:lnSpc>
                <a:spcPct val="100000"/>
              </a:lnSpc>
            </a:pPr>
            <a:r>
              <a:rPr lang="en-US" sz="2000" b="1" dirty="0">
                <a:solidFill>
                  <a:srgbClr val="6B21A8"/>
                </a:solidFill>
                <a:latin typeface="Liter" pitchFamily="34" charset="0"/>
                <a:ea typeface="Liter" pitchFamily="34" charset="-122"/>
                <a:cs typeface="Liter" pitchFamily="34" charset="-120"/>
              </a:rPr>
              <a:t>Core CSS Topics</a:t>
            </a:r>
            <a:endParaRPr lang="en-US" sz="1600" dirty="0"/>
          </a:p>
        </p:txBody>
      </p:sp>
      <p:sp>
        <p:nvSpPr>
          <p:cNvPr id="8" name="Shape 5"/>
          <p:cNvSpPr/>
          <p:nvPr/>
        </p:nvSpPr>
        <p:spPr>
          <a:xfrm>
            <a:off x="762000" y="2667000"/>
            <a:ext cx="3302000" cy="609600"/>
          </a:xfrm>
          <a:prstGeom prst="roundRect">
            <a:avLst>
              <a:gd name="adj" fmla="val 12000"/>
            </a:avLst>
          </a:prstGeom>
          <a:solidFill>
            <a:srgbClr val="F3E8FF"/>
          </a:solidFill>
          <a:ln/>
        </p:spPr>
        <p:txBody>
          <a:bodyPr/>
          <a:lstStyle/>
          <a:p>
            <a:endParaRPr lang="en-US"/>
          </a:p>
        </p:txBody>
      </p:sp>
      <p:sp>
        <p:nvSpPr>
          <p:cNvPr id="9" name="Shape 6"/>
          <p:cNvSpPr/>
          <p:nvPr/>
        </p:nvSpPr>
        <p:spPr>
          <a:xfrm>
            <a:off x="919162" y="2794000"/>
            <a:ext cx="371475" cy="330200"/>
          </a:xfrm>
          <a:custGeom>
            <a:avLst/>
            <a:gdLst/>
            <a:ahLst/>
            <a:cxnLst/>
            <a:rect l="l" t="t" r="r" b="b"/>
            <a:pathLst>
              <a:path w="371475" h="330200">
                <a:moveTo>
                  <a:pt x="309885" y="6643"/>
                </a:moveTo>
                <a:lnTo>
                  <a:pt x="167099" y="101898"/>
                </a:lnTo>
                <a:cubicBezTo>
                  <a:pt x="148332" y="114409"/>
                  <a:pt x="136401" y="134724"/>
                  <a:pt x="134466" y="156909"/>
                </a:cubicBezTo>
                <a:cubicBezTo>
                  <a:pt x="174645" y="165164"/>
                  <a:pt x="206311" y="196830"/>
                  <a:pt x="214630" y="237073"/>
                </a:cubicBezTo>
                <a:cubicBezTo>
                  <a:pt x="236880" y="235139"/>
                  <a:pt x="257130" y="223207"/>
                  <a:pt x="269642" y="204440"/>
                </a:cubicBezTo>
                <a:lnTo>
                  <a:pt x="364832" y="61590"/>
                </a:lnTo>
                <a:cubicBezTo>
                  <a:pt x="369153" y="55076"/>
                  <a:pt x="371475" y="47466"/>
                  <a:pt x="371475" y="39598"/>
                </a:cubicBezTo>
                <a:cubicBezTo>
                  <a:pt x="371475" y="17735"/>
                  <a:pt x="353740" y="0"/>
                  <a:pt x="331877" y="0"/>
                </a:cubicBezTo>
                <a:cubicBezTo>
                  <a:pt x="324073" y="0"/>
                  <a:pt x="316399" y="2322"/>
                  <a:pt x="309885" y="6643"/>
                </a:cubicBezTo>
                <a:close/>
                <a:moveTo>
                  <a:pt x="185738" y="257969"/>
                </a:moveTo>
                <a:cubicBezTo>
                  <a:pt x="185738" y="218048"/>
                  <a:pt x="153427" y="185738"/>
                  <a:pt x="113506" y="185738"/>
                </a:cubicBezTo>
                <a:cubicBezTo>
                  <a:pt x="73586" y="185738"/>
                  <a:pt x="41275" y="218048"/>
                  <a:pt x="41275" y="257969"/>
                </a:cubicBezTo>
                <a:cubicBezTo>
                  <a:pt x="41275" y="260484"/>
                  <a:pt x="41404" y="262999"/>
                  <a:pt x="41662" y="265450"/>
                </a:cubicBezTo>
                <a:cubicBezTo>
                  <a:pt x="42823" y="276736"/>
                  <a:pt x="35084" y="288925"/>
                  <a:pt x="23733" y="288925"/>
                </a:cubicBezTo>
                <a:lnTo>
                  <a:pt x="20638" y="288925"/>
                </a:lnTo>
                <a:cubicBezTo>
                  <a:pt x="9222" y="288925"/>
                  <a:pt x="0" y="298147"/>
                  <a:pt x="0" y="309563"/>
                </a:cubicBezTo>
                <a:cubicBezTo>
                  <a:pt x="0" y="320978"/>
                  <a:pt x="9222" y="330200"/>
                  <a:pt x="20638" y="330200"/>
                </a:cubicBezTo>
                <a:lnTo>
                  <a:pt x="113506" y="330200"/>
                </a:lnTo>
                <a:cubicBezTo>
                  <a:pt x="153427" y="330200"/>
                  <a:pt x="185738" y="297889"/>
                  <a:pt x="185738" y="257969"/>
                </a:cubicBezTo>
                <a:close/>
              </a:path>
            </a:pathLst>
          </a:custGeom>
          <a:solidFill>
            <a:srgbClr val="6B21A8"/>
          </a:solidFill>
          <a:ln/>
        </p:spPr>
        <p:txBody>
          <a:bodyPr/>
          <a:lstStyle/>
          <a:p>
            <a:endParaRPr lang="en-US"/>
          </a:p>
        </p:txBody>
      </p:sp>
      <p:sp>
        <p:nvSpPr>
          <p:cNvPr id="10" name="Text 7"/>
          <p:cNvSpPr/>
          <p:nvPr/>
        </p:nvSpPr>
        <p:spPr>
          <a:xfrm>
            <a:off x="1371600" y="2667000"/>
            <a:ext cx="2540000" cy="609600"/>
          </a:xfrm>
          <a:prstGeom prst="rect">
            <a:avLst/>
          </a:prstGeom>
          <a:noFill/>
          <a:ln/>
        </p:spPr>
        <p:txBody>
          <a:bodyPr wrap="none" lIns="0" tIns="0" rIns="0" bIns="0" rtlCol="0" anchor="ctr"/>
          <a:lstStyle/>
          <a:p>
            <a:pPr>
              <a:lnSpc>
                <a:spcPct val="100000"/>
              </a:lnSpc>
            </a:pPr>
            <a:r>
              <a:rPr lang="en-US" sz="1600" b="1" dirty="0">
                <a:solidFill>
                  <a:srgbClr val="1E1B2E"/>
                </a:solidFill>
                <a:latin typeface="Quattrocento Sans" pitchFamily="34" charset="0"/>
                <a:ea typeface="Quattrocento Sans" pitchFamily="34" charset="-122"/>
                <a:cs typeface="Quattrocento Sans" pitchFamily="34" charset="-120"/>
              </a:rPr>
              <a:t>Colors</a:t>
            </a:r>
            <a:r>
              <a:rPr lang="en-US" sz="1600" dirty="0">
                <a:solidFill>
                  <a:srgbClr val="1E1B2E"/>
                </a:solidFill>
                <a:latin typeface="Quattrocento Sans" pitchFamily="34" charset="0"/>
                <a:ea typeface="Quattrocento Sans" pitchFamily="34" charset="-122"/>
                <a:cs typeface="Quattrocento Sans" pitchFamily="34" charset="-120"/>
              </a:rPr>
              <a:t> &amp; Backgrounds</a:t>
            </a:r>
            <a:endParaRPr lang="en-US" sz="1600" dirty="0"/>
          </a:p>
        </p:txBody>
      </p:sp>
      <p:sp>
        <p:nvSpPr>
          <p:cNvPr id="11" name="Shape 8"/>
          <p:cNvSpPr/>
          <p:nvPr/>
        </p:nvSpPr>
        <p:spPr>
          <a:xfrm>
            <a:off x="762000" y="3429000"/>
            <a:ext cx="3302000" cy="609600"/>
          </a:xfrm>
          <a:prstGeom prst="roundRect">
            <a:avLst>
              <a:gd name="adj" fmla="val 12000"/>
            </a:avLst>
          </a:prstGeom>
          <a:solidFill>
            <a:srgbClr val="F3E8FF"/>
          </a:solidFill>
          <a:ln/>
        </p:spPr>
        <p:txBody>
          <a:bodyPr/>
          <a:lstStyle/>
          <a:p>
            <a:endParaRPr lang="en-US"/>
          </a:p>
        </p:txBody>
      </p:sp>
      <p:sp>
        <p:nvSpPr>
          <p:cNvPr id="12" name="Shape 9"/>
          <p:cNvSpPr/>
          <p:nvPr/>
        </p:nvSpPr>
        <p:spPr>
          <a:xfrm>
            <a:off x="939800" y="3556000"/>
            <a:ext cx="330200" cy="330200"/>
          </a:xfrm>
          <a:custGeom>
            <a:avLst/>
            <a:gdLst/>
            <a:ahLst/>
            <a:cxnLst/>
            <a:rect l="l" t="t" r="r" b="b"/>
            <a:pathLst>
              <a:path w="330200" h="330200">
                <a:moveTo>
                  <a:pt x="183867" y="32698"/>
                </a:moveTo>
                <a:cubicBezTo>
                  <a:pt x="180514" y="25345"/>
                  <a:pt x="173162" y="20638"/>
                  <a:pt x="165100" y="20638"/>
                </a:cubicBezTo>
                <a:cubicBezTo>
                  <a:pt x="157038" y="20638"/>
                  <a:pt x="149686" y="25345"/>
                  <a:pt x="146333" y="32698"/>
                </a:cubicBezTo>
                <a:lnTo>
                  <a:pt x="38373" y="268288"/>
                </a:lnTo>
                <a:lnTo>
                  <a:pt x="30956" y="268288"/>
                </a:lnTo>
                <a:cubicBezTo>
                  <a:pt x="19541" y="268288"/>
                  <a:pt x="10319" y="277510"/>
                  <a:pt x="10319" y="288925"/>
                </a:cubicBezTo>
                <a:cubicBezTo>
                  <a:pt x="10319" y="300340"/>
                  <a:pt x="19541" y="309563"/>
                  <a:pt x="30956" y="309563"/>
                </a:cubicBezTo>
                <a:lnTo>
                  <a:pt x="87709" y="309563"/>
                </a:lnTo>
                <a:cubicBezTo>
                  <a:pt x="99124" y="309563"/>
                  <a:pt x="108347" y="300340"/>
                  <a:pt x="108347" y="288925"/>
                </a:cubicBezTo>
                <a:cubicBezTo>
                  <a:pt x="108347" y="277510"/>
                  <a:pt x="99124" y="268288"/>
                  <a:pt x="87709" y="268288"/>
                </a:cubicBezTo>
                <a:lnTo>
                  <a:pt x="83775" y="268288"/>
                </a:lnTo>
                <a:lnTo>
                  <a:pt x="97964" y="237331"/>
                </a:lnTo>
                <a:lnTo>
                  <a:pt x="232301" y="237331"/>
                </a:lnTo>
                <a:lnTo>
                  <a:pt x="246489" y="268288"/>
                </a:lnTo>
                <a:lnTo>
                  <a:pt x="242555" y="268288"/>
                </a:lnTo>
                <a:cubicBezTo>
                  <a:pt x="231140" y="268288"/>
                  <a:pt x="221918" y="277510"/>
                  <a:pt x="221918" y="288925"/>
                </a:cubicBezTo>
                <a:cubicBezTo>
                  <a:pt x="221918" y="300340"/>
                  <a:pt x="231140" y="309563"/>
                  <a:pt x="242555" y="309563"/>
                </a:cubicBezTo>
                <a:lnTo>
                  <a:pt x="299308" y="309563"/>
                </a:lnTo>
                <a:cubicBezTo>
                  <a:pt x="310723" y="309563"/>
                  <a:pt x="319946" y="300340"/>
                  <a:pt x="319946" y="288925"/>
                </a:cubicBezTo>
                <a:cubicBezTo>
                  <a:pt x="319946" y="277510"/>
                  <a:pt x="310723" y="268288"/>
                  <a:pt x="299308" y="268288"/>
                </a:cubicBezTo>
                <a:lnTo>
                  <a:pt x="291892" y="268288"/>
                </a:lnTo>
                <a:lnTo>
                  <a:pt x="183932" y="32698"/>
                </a:lnTo>
                <a:close/>
                <a:moveTo>
                  <a:pt x="213340" y="196056"/>
                </a:moveTo>
                <a:lnTo>
                  <a:pt x="116860" y="196056"/>
                </a:lnTo>
                <a:lnTo>
                  <a:pt x="165100" y="90805"/>
                </a:lnTo>
                <a:lnTo>
                  <a:pt x="213340" y="196056"/>
                </a:lnTo>
                <a:close/>
              </a:path>
            </a:pathLst>
          </a:custGeom>
          <a:solidFill>
            <a:srgbClr val="6B21A8"/>
          </a:solidFill>
          <a:ln/>
        </p:spPr>
        <p:txBody>
          <a:bodyPr/>
          <a:lstStyle/>
          <a:p>
            <a:endParaRPr lang="en-US"/>
          </a:p>
        </p:txBody>
      </p:sp>
      <p:sp>
        <p:nvSpPr>
          <p:cNvPr id="13" name="Text 10"/>
          <p:cNvSpPr/>
          <p:nvPr/>
        </p:nvSpPr>
        <p:spPr>
          <a:xfrm>
            <a:off x="1371600" y="3429000"/>
            <a:ext cx="2540000" cy="609600"/>
          </a:xfrm>
          <a:prstGeom prst="rect">
            <a:avLst/>
          </a:prstGeom>
          <a:noFill/>
          <a:ln/>
        </p:spPr>
        <p:txBody>
          <a:bodyPr wrap="none" lIns="0" tIns="0" rIns="0" bIns="0" rtlCol="0" anchor="ctr"/>
          <a:lstStyle/>
          <a:p>
            <a:pPr>
              <a:lnSpc>
                <a:spcPct val="100000"/>
              </a:lnSpc>
            </a:pPr>
            <a:r>
              <a:rPr lang="en-US" sz="1600" b="1" dirty="0">
                <a:solidFill>
                  <a:srgbClr val="1E1B2E"/>
                </a:solidFill>
                <a:latin typeface="Quattrocento Sans" pitchFamily="34" charset="0"/>
                <a:ea typeface="Quattrocento Sans" pitchFamily="34" charset="-122"/>
                <a:cs typeface="Quattrocento Sans" pitchFamily="34" charset="-120"/>
              </a:rPr>
              <a:t>Fonts</a:t>
            </a:r>
            <a:r>
              <a:rPr lang="en-US" sz="1600" dirty="0">
                <a:solidFill>
                  <a:srgbClr val="1E1B2E"/>
                </a:solidFill>
                <a:latin typeface="Quattrocento Sans" pitchFamily="34" charset="0"/>
                <a:ea typeface="Quattrocento Sans" pitchFamily="34" charset="-122"/>
                <a:cs typeface="Quattrocento Sans" pitchFamily="34" charset="-120"/>
              </a:rPr>
              <a:t> &amp; Typography</a:t>
            </a:r>
            <a:endParaRPr lang="en-US" sz="1600" dirty="0"/>
          </a:p>
        </p:txBody>
      </p:sp>
      <p:sp>
        <p:nvSpPr>
          <p:cNvPr id="14" name="Shape 11"/>
          <p:cNvSpPr/>
          <p:nvPr/>
        </p:nvSpPr>
        <p:spPr>
          <a:xfrm>
            <a:off x="762000" y="4191000"/>
            <a:ext cx="3302000" cy="609600"/>
          </a:xfrm>
          <a:prstGeom prst="roundRect">
            <a:avLst>
              <a:gd name="adj" fmla="val 12000"/>
            </a:avLst>
          </a:prstGeom>
          <a:solidFill>
            <a:srgbClr val="F3E8FF"/>
          </a:solidFill>
          <a:ln/>
        </p:spPr>
        <p:txBody>
          <a:bodyPr/>
          <a:lstStyle/>
          <a:p>
            <a:endParaRPr lang="en-US"/>
          </a:p>
        </p:txBody>
      </p:sp>
      <p:sp>
        <p:nvSpPr>
          <p:cNvPr id="15" name="Shape 12"/>
          <p:cNvSpPr/>
          <p:nvPr/>
        </p:nvSpPr>
        <p:spPr>
          <a:xfrm>
            <a:off x="939800" y="4318000"/>
            <a:ext cx="330200" cy="330200"/>
          </a:xfrm>
          <a:custGeom>
            <a:avLst/>
            <a:gdLst/>
            <a:ahLst/>
            <a:cxnLst/>
            <a:rect l="l" t="t" r="r" b="b"/>
            <a:pathLst>
              <a:path w="330200" h="330200">
                <a:moveTo>
                  <a:pt x="324138" y="262225"/>
                </a:moveTo>
                <a:lnTo>
                  <a:pt x="262225" y="324138"/>
                </a:lnTo>
                <a:cubicBezTo>
                  <a:pt x="256292" y="330071"/>
                  <a:pt x="247457" y="331812"/>
                  <a:pt x="239717" y="328588"/>
                </a:cubicBezTo>
                <a:cubicBezTo>
                  <a:pt x="231978" y="325363"/>
                  <a:pt x="227013" y="317882"/>
                  <a:pt x="227013" y="309563"/>
                </a:cubicBezTo>
                <a:lnTo>
                  <a:pt x="227013" y="268288"/>
                </a:lnTo>
                <a:lnTo>
                  <a:pt x="20638" y="268288"/>
                </a:lnTo>
                <a:cubicBezTo>
                  <a:pt x="9222" y="268288"/>
                  <a:pt x="0" y="259065"/>
                  <a:pt x="0" y="247650"/>
                </a:cubicBezTo>
                <a:cubicBezTo>
                  <a:pt x="0" y="236235"/>
                  <a:pt x="9222" y="227013"/>
                  <a:pt x="20638" y="227013"/>
                </a:cubicBezTo>
                <a:lnTo>
                  <a:pt x="227013" y="227013"/>
                </a:lnTo>
                <a:lnTo>
                  <a:pt x="227013" y="185738"/>
                </a:lnTo>
                <a:cubicBezTo>
                  <a:pt x="227013" y="177418"/>
                  <a:pt x="232043" y="169872"/>
                  <a:pt x="239782" y="166648"/>
                </a:cubicBezTo>
                <a:cubicBezTo>
                  <a:pt x="247521" y="163423"/>
                  <a:pt x="256356" y="165229"/>
                  <a:pt x="262290" y="171098"/>
                </a:cubicBezTo>
                <a:lnTo>
                  <a:pt x="324202" y="233010"/>
                </a:lnTo>
                <a:cubicBezTo>
                  <a:pt x="332264" y="241072"/>
                  <a:pt x="332264" y="254164"/>
                  <a:pt x="324202" y="262225"/>
                </a:cubicBezTo>
                <a:close/>
                <a:moveTo>
                  <a:pt x="6062" y="97125"/>
                </a:moveTo>
                <a:cubicBezTo>
                  <a:pt x="-1999" y="89064"/>
                  <a:pt x="-1999" y="75972"/>
                  <a:pt x="6062" y="67910"/>
                </a:cubicBezTo>
                <a:lnTo>
                  <a:pt x="67975" y="5998"/>
                </a:lnTo>
                <a:cubicBezTo>
                  <a:pt x="73908" y="64"/>
                  <a:pt x="82743" y="-1677"/>
                  <a:pt x="90483" y="1548"/>
                </a:cubicBezTo>
                <a:cubicBezTo>
                  <a:pt x="98222" y="4772"/>
                  <a:pt x="103188" y="12318"/>
                  <a:pt x="103188" y="20638"/>
                </a:cubicBezTo>
                <a:lnTo>
                  <a:pt x="103188" y="61912"/>
                </a:lnTo>
                <a:lnTo>
                  <a:pt x="309563" y="61912"/>
                </a:lnTo>
                <a:cubicBezTo>
                  <a:pt x="320978" y="61912"/>
                  <a:pt x="330200" y="71135"/>
                  <a:pt x="330200" y="82550"/>
                </a:cubicBezTo>
                <a:cubicBezTo>
                  <a:pt x="330200" y="93965"/>
                  <a:pt x="320978" y="103188"/>
                  <a:pt x="309563" y="103188"/>
                </a:cubicBezTo>
                <a:lnTo>
                  <a:pt x="103188" y="103188"/>
                </a:lnTo>
                <a:lnTo>
                  <a:pt x="103188" y="144463"/>
                </a:lnTo>
                <a:cubicBezTo>
                  <a:pt x="103188" y="152782"/>
                  <a:pt x="98157" y="160328"/>
                  <a:pt x="90418" y="163552"/>
                </a:cubicBezTo>
                <a:cubicBezTo>
                  <a:pt x="82679" y="166777"/>
                  <a:pt x="73844" y="164971"/>
                  <a:pt x="67910" y="159102"/>
                </a:cubicBezTo>
                <a:lnTo>
                  <a:pt x="5998" y="97190"/>
                </a:lnTo>
                <a:close/>
              </a:path>
            </a:pathLst>
          </a:custGeom>
          <a:solidFill>
            <a:srgbClr val="6B21A8"/>
          </a:solidFill>
          <a:ln/>
        </p:spPr>
        <p:txBody>
          <a:bodyPr/>
          <a:lstStyle/>
          <a:p>
            <a:endParaRPr lang="en-US"/>
          </a:p>
        </p:txBody>
      </p:sp>
      <p:sp>
        <p:nvSpPr>
          <p:cNvPr id="16" name="Text 13"/>
          <p:cNvSpPr/>
          <p:nvPr/>
        </p:nvSpPr>
        <p:spPr>
          <a:xfrm>
            <a:off x="1371600" y="4191000"/>
            <a:ext cx="2540000" cy="609600"/>
          </a:xfrm>
          <a:prstGeom prst="rect">
            <a:avLst/>
          </a:prstGeom>
          <a:noFill/>
          <a:ln/>
        </p:spPr>
        <p:txBody>
          <a:bodyPr wrap="none" lIns="0" tIns="0" rIns="0" bIns="0" rtlCol="0" anchor="ctr"/>
          <a:lstStyle/>
          <a:p>
            <a:pPr>
              <a:lnSpc>
                <a:spcPct val="100000"/>
              </a:lnSpc>
            </a:pPr>
            <a:r>
              <a:rPr lang="en-US" sz="1600" b="1" dirty="0">
                <a:solidFill>
                  <a:srgbClr val="1E1B2E"/>
                </a:solidFill>
                <a:latin typeface="Quattrocento Sans" pitchFamily="34" charset="0"/>
                <a:ea typeface="Quattrocento Sans" pitchFamily="34" charset="-122"/>
                <a:cs typeface="Quattrocento Sans" pitchFamily="34" charset="-120"/>
              </a:rPr>
              <a:t>Margin</a:t>
            </a:r>
            <a:r>
              <a:rPr lang="en-US" sz="1600" dirty="0">
                <a:solidFill>
                  <a:srgbClr val="1E1B2E"/>
                </a:solidFill>
                <a:latin typeface="Quattrocento Sans" pitchFamily="34" charset="0"/>
                <a:ea typeface="Quattrocento Sans" pitchFamily="34" charset="-122"/>
                <a:cs typeface="Quattrocento Sans" pitchFamily="34" charset="-120"/>
              </a:rPr>
              <a:t> &amp; Padding</a:t>
            </a:r>
            <a:endParaRPr lang="en-US" sz="1600" dirty="0"/>
          </a:p>
        </p:txBody>
      </p:sp>
      <p:sp>
        <p:nvSpPr>
          <p:cNvPr id="17" name="Shape 14"/>
          <p:cNvSpPr/>
          <p:nvPr/>
        </p:nvSpPr>
        <p:spPr>
          <a:xfrm>
            <a:off x="762000" y="4953000"/>
            <a:ext cx="3302000" cy="609600"/>
          </a:xfrm>
          <a:prstGeom prst="roundRect">
            <a:avLst>
              <a:gd name="adj" fmla="val 12000"/>
            </a:avLst>
          </a:prstGeom>
          <a:solidFill>
            <a:srgbClr val="F3E8FF"/>
          </a:solidFill>
          <a:ln/>
        </p:spPr>
        <p:txBody>
          <a:bodyPr/>
          <a:lstStyle/>
          <a:p>
            <a:endParaRPr lang="en-US"/>
          </a:p>
        </p:txBody>
      </p:sp>
      <p:sp>
        <p:nvSpPr>
          <p:cNvPr id="18" name="Shape 15"/>
          <p:cNvSpPr/>
          <p:nvPr/>
        </p:nvSpPr>
        <p:spPr>
          <a:xfrm>
            <a:off x="960438" y="5080000"/>
            <a:ext cx="288925" cy="330200"/>
          </a:xfrm>
          <a:custGeom>
            <a:avLst/>
            <a:gdLst/>
            <a:ahLst/>
            <a:cxnLst/>
            <a:rect l="l" t="t" r="r" b="b"/>
            <a:pathLst>
              <a:path w="288925" h="330200">
                <a:moveTo>
                  <a:pt x="0" y="288925"/>
                </a:moveTo>
                <a:cubicBezTo>
                  <a:pt x="0" y="300340"/>
                  <a:pt x="9222" y="309563"/>
                  <a:pt x="20638" y="309563"/>
                </a:cubicBezTo>
                <a:cubicBezTo>
                  <a:pt x="32053" y="309563"/>
                  <a:pt x="41275" y="300340"/>
                  <a:pt x="41275" y="288925"/>
                </a:cubicBezTo>
                <a:lnTo>
                  <a:pt x="41275" y="61912"/>
                </a:lnTo>
                <a:lnTo>
                  <a:pt x="268288" y="61912"/>
                </a:lnTo>
                <a:cubicBezTo>
                  <a:pt x="279703" y="61912"/>
                  <a:pt x="288925" y="52690"/>
                  <a:pt x="288925" y="41275"/>
                </a:cubicBezTo>
                <a:cubicBezTo>
                  <a:pt x="288925" y="29860"/>
                  <a:pt x="279703" y="20638"/>
                  <a:pt x="268288" y="20638"/>
                </a:cubicBezTo>
                <a:lnTo>
                  <a:pt x="41275" y="20638"/>
                </a:lnTo>
                <a:cubicBezTo>
                  <a:pt x="18509" y="20638"/>
                  <a:pt x="0" y="39147"/>
                  <a:pt x="0" y="61912"/>
                </a:cubicBezTo>
                <a:lnTo>
                  <a:pt x="0" y="288925"/>
                </a:lnTo>
                <a:close/>
                <a:moveTo>
                  <a:pt x="82550" y="288925"/>
                </a:moveTo>
                <a:cubicBezTo>
                  <a:pt x="82550" y="300340"/>
                  <a:pt x="91772" y="309563"/>
                  <a:pt x="103188" y="309563"/>
                </a:cubicBezTo>
                <a:cubicBezTo>
                  <a:pt x="114603" y="309563"/>
                  <a:pt x="123825" y="300340"/>
                  <a:pt x="123825" y="288925"/>
                </a:cubicBezTo>
                <a:cubicBezTo>
                  <a:pt x="123825" y="277510"/>
                  <a:pt x="114603" y="268288"/>
                  <a:pt x="103188" y="268288"/>
                </a:cubicBezTo>
                <a:cubicBezTo>
                  <a:pt x="91772" y="268288"/>
                  <a:pt x="82550" y="277510"/>
                  <a:pt x="82550" y="288925"/>
                </a:cubicBezTo>
                <a:close/>
                <a:moveTo>
                  <a:pt x="165100" y="288925"/>
                </a:moveTo>
                <a:cubicBezTo>
                  <a:pt x="165100" y="300340"/>
                  <a:pt x="174322" y="309563"/>
                  <a:pt x="185738" y="309563"/>
                </a:cubicBezTo>
                <a:cubicBezTo>
                  <a:pt x="197153" y="309563"/>
                  <a:pt x="206375" y="300340"/>
                  <a:pt x="206375" y="288925"/>
                </a:cubicBezTo>
                <a:cubicBezTo>
                  <a:pt x="206375" y="277510"/>
                  <a:pt x="197153" y="268288"/>
                  <a:pt x="185738" y="268288"/>
                </a:cubicBezTo>
                <a:cubicBezTo>
                  <a:pt x="174322" y="268288"/>
                  <a:pt x="165100" y="277510"/>
                  <a:pt x="165100" y="288925"/>
                </a:cubicBezTo>
                <a:close/>
                <a:moveTo>
                  <a:pt x="268288" y="309563"/>
                </a:moveTo>
                <a:cubicBezTo>
                  <a:pt x="279703" y="309563"/>
                  <a:pt x="288925" y="300340"/>
                  <a:pt x="288925" y="288925"/>
                </a:cubicBezTo>
                <a:cubicBezTo>
                  <a:pt x="288925" y="277510"/>
                  <a:pt x="279703" y="268288"/>
                  <a:pt x="268288" y="268288"/>
                </a:cubicBezTo>
                <a:cubicBezTo>
                  <a:pt x="256872" y="268288"/>
                  <a:pt x="247650" y="277510"/>
                  <a:pt x="247650" y="288925"/>
                </a:cubicBezTo>
                <a:cubicBezTo>
                  <a:pt x="247650" y="300340"/>
                  <a:pt x="256872" y="309563"/>
                  <a:pt x="268288" y="309563"/>
                </a:cubicBezTo>
                <a:close/>
                <a:moveTo>
                  <a:pt x="247650" y="123825"/>
                </a:moveTo>
                <a:cubicBezTo>
                  <a:pt x="247650" y="135215"/>
                  <a:pt x="256897" y="144463"/>
                  <a:pt x="268288" y="144463"/>
                </a:cubicBezTo>
                <a:cubicBezTo>
                  <a:pt x="279678" y="144463"/>
                  <a:pt x="288925" y="135215"/>
                  <a:pt x="288925" y="123825"/>
                </a:cubicBezTo>
                <a:cubicBezTo>
                  <a:pt x="288925" y="112435"/>
                  <a:pt x="279678" y="103188"/>
                  <a:pt x="268288" y="103188"/>
                </a:cubicBezTo>
                <a:cubicBezTo>
                  <a:pt x="256897" y="103188"/>
                  <a:pt x="247650" y="112435"/>
                  <a:pt x="247650" y="123825"/>
                </a:cubicBezTo>
                <a:close/>
                <a:moveTo>
                  <a:pt x="268288" y="227013"/>
                </a:moveTo>
                <a:cubicBezTo>
                  <a:pt x="279678" y="227013"/>
                  <a:pt x="288925" y="217765"/>
                  <a:pt x="288925" y="206375"/>
                </a:cubicBezTo>
                <a:cubicBezTo>
                  <a:pt x="288925" y="194985"/>
                  <a:pt x="279678" y="185738"/>
                  <a:pt x="268288" y="185738"/>
                </a:cubicBezTo>
                <a:cubicBezTo>
                  <a:pt x="256897" y="185738"/>
                  <a:pt x="247650" y="194985"/>
                  <a:pt x="247650" y="206375"/>
                </a:cubicBezTo>
                <a:cubicBezTo>
                  <a:pt x="247650" y="217765"/>
                  <a:pt x="256897" y="227013"/>
                  <a:pt x="268288" y="227013"/>
                </a:cubicBezTo>
                <a:close/>
              </a:path>
            </a:pathLst>
          </a:custGeom>
          <a:solidFill>
            <a:srgbClr val="6B21A8"/>
          </a:solidFill>
          <a:ln/>
        </p:spPr>
        <p:txBody>
          <a:bodyPr/>
          <a:lstStyle/>
          <a:p>
            <a:endParaRPr lang="en-US"/>
          </a:p>
        </p:txBody>
      </p:sp>
      <p:sp>
        <p:nvSpPr>
          <p:cNvPr id="19" name="Text 16"/>
          <p:cNvSpPr/>
          <p:nvPr/>
        </p:nvSpPr>
        <p:spPr>
          <a:xfrm>
            <a:off x="1371600" y="4953000"/>
            <a:ext cx="2540000" cy="609600"/>
          </a:xfrm>
          <a:prstGeom prst="rect">
            <a:avLst/>
          </a:prstGeom>
          <a:noFill/>
          <a:ln/>
        </p:spPr>
        <p:txBody>
          <a:bodyPr wrap="none" lIns="0" tIns="0" rIns="0" bIns="0" rtlCol="0" anchor="ctr"/>
          <a:lstStyle/>
          <a:p>
            <a:pPr>
              <a:lnSpc>
                <a:spcPct val="100000"/>
              </a:lnSpc>
            </a:pPr>
            <a:r>
              <a:rPr lang="en-US" sz="1600" b="1" dirty="0">
                <a:solidFill>
                  <a:srgbClr val="1E1B2E"/>
                </a:solidFill>
                <a:latin typeface="Quattrocento Sans" pitchFamily="34" charset="0"/>
                <a:ea typeface="Quattrocento Sans" pitchFamily="34" charset="-122"/>
                <a:cs typeface="Quattrocento Sans" pitchFamily="34" charset="-120"/>
              </a:rPr>
              <a:t>Borders</a:t>
            </a:r>
            <a:r>
              <a:rPr lang="en-US" sz="1600" dirty="0">
                <a:solidFill>
                  <a:srgbClr val="1E1B2E"/>
                </a:solidFill>
                <a:latin typeface="Quattrocento Sans" pitchFamily="34" charset="0"/>
                <a:ea typeface="Quattrocento Sans" pitchFamily="34" charset="-122"/>
                <a:cs typeface="Quattrocento Sans" pitchFamily="34" charset="-120"/>
              </a:rPr>
              <a:t> &amp; Box Model</a:t>
            </a:r>
            <a:endParaRPr lang="en-US" sz="1600" dirty="0"/>
          </a:p>
        </p:txBody>
      </p:sp>
      <p:sp>
        <p:nvSpPr>
          <p:cNvPr id="20" name="Text 17"/>
          <p:cNvSpPr/>
          <p:nvPr/>
        </p:nvSpPr>
        <p:spPr>
          <a:xfrm>
            <a:off x="4826000" y="2095500"/>
            <a:ext cx="3810000" cy="381000"/>
          </a:xfrm>
          <a:prstGeom prst="rect">
            <a:avLst/>
          </a:prstGeom>
          <a:noFill/>
          <a:ln/>
        </p:spPr>
        <p:txBody>
          <a:bodyPr wrap="none" lIns="0" tIns="0" rIns="0" bIns="0" rtlCol="0" anchor="ctr"/>
          <a:lstStyle/>
          <a:p>
            <a:pPr>
              <a:lnSpc>
                <a:spcPct val="100000"/>
              </a:lnSpc>
            </a:pPr>
            <a:r>
              <a:rPr lang="en-US" sz="2000" b="1" dirty="0">
                <a:solidFill>
                  <a:srgbClr val="6B21A8"/>
                </a:solidFill>
                <a:latin typeface="Liter" pitchFamily="34" charset="0"/>
                <a:ea typeface="Liter" pitchFamily="34" charset="-122"/>
                <a:cs typeface="Liter" pitchFamily="34" charset="-120"/>
              </a:rPr>
              <a:t>Before vs After CSS</a:t>
            </a:r>
            <a:endParaRPr lang="en-US" sz="1600" dirty="0"/>
          </a:p>
        </p:txBody>
      </p:sp>
      <p:sp>
        <p:nvSpPr>
          <p:cNvPr id="21" name="Shape 18"/>
          <p:cNvSpPr/>
          <p:nvPr/>
        </p:nvSpPr>
        <p:spPr>
          <a:xfrm>
            <a:off x="4826000" y="2667000"/>
            <a:ext cx="3175000" cy="2921000"/>
          </a:xfrm>
          <a:prstGeom prst="roundRect">
            <a:avLst>
              <a:gd name="adj" fmla="val 8000"/>
            </a:avLst>
          </a:prstGeom>
          <a:solidFill>
            <a:srgbClr val="F9FAFB"/>
          </a:solidFill>
          <a:ln w="12700">
            <a:solidFill>
              <a:srgbClr val="E5E7EB"/>
            </a:solidFill>
            <a:prstDash val="solid"/>
          </a:ln>
        </p:spPr>
        <p:txBody>
          <a:bodyPr/>
          <a:lstStyle/>
          <a:p>
            <a:endParaRPr lang="en-US"/>
          </a:p>
        </p:txBody>
      </p:sp>
      <p:sp>
        <p:nvSpPr>
          <p:cNvPr id="22" name="Shape 19"/>
          <p:cNvSpPr/>
          <p:nvPr/>
        </p:nvSpPr>
        <p:spPr>
          <a:xfrm>
            <a:off x="4826000" y="2667000"/>
            <a:ext cx="3175000" cy="457200"/>
          </a:xfrm>
          <a:prstGeom prst="roundRect">
            <a:avLst>
              <a:gd name="adj" fmla="val 8000"/>
            </a:avLst>
          </a:prstGeom>
          <a:solidFill>
            <a:srgbClr val="9CA3AF"/>
          </a:solidFill>
          <a:ln/>
        </p:spPr>
        <p:txBody>
          <a:bodyPr/>
          <a:lstStyle/>
          <a:p>
            <a:endParaRPr lang="en-US"/>
          </a:p>
        </p:txBody>
      </p:sp>
      <p:sp>
        <p:nvSpPr>
          <p:cNvPr id="23" name="Text 20"/>
          <p:cNvSpPr/>
          <p:nvPr/>
        </p:nvSpPr>
        <p:spPr>
          <a:xfrm>
            <a:off x="4826000" y="2667000"/>
            <a:ext cx="3175000" cy="457200"/>
          </a:xfrm>
          <a:prstGeom prst="rect">
            <a:avLst/>
          </a:prstGeom>
          <a:noFill/>
          <a:ln/>
        </p:spPr>
        <p:txBody>
          <a:bodyPr wrap="none" lIns="0" tIns="0" rIns="0" bIns="0" rtlCol="0" anchor="ctr"/>
          <a:lstStyle/>
          <a:p>
            <a:pPr algn="ctr">
              <a:lnSpc>
                <a:spcPct val="100000"/>
              </a:lnSpc>
            </a:pPr>
            <a:r>
              <a:rPr lang="en-US" sz="1300" kern="0" spc="100" dirty="0">
                <a:solidFill>
                  <a:srgbClr val="FFFFFF"/>
                </a:solidFill>
                <a:latin typeface="Liter" pitchFamily="34" charset="0"/>
                <a:ea typeface="Liter" pitchFamily="34" charset="-122"/>
                <a:cs typeface="Liter" pitchFamily="34" charset="-120"/>
              </a:rPr>
              <a:t>WITHOUT CSS</a:t>
            </a:r>
            <a:endParaRPr lang="en-US" sz="1600" dirty="0"/>
          </a:p>
        </p:txBody>
      </p:sp>
      <p:sp>
        <p:nvSpPr>
          <p:cNvPr id="24" name="Text 21"/>
          <p:cNvSpPr/>
          <p:nvPr/>
        </p:nvSpPr>
        <p:spPr>
          <a:xfrm>
            <a:off x="5016500" y="3302000"/>
            <a:ext cx="2794000" cy="2032000"/>
          </a:xfrm>
          <a:prstGeom prst="rect">
            <a:avLst/>
          </a:prstGeom>
          <a:noFill/>
          <a:ln/>
        </p:spPr>
        <p:txBody>
          <a:bodyPr wrap="square" lIns="0" tIns="0" rIns="0" bIns="0" rtlCol="0" anchor="t"/>
          <a:lstStyle/>
          <a:p>
            <a:pPr>
              <a:lnSpc>
                <a:spcPct val="140000"/>
              </a:lnSpc>
            </a:pPr>
            <a:r>
              <a:rPr lang="en-US" sz="1400" dirty="0">
                <a:solidFill>
                  <a:srgbClr val="6B7280"/>
                </a:solidFill>
                <a:latin typeface="Quattrocento Sans" pitchFamily="34" charset="0"/>
                <a:ea typeface="Quattrocento Sans" pitchFamily="34" charset="-122"/>
                <a:cs typeface="Quattrocento Sans" pitchFamily="34" charset="-120"/>
              </a:rPr>
              <a:t>Heading</a:t>
            </a:r>
            <a:endParaRPr lang="en-US" sz="1600" dirty="0"/>
          </a:p>
          <a:p>
            <a:pPr>
              <a:lnSpc>
                <a:spcPct val="140000"/>
              </a:lnSpc>
            </a:pPr>
            <a:r>
              <a:rPr lang="en-US" sz="1400" dirty="0">
                <a:solidFill>
                  <a:srgbClr val="6B7280"/>
                </a:solidFill>
                <a:latin typeface="Quattrocento Sans" pitchFamily="34" charset="0"/>
                <a:ea typeface="Quattrocento Sans" pitchFamily="34" charset="-122"/>
                <a:cs typeface="Quattrocento Sans" pitchFamily="34" charset="-120"/>
              </a:rPr>
              <a:t>Paragraph text here</a:t>
            </a:r>
            <a:endParaRPr lang="en-US" sz="1600" dirty="0"/>
          </a:p>
          <a:p>
            <a:pPr>
              <a:lnSpc>
                <a:spcPct val="140000"/>
              </a:lnSpc>
            </a:pPr>
            <a:r>
              <a:rPr lang="en-US" sz="1400" dirty="0">
                <a:solidFill>
                  <a:srgbClr val="6B7280"/>
                </a:solidFill>
                <a:latin typeface="Quattrocento Sans" pitchFamily="34" charset="0"/>
                <a:ea typeface="Quattrocento Sans" pitchFamily="34" charset="-122"/>
                <a:cs typeface="Quattrocento Sans" pitchFamily="34" charset="-120"/>
              </a:rPr>
              <a:t>Link</a:t>
            </a:r>
            <a:endParaRPr lang="en-US" sz="1600" dirty="0"/>
          </a:p>
          <a:p>
            <a:pPr>
              <a:lnSpc>
                <a:spcPct val="140000"/>
              </a:lnSpc>
            </a:pPr>
            <a:r>
              <a:rPr lang="en-US" sz="1400" dirty="0">
                <a:solidFill>
                  <a:srgbClr val="6B7280"/>
                </a:solidFill>
                <a:latin typeface="Quattrocento Sans" pitchFamily="34" charset="0"/>
                <a:ea typeface="Quattrocento Sans" pitchFamily="34" charset="-122"/>
                <a:cs typeface="Quattrocento Sans" pitchFamily="34" charset="-120"/>
              </a:rPr>
              <a:t>Button</a:t>
            </a:r>
            <a:endParaRPr lang="en-US" sz="1600" dirty="0"/>
          </a:p>
        </p:txBody>
      </p:sp>
      <p:sp>
        <p:nvSpPr>
          <p:cNvPr id="25" name="Shape 22"/>
          <p:cNvSpPr/>
          <p:nvPr/>
        </p:nvSpPr>
        <p:spPr>
          <a:xfrm>
            <a:off x="8255000" y="2667000"/>
            <a:ext cx="3175000" cy="2921000"/>
          </a:xfrm>
          <a:prstGeom prst="roundRect">
            <a:avLst>
              <a:gd name="adj" fmla="val 8000"/>
            </a:avLst>
          </a:prstGeom>
          <a:solidFill>
            <a:srgbClr val="F9FAFB"/>
          </a:solidFill>
          <a:ln w="25400">
            <a:solidFill>
              <a:srgbClr val="6B21A8"/>
            </a:solidFill>
            <a:prstDash val="solid"/>
          </a:ln>
        </p:spPr>
        <p:txBody>
          <a:bodyPr/>
          <a:lstStyle/>
          <a:p>
            <a:endParaRPr lang="en-US"/>
          </a:p>
        </p:txBody>
      </p:sp>
      <p:sp>
        <p:nvSpPr>
          <p:cNvPr id="26" name="Shape 23"/>
          <p:cNvSpPr/>
          <p:nvPr/>
        </p:nvSpPr>
        <p:spPr>
          <a:xfrm>
            <a:off x="8255000" y="2667000"/>
            <a:ext cx="3175000" cy="457200"/>
          </a:xfrm>
          <a:prstGeom prst="roundRect">
            <a:avLst>
              <a:gd name="adj" fmla="val 8000"/>
            </a:avLst>
          </a:prstGeom>
          <a:solidFill>
            <a:srgbClr val="6B21A8"/>
          </a:solidFill>
          <a:ln/>
        </p:spPr>
        <p:txBody>
          <a:bodyPr/>
          <a:lstStyle/>
          <a:p>
            <a:endParaRPr lang="en-US"/>
          </a:p>
        </p:txBody>
      </p:sp>
      <p:sp>
        <p:nvSpPr>
          <p:cNvPr id="27" name="Text 24"/>
          <p:cNvSpPr/>
          <p:nvPr/>
        </p:nvSpPr>
        <p:spPr>
          <a:xfrm>
            <a:off x="8255000" y="2667000"/>
            <a:ext cx="3175000" cy="457200"/>
          </a:xfrm>
          <a:prstGeom prst="rect">
            <a:avLst/>
          </a:prstGeom>
          <a:noFill/>
          <a:ln/>
        </p:spPr>
        <p:txBody>
          <a:bodyPr wrap="none" lIns="0" tIns="0" rIns="0" bIns="0" rtlCol="0" anchor="ctr"/>
          <a:lstStyle/>
          <a:p>
            <a:pPr algn="ctr">
              <a:lnSpc>
                <a:spcPct val="100000"/>
              </a:lnSpc>
            </a:pPr>
            <a:r>
              <a:rPr lang="en-US" sz="1300" kern="0" spc="100" dirty="0">
                <a:solidFill>
                  <a:srgbClr val="FFFFFF"/>
                </a:solidFill>
                <a:latin typeface="Liter" pitchFamily="34" charset="0"/>
                <a:ea typeface="Liter" pitchFamily="34" charset="-122"/>
                <a:cs typeface="Liter" pitchFamily="34" charset="-120"/>
              </a:rPr>
              <a:t>WITH CSS</a:t>
            </a:r>
            <a:endParaRPr lang="en-US" sz="1600" dirty="0"/>
          </a:p>
        </p:txBody>
      </p:sp>
      <p:sp>
        <p:nvSpPr>
          <p:cNvPr id="28" name="Text 25"/>
          <p:cNvSpPr/>
          <p:nvPr/>
        </p:nvSpPr>
        <p:spPr>
          <a:xfrm>
            <a:off x="8445500" y="3302000"/>
            <a:ext cx="2794000" cy="2032000"/>
          </a:xfrm>
          <a:prstGeom prst="rect">
            <a:avLst/>
          </a:prstGeom>
          <a:noFill/>
          <a:ln/>
        </p:spPr>
        <p:txBody>
          <a:bodyPr wrap="square" lIns="0" tIns="0" rIns="0" bIns="0" rtlCol="0" anchor="t"/>
          <a:lstStyle/>
          <a:p>
            <a:pPr>
              <a:lnSpc>
                <a:spcPct val="160000"/>
              </a:lnSpc>
            </a:pPr>
            <a:r>
              <a:rPr lang="en-US" sz="2000" b="1" dirty="0">
                <a:solidFill>
                  <a:srgbClr val="6B21A8"/>
                </a:solidFill>
                <a:latin typeface="Quattrocento Sans" pitchFamily="34" charset="0"/>
                <a:ea typeface="Quattrocento Sans" pitchFamily="34" charset="-122"/>
                <a:cs typeface="Quattrocento Sans" pitchFamily="34" charset="-120"/>
              </a:rPr>
              <a:t>Styled Heading</a:t>
            </a:r>
            <a:endParaRPr lang="en-US" sz="1600" dirty="0"/>
          </a:p>
          <a:p>
            <a:pPr>
              <a:lnSpc>
                <a:spcPct val="160000"/>
              </a:lnSpc>
            </a:pPr>
            <a:r>
              <a:rPr lang="en-US" sz="1400" dirty="0">
                <a:solidFill>
                  <a:srgbClr val="7C3AED"/>
                </a:solidFill>
                <a:latin typeface="Quattrocento Sans" pitchFamily="34" charset="0"/>
                <a:ea typeface="Quattrocento Sans" pitchFamily="34" charset="-122"/>
                <a:cs typeface="Quattrocento Sans" pitchFamily="34" charset="-120"/>
              </a:rPr>
              <a:t>Beautiful paragraph with color</a:t>
            </a:r>
            <a:endParaRPr lang="en-US" sz="1600" dirty="0"/>
          </a:p>
          <a:p>
            <a:pPr>
              <a:lnSpc>
                <a:spcPct val="160000"/>
              </a:lnSpc>
            </a:pPr>
            <a:r>
              <a:rPr lang="en-US" sz="1400" u="sng" dirty="0">
                <a:solidFill>
                  <a:srgbClr val="A855F7"/>
                </a:solidFill>
                <a:uFill>
                  <a:solidFill>
                    <a:srgbClr val="A855F7"/>
                  </a:solidFill>
                </a:uFill>
                <a:latin typeface="Quattrocento Sans" pitchFamily="34" charset="0"/>
                <a:ea typeface="Quattrocento Sans" pitchFamily="34" charset="-122"/>
                <a:cs typeface="Quattrocento Sans" pitchFamily="34" charset="-120"/>
              </a:rPr>
              <a:t>Styled Link</a:t>
            </a:r>
            <a:endParaRPr lang="en-US" sz="1600" dirty="0"/>
          </a:p>
          <a:p>
            <a:pPr>
              <a:lnSpc>
                <a:spcPct val="160000"/>
              </a:lnSpc>
            </a:pPr>
            <a:r>
              <a:rPr lang="en-US" sz="1400" dirty="0">
                <a:solidFill>
                  <a:srgbClr val="FFFFFF"/>
                </a:solidFill>
                <a:highlight>
                  <a:srgbClr val="6B21A8">
                    <a:alpha val="100000"/>
                  </a:srgbClr>
                </a:highlight>
                <a:latin typeface="Quattrocento Sans" pitchFamily="34" charset="0"/>
                <a:ea typeface="Quattrocento Sans" pitchFamily="34" charset="-122"/>
                <a:cs typeface="Quattrocento Sans" pitchFamily="34" charset="-120"/>
              </a:rPr>
              <a:t>Purple Button</a:t>
            </a:r>
            <a:endParaRPr lang="en-US" sz="1600" dirty="0"/>
          </a:p>
        </p:txBody>
      </p:sp>
      <p:sp>
        <p:nvSpPr>
          <p:cNvPr id="29" name="Shape 26"/>
          <p:cNvSpPr/>
          <p:nvPr/>
        </p:nvSpPr>
        <p:spPr>
          <a:xfrm>
            <a:off x="11938000" y="1460500"/>
            <a:ext cx="3556000" cy="4318000"/>
          </a:xfrm>
          <a:prstGeom prst="roundRect">
            <a:avLst>
              <a:gd name="adj" fmla="val 10000"/>
            </a:avLst>
          </a:prstGeom>
          <a:gradFill flip="none" rotWithShape="1">
            <a:gsLst>
              <a:gs pos="0">
                <a:srgbClr val="6B21A8"/>
              </a:gs>
              <a:gs pos="100000">
                <a:srgbClr val="7C3AED"/>
              </a:gs>
            </a:gsLst>
            <a:lin ang="10800000" scaled="1"/>
          </a:gradFill>
          <a:ln/>
          <a:effectLst>
            <a:outerShdw blurRad="254000" dist="101600" dir="5400000" algn="bl" rotWithShape="0">
              <a:srgbClr val="6B21A8">
                <a:alpha val="14510"/>
              </a:srgbClr>
            </a:outerShdw>
          </a:effectLst>
        </p:spPr>
        <p:txBody>
          <a:bodyPr/>
          <a:lstStyle/>
          <a:p>
            <a:endParaRPr lang="en-US"/>
          </a:p>
        </p:txBody>
      </p:sp>
      <p:sp>
        <p:nvSpPr>
          <p:cNvPr id="30" name="Shape 27"/>
          <p:cNvSpPr/>
          <p:nvPr/>
        </p:nvSpPr>
        <p:spPr>
          <a:xfrm>
            <a:off x="13239750" y="1841500"/>
            <a:ext cx="952500" cy="762000"/>
          </a:xfrm>
          <a:custGeom>
            <a:avLst/>
            <a:gdLst/>
            <a:ahLst/>
            <a:cxnLst/>
            <a:rect l="l" t="t" r="r" b="b"/>
            <a:pathLst>
              <a:path w="952500" h="762000">
                <a:moveTo>
                  <a:pt x="476548" y="166688"/>
                </a:moveTo>
                <a:cubicBezTo>
                  <a:pt x="542330" y="166688"/>
                  <a:pt x="595610" y="113407"/>
                  <a:pt x="595610" y="47625"/>
                </a:cubicBezTo>
                <a:lnTo>
                  <a:pt x="675233" y="47625"/>
                </a:lnTo>
                <a:cubicBezTo>
                  <a:pt x="700534" y="47625"/>
                  <a:pt x="724793" y="57596"/>
                  <a:pt x="742652" y="75456"/>
                </a:cubicBezTo>
                <a:lnTo>
                  <a:pt x="919162" y="252115"/>
                </a:lnTo>
                <a:cubicBezTo>
                  <a:pt x="937766" y="270718"/>
                  <a:pt x="937766" y="300930"/>
                  <a:pt x="919162" y="319534"/>
                </a:cubicBezTo>
                <a:lnTo>
                  <a:pt x="843707" y="394990"/>
                </a:lnTo>
                <a:cubicBezTo>
                  <a:pt x="825103" y="413593"/>
                  <a:pt x="794891" y="413593"/>
                  <a:pt x="776288" y="394990"/>
                </a:cubicBezTo>
                <a:lnTo>
                  <a:pt x="714673" y="333375"/>
                </a:lnTo>
                <a:lnTo>
                  <a:pt x="714673" y="666750"/>
                </a:lnTo>
                <a:cubicBezTo>
                  <a:pt x="714673" y="719286"/>
                  <a:pt x="671959" y="762000"/>
                  <a:pt x="619423" y="762000"/>
                </a:cubicBezTo>
                <a:lnTo>
                  <a:pt x="333673" y="762000"/>
                </a:lnTo>
                <a:cubicBezTo>
                  <a:pt x="281136" y="762000"/>
                  <a:pt x="238423" y="719286"/>
                  <a:pt x="238423" y="666750"/>
                </a:cubicBezTo>
                <a:lnTo>
                  <a:pt x="238423" y="333375"/>
                </a:lnTo>
                <a:lnTo>
                  <a:pt x="176808" y="394990"/>
                </a:lnTo>
                <a:cubicBezTo>
                  <a:pt x="158204" y="413593"/>
                  <a:pt x="127992" y="413593"/>
                  <a:pt x="109389" y="394990"/>
                </a:cubicBezTo>
                <a:lnTo>
                  <a:pt x="34082" y="319385"/>
                </a:lnTo>
                <a:cubicBezTo>
                  <a:pt x="15478" y="300782"/>
                  <a:pt x="15478" y="270570"/>
                  <a:pt x="34082" y="251966"/>
                </a:cubicBezTo>
                <a:lnTo>
                  <a:pt x="210592" y="75456"/>
                </a:lnTo>
                <a:cubicBezTo>
                  <a:pt x="228451" y="57596"/>
                  <a:pt x="252710" y="47625"/>
                  <a:pt x="278011" y="47625"/>
                </a:cubicBezTo>
                <a:lnTo>
                  <a:pt x="357634" y="47625"/>
                </a:lnTo>
                <a:cubicBezTo>
                  <a:pt x="357634" y="113407"/>
                  <a:pt x="410914" y="166688"/>
                  <a:pt x="476696" y="166688"/>
                </a:cubicBezTo>
                <a:close/>
              </a:path>
            </a:pathLst>
          </a:custGeom>
          <a:solidFill>
            <a:srgbClr val="FFFFFF"/>
          </a:solidFill>
          <a:ln/>
        </p:spPr>
        <p:txBody>
          <a:bodyPr/>
          <a:lstStyle/>
          <a:p>
            <a:endParaRPr lang="en-US"/>
          </a:p>
        </p:txBody>
      </p:sp>
      <p:sp>
        <p:nvSpPr>
          <p:cNvPr id="31" name="Text 28"/>
          <p:cNvSpPr/>
          <p:nvPr/>
        </p:nvSpPr>
        <p:spPr>
          <a:xfrm>
            <a:off x="12192000" y="2794000"/>
            <a:ext cx="3048000" cy="381000"/>
          </a:xfrm>
          <a:prstGeom prst="rect">
            <a:avLst/>
          </a:prstGeom>
          <a:noFill/>
          <a:ln/>
        </p:spPr>
        <p:txBody>
          <a:bodyPr wrap="none" lIns="0" tIns="0" rIns="0" bIns="0" rtlCol="0" anchor="ctr"/>
          <a:lstStyle/>
          <a:p>
            <a:pPr algn="ctr">
              <a:lnSpc>
                <a:spcPct val="100000"/>
              </a:lnSpc>
            </a:pPr>
            <a:r>
              <a:rPr lang="en-US" sz="2000" b="1" dirty="0">
                <a:solidFill>
                  <a:srgbClr val="FFFFFF"/>
                </a:solidFill>
                <a:latin typeface="Liter" pitchFamily="34" charset="0"/>
                <a:ea typeface="Liter" pitchFamily="34" charset="-122"/>
                <a:cs typeface="Liter" pitchFamily="34" charset="-120"/>
              </a:rPr>
              <a:t>Analogy</a:t>
            </a:r>
            <a:endParaRPr lang="en-US" sz="1600" dirty="0"/>
          </a:p>
        </p:txBody>
      </p:sp>
      <p:sp>
        <p:nvSpPr>
          <p:cNvPr id="32" name="Text 29"/>
          <p:cNvSpPr/>
          <p:nvPr/>
        </p:nvSpPr>
        <p:spPr>
          <a:xfrm>
            <a:off x="12192000" y="3365500"/>
            <a:ext cx="3048000" cy="1016000"/>
          </a:xfrm>
          <a:prstGeom prst="rect">
            <a:avLst/>
          </a:prstGeom>
          <a:noFill/>
          <a:ln/>
        </p:spPr>
        <p:txBody>
          <a:bodyPr wrap="square" lIns="0" tIns="0" rIns="0" bIns="0" rtlCol="0" anchor="t"/>
          <a:lstStyle/>
          <a:p>
            <a:pPr algn="ctr">
              <a:lnSpc>
                <a:spcPct val="180000"/>
              </a:lnSpc>
            </a:pPr>
            <a:r>
              <a:rPr lang="en-US" sz="1600" dirty="0">
                <a:solidFill>
                  <a:srgbClr val="E9D5FF"/>
                </a:solidFill>
                <a:latin typeface="Quattrocento Sans" pitchFamily="34" charset="0"/>
                <a:ea typeface="Quattrocento Sans" pitchFamily="34" charset="-122"/>
                <a:cs typeface="Quattrocento Sans" pitchFamily="34" charset="-120"/>
              </a:rPr>
              <a:t>HTML = </a:t>
            </a:r>
            <a:r>
              <a:rPr lang="en-US" sz="1600" b="1" dirty="0">
                <a:solidFill>
                  <a:srgbClr val="E9D5FF"/>
                </a:solidFill>
                <a:latin typeface="Quattrocento Sans" pitchFamily="34" charset="0"/>
                <a:ea typeface="Quattrocento Sans" pitchFamily="34" charset="-122"/>
                <a:cs typeface="Quattrocento Sans" pitchFamily="34" charset="-120"/>
              </a:rPr>
              <a:t>Skeleton</a:t>
            </a:r>
            <a:endParaRPr lang="en-US" sz="1600" dirty="0"/>
          </a:p>
          <a:p>
            <a:pPr algn="ctr">
              <a:lnSpc>
                <a:spcPct val="180000"/>
              </a:lnSpc>
            </a:pPr>
            <a:r>
              <a:rPr lang="en-US" sz="1600" dirty="0">
                <a:solidFill>
                  <a:srgbClr val="E9D5FF"/>
                </a:solidFill>
                <a:latin typeface="Quattrocento Sans" pitchFamily="34" charset="0"/>
                <a:ea typeface="Quattrocento Sans" pitchFamily="34" charset="-122"/>
                <a:cs typeface="Quattrocento Sans" pitchFamily="34" charset="-120"/>
              </a:rPr>
              <a:t>CSS = </a:t>
            </a:r>
            <a:r>
              <a:rPr lang="en-US" sz="1600" b="1" dirty="0">
                <a:solidFill>
                  <a:srgbClr val="E9D5FF"/>
                </a:solidFill>
                <a:latin typeface="Quattrocento Sans" pitchFamily="34" charset="0"/>
                <a:ea typeface="Quattrocento Sans" pitchFamily="34" charset="-122"/>
                <a:cs typeface="Quattrocento Sans" pitchFamily="34" charset="-120"/>
              </a:rPr>
              <a:t>Clothing</a:t>
            </a:r>
            <a:endParaRPr lang="en-US" sz="1600" dirty="0"/>
          </a:p>
        </p:txBody>
      </p:sp>
      <p:sp>
        <p:nvSpPr>
          <p:cNvPr id="33" name="Text 30"/>
          <p:cNvSpPr/>
          <p:nvPr/>
        </p:nvSpPr>
        <p:spPr>
          <a:xfrm>
            <a:off x="12192000" y="4508500"/>
            <a:ext cx="3048000" cy="1016000"/>
          </a:xfrm>
          <a:prstGeom prst="rect">
            <a:avLst/>
          </a:prstGeom>
          <a:noFill/>
          <a:ln/>
        </p:spPr>
        <p:txBody>
          <a:bodyPr wrap="square" lIns="0" tIns="0" rIns="0" bIns="0" rtlCol="0" anchor="t"/>
          <a:lstStyle/>
          <a:p>
            <a:pPr algn="ctr">
              <a:lnSpc>
                <a:spcPct val="150000"/>
              </a:lnSpc>
            </a:pPr>
            <a:r>
              <a:rPr lang="en-US" sz="1400" dirty="0">
                <a:solidFill>
                  <a:srgbClr val="C4B5FD"/>
                </a:solidFill>
                <a:latin typeface="Quattrocento Sans" pitchFamily="34" charset="0"/>
                <a:ea typeface="Quattrocento Sans" pitchFamily="34" charset="-122"/>
                <a:cs typeface="Quattrocento Sans" pitchFamily="34" charset="-120"/>
              </a:rPr>
              <a:t>CSS gives style and appearance to the HTML structure, just like clothing gives style to a person.</a:t>
            </a:r>
            <a:endParaRPr lang="en-US" sz="1600" dirty="0"/>
          </a:p>
        </p:txBody>
      </p:sp>
      <p:sp>
        <p:nvSpPr>
          <p:cNvPr id="34" name="Shape 31"/>
          <p:cNvSpPr/>
          <p:nvPr/>
        </p:nvSpPr>
        <p:spPr>
          <a:xfrm>
            <a:off x="762000" y="6223000"/>
            <a:ext cx="10922000" cy="762000"/>
          </a:xfrm>
          <a:prstGeom prst="roundRect">
            <a:avLst>
              <a:gd name="adj" fmla="val 10000"/>
            </a:avLst>
          </a:prstGeom>
          <a:solidFill>
            <a:srgbClr val="F3E8FF"/>
          </a:solidFill>
          <a:ln/>
        </p:spPr>
        <p:txBody>
          <a:bodyPr/>
          <a:lstStyle/>
          <a:p>
            <a:endParaRPr lang="en-US"/>
          </a:p>
        </p:txBody>
      </p:sp>
      <p:sp>
        <p:nvSpPr>
          <p:cNvPr id="35" name="Text 32"/>
          <p:cNvSpPr/>
          <p:nvPr/>
        </p:nvSpPr>
        <p:spPr>
          <a:xfrm>
            <a:off x="1016000" y="6223000"/>
            <a:ext cx="10414000" cy="762000"/>
          </a:xfrm>
          <a:prstGeom prst="rect">
            <a:avLst/>
          </a:prstGeom>
          <a:noFill/>
          <a:ln/>
        </p:spPr>
        <p:txBody>
          <a:bodyPr wrap="square" lIns="0" tIns="0" rIns="0" bIns="0" rtlCol="0" anchor="ctr"/>
          <a:lstStyle/>
          <a:p>
            <a:pPr>
              <a:lnSpc>
                <a:spcPct val="150000"/>
              </a:lnSpc>
            </a:pPr>
            <a:r>
              <a:rPr lang="en-US" sz="1600" i="1" dirty="0">
                <a:solidFill>
                  <a:srgbClr val="6B21A8"/>
                </a:solidFill>
                <a:latin typeface="Quattrocento Sans" pitchFamily="34" charset="0"/>
                <a:ea typeface="Quattrocento Sans" pitchFamily="34" charset="-122"/>
                <a:cs typeface="Quattrocento Sans" pitchFamily="34" charset="-120"/>
              </a:rPr>
              <a:t>"CSS transforms a plain HTML document into a visually stunning, user-friendly web experience."</a:t>
            </a:r>
            <a:endParaRPr lang="en-US" sz="1600" dirty="0"/>
          </a:p>
        </p:txBody>
      </p:sp>
      <p:sp>
        <p:nvSpPr>
          <p:cNvPr id="36" name="Text 33"/>
          <p:cNvSpPr/>
          <p:nvPr/>
        </p:nvSpPr>
        <p:spPr>
          <a:xfrm>
            <a:off x="14986000" y="8636000"/>
            <a:ext cx="762000" cy="317500"/>
          </a:xfrm>
          <a:prstGeom prst="rect">
            <a:avLst/>
          </a:prstGeom>
          <a:noFill/>
          <a:ln/>
        </p:spPr>
        <p:txBody>
          <a:bodyPr wrap="none" lIns="0" tIns="0" rIns="0" bIns="0" rtlCol="0" anchor="ctr"/>
          <a:lstStyle/>
          <a:p>
            <a:pPr algn="r">
              <a:lnSpc>
                <a:spcPct val="100000"/>
              </a:lnSpc>
            </a:pPr>
            <a:r>
              <a:rPr lang="en-US" sz="1200" dirty="0">
                <a:solidFill>
                  <a:srgbClr val="D8B4FE"/>
                </a:solidFill>
                <a:latin typeface="Liter" pitchFamily="34" charset="0"/>
                <a:ea typeface="Liter" pitchFamily="34" charset="-122"/>
                <a:cs typeface="Liter" pitchFamily="34" charset="-120"/>
              </a:rPr>
              <a:t>06 / 15</a:t>
            </a:r>
            <a:endParaRPr lang="en-US" sz="16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762000" y="508000"/>
            <a:ext cx="7620000" cy="508000"/>
          </a:xfrm>
          <a:prstGeom prst="rect">
            <a:avLst/>
          </a:prstGeom>
          <a:noFill/>
          <a:ln/>
        </p:spPr>
        <p:txBody>
          <a:bodyPr wrap="none" lIns="0" tIns="0" rIns="0" bIns="0" rtlCol="0" anchor="ctr"/>
          <a:lstStyle/>
          <a:p>
            <a:pPr>
              <a:lnSpc>
                <a:spcPct val="130000"/>
              </a:lnSpc>
            </a:pPr>
            <a:r>
              <a:rPr lang="en-US" sz="2800" b="1" dirty="0">
                <a:solidFill>
                  <a:srgbClr val="6B21A8"/>
                </a:solidFill>
                <a:latin typeface="Liter" pitchFamily="34" charset="0"/>
                <a:ea typeface="Liter" pitchFamily="34" charset="-122"/>
                <a:cs typeface="Liter" pitchFamily="34" charset="-120"/>
              </a:rPr>
              <a:t>Advanced CSS Concepts</a:t>
            </a:r>
            <a:endParaRPr lang="en-US" sz="2800" dirty="0"/>
          </a:p>
        </p:txBody>
      </p:sp>
      <p:sp>
        <p:nvSpPr>
          <p:cNvPr id="4" name="Shape 1"/>
          <p:cNvSpPr/>
          <p:nvPr/>
        </p:nvSpPr>
        <p:spPr>
          <a:xfrm>
            <a:off x="762000" y="1079500"/>
            <a:ext cx="1016000" cy="50800"/>
          </a:xfrm>
          <a:prstGeom prst="rect">
            <a:avLst/>
          </a:prstGeom>
          <a:solidFill>
            <a:srgbClr val="6B21A8"/>
          </a:solidFill>
          <a:ln/>
        </p:spPr>
        <p:txBody>
          <a:bodyPr/>
          <a:lstStyle/>
          <a:p>
            <a:endParaRPr lang="en-US"/>
          </a:p>
        </p:txBody>
      </p:sp>
      <p:sp>
        <p:nvSpPr>
          <p:cNvPr id="5" name="Shape 2"/>
          <p:cNvSpPr/>
          <p:nvPr/>
        </p:nvSpPr>
        <p:spPr>
          <a:xfrm>
            <a:off x="762000" y="1397000"/>
            <a:ext cx="2743200" cy="2286000"/>
          </a:xfrm>
          <a:prstGeom prst="roundRect">
            <a:avLst>
              <a:gd name="adj" fmla="val 10000"/>
            </a:avLst>
          </a:prstGeom>
          <a:solidFill>
            <a:srgbClr val="FFFFFF">
              <a:alpha val="90196"/>
            </a:srgbClr>
          </a:solidFill>
          <a:ln w="12700">
            <a:solidFill>
              <a:srgbClr val="D8B4FE"/>
            </a:solidFill>
            <a:prstDash val="solid"/>
          </a:ln>
          <a:effectLst>
            <a:outerShdw blurRad="127000" dist="38100" dir="5400000" algn="bl" rotWithShape="0">
              <a:srgbClr val="6B21A8">
                <a:alpha val="6275"/>
              </a:srgbClr>
            </a:outerShdw>
          </a:effectLst>
        </p:spPr>
        <p:txBody>
          <a:bodyPr/>
          <a:lstStyle/>
          <a:p>
            <a:endParaRPr lang="en-US"/>
          </a:p>
        </p:txBody>
      </p:sp>
      <p:sp>
        <p:nvSpPr>
          <p:cNvPr id="6" name="Shape 3"/>
          <p:cNvSpPr/>
          <p:nvPr/>
        </p:nvSpPr>
        <p:spPr>
          <a:xfrm>
            <a:off x="1855788" y="1625600"/>
            <a:ext cx="555625" cy="635000"/>
          </a:xfrm>
          <a:custGeom>
            <a:avLst/>
            <a:gdLst/>
            <a:ahLst/>
            <a:cxnLst/>
            <a:rect l="l" t="t" r="r" b="b"/>
            <a:pathLst>
              <a:path w="555625" h="635000">
                <a:moveTo>
                  <a:pt x="208359" y="39688"/>
                </a:moveTo>
                <a:lnTo>
                  <a:pt x="29766" y="39688"/>
                </a:lnTo>
                <a:cubicBezTo>
                  <a:pt x="13271" y="39688"/>
                  <a:pt x="0" y="52958"/>
                  <a:pt x="0" y="69453"/>
                </a:cubicBezTo>
                <a:lnTo>
                  <a:pt x="0" y="248047"/>
                </a:lnTo>
                <a:cubicBezTo>
                  <a:pt x="0" y="260077"/>
                  <a:pt x="7193" y="270991"/>
                  <a:pt x="18355" y="275580"/>
                </a:cubicBezTo>
                <a:cubicBezTo>
                  <a:pt x="29518" y="280169"/>
                  <a:pt x="42292" y="277564"/>
                  <a:pt x="50850" y="269131"/>
                </a:cubicBezTo>
                <a:lnTo>
                  <a:pt x="100459" y="219521"/>
                </a:lnTo>
                <a:lnTo>
                  <a:pt x="198438" y="317500"/>
                </a:lnTo>
                <a:lnTo>
                  <a:pt x="100459" y="415479"/>
                </a:lnTo>
                <a:lnTo>
                  <a:pt x="50850" y="365869"/>
                </a:lnTo>
                <a:cubicBezTo>
                  <a:pt x="42292" y="357312"/>
                  <a:pt x="29518" y="354831"/>
                  <a:pt x="18355" y="359420"/>
                </a:cubicBezTo>
                <a:cubicBezTo>
                  <a:pt x="7193" y="364009"/>
                  <a:pt x="0" y="374923"/>
                  <a:pt x="0" y="386953"/>
                </a:cubicBezTo>
                <a:lnTo>
                  <a:pt x="0" y="565547"/>
                </a:lnTo>
                <a:cubicBezTo>
                  <a:pt x="0" y="582042"/>
                  <a:pt x="13271" y="595313"/>
                  <a:pt x="29766" y="595313"/>
                </a:cubicBezTo>
                <a:lnTo>
                  <a:pt x="208359" y="595313"/>
                </a:lnTo>
                <a:cubicBezTo>
                  <a:pt x="220390" y="595313"/>
                  <a:pt x="231304" y="588119"/>
                  <a:pt x="235893" y="576957"/>
                </a:cubicBezTo>
                <a:cubicBezTo>
                  <a:pt x="240481" y="565795"/>
                  <a:pt x="238001" y="553021"/>
                  <a:pt x="229443" y="544463"/>
                </a:cubicBezTo>
                <a:lnTo>
                  <a:pt x="179834" y="494854"/>
                </a:lnTo>
                <a:lnTo>
                  <a:pt x="277813" y="396875"/>
                </a:lnTo>
                <a:lnTo>
                  <a:pt x="375791" y="494854"/>
                </a:lnTo>
                <a:lnTo>
                  <a:pt x="326182" y="544463"/>
                </a:lnTo>
                <a:cubicBezTo>
                  <a:pt x="317624" y="553021"/>
                  <a:pt x="315144" y="565795"/>
                  <a:pt x="319732" y="576957"/>
                </a:cubicBezTo>
                <a:cubicBezTo>
                  <a:pt x="324321" y="588119"/>
                  <a:pt x="335235" y="595313"/>
                  <a:pt x="347266" y="595313"/>
                </a:cubicBezTo>
                <a:lnTo>
                  <a:pt x="525859" y="595313"/>
                </a:lnTo>
                <a:cubicBezTo>
                  <a:pt x="542354" y="595313"/>
                  <a:pt x="555625" y="582042"/>
                  <a:pt x="555625" y="565547"/>
                </a:cubicBezTo>
                <a:lnTo>
                  <a:pt x="555625" y="386953"/>
                </a:lnTo>
                <a:cubicBezTo>
                  <a:pt x="555625" y="374923"/>
                  <a:pt x="548432" y="364009"/>
                  <a:pt x="537270" y="359420"/>
                </a:cubicBezTo>
                <a:cubicBezTo>
                  <a:pt x="526107" y="354831"/>
                  <a:pt x="513333" y="357312"/>
                  <a:pt x="504775" y="365869"/>
                </a:cubicBezTo>
                <a:lnTo>
                  <a:pt x="455166" y="415479"/>
                </a:lnTo>
                <a:lnTo>
                  <a:pt x="357188" y="317500"/>
                </a:lnTo>
                <a:lnTo>
                  <a:pt x="455166" y="219521"/>
                </a:lnTo>
                <a:lnTo>
                  <a:pt x="504775" y="269131"/>
                </a:lnTo>
                <a:cubicBezTo>
                  <a:pt x="513333" y="277688"/>
                  <a:pt x="526107" y="280169"/>
                  <a:pt x="537270" y="275580"/>
                </a:cubicBezTo>
                <a:cubicBezTo>
                  <a:pt x="548432" y="270991"/>
                  <a:pt x="555625" y="260077"/>
                  <a:pt x="555625" y="248047"/>
                </a:cubicBezTo>
                <a:lnTo>
                  <a:pt x="555625" y="69453"/>
                </a:lnTo>
                <a:cubicBezTo>
                  <a:pt x="555625" y="52958"/>
                  <a:pt x="542354" y="39688"/>
                  <a:pt x="525859" y="39688"/>
                </a:cubicBezTo>
                <a:lnTo>
                  <a:pt x="347266" y="39688"/>
                </a:lnTo>
                <a:cubicBezTo>
                  <a:pt x="335235" y="39688"/>
                  <a:pt x="324321" y="46881"/>
                  <a:pt x="319732" y="58043"/>
                </a:cubicBezTo>
                <a:cubicBezTo>
                  <a:pt x="315144" y="69205"/>
                  <a:pt x="317748" y="81979"/>
                  <a:pt x="326182" y="90537"/>
                </a:cubicBezTo>
                <a:lnTo>
                  <a:pt x="375791" y="140146"/>
                </a:lnTo>
                <a:lnTo>
                  <a:pt x="277813" y="238125"/>
                </a:lnTo>
                <a:lnTo>
                  <a:pt x="179834" y="140146"/>
                </a:lnTo>
                <a:lnTo>
                  <a:pt x="229443" y="90537"/>
                </a:lnTo>
                <a:cubicBezTo>
                  <a:pt x="238001" y="81979"/>
                  <a:pt x="240481" y="69205"/>
                  <a:pt x="235893" y="58043"/>
                </a:cubicBezTo>
                <a:cubicBezTo>
                  <a:pt x="231304" y="46881"/>
                  <a:pt x="220390" y="39688"/>
                  <a:pt x="208359" y="39688"/>
                </a:cubicBezTo>
                <a:close/>
              </a:path>
            </a:pathLst>
          </a:custGeom>
          <a:solidFill>
            <a:srgbClr val="6B21A8"/>
          </a:solidFill>
          <a:ln/>
        </p:spPr>
        <p:txBody>
          <a:bodyPr/>
          <a:lstStyle/>
          <a:p>
            <a:endParaRPr lang="en-US"/>
          </a:p>
        </p:txBody>
      </p:sp>
      <p:sp>
        <p:nvSpPr>
          <p:cNvPr id="7" name="Text 4"/>
          <p:cNvSpPr/>
          <p:nvPr/>
        </p:nvSpPr>
        <p:spPr>
          <a:xfrm>
            <a:off x="762000" y="2387600"/>
            <a:ext cx="2743200" cy="355600"/>
          </a:xfrm>
          <a:prstGeom prst="rect">
            <a:avLst/>
          </a:prstGeom>
          <a:noFill/>
          <a:ln/>
        </p:spPr>
        <p:txBody>
          <a:bodyPr wrap="none" lIns="0" tIns="0" rIns="0" bIns="0" rtlCol="0" anchor="ctr"/>
          <a:lstStyle/>
          <a:p>
            <a:pPr algn="ctr">
              <a:lnSpc>
                <a:spcPct val="100000"/>
              </a:lnSpc>
            </a:pPr>
            <a:r>
              <a:rPr lang="en-US" sz="1800" b="1" dirty="0">
                <a:solidFill>
                  <a:srgbClr val="6B21A8"/>
                </a:solidFill>
                <a:latin typeface="Liter" pitchFamily="34" charset="0"/>
                <a:ea typeface="Liter" pitchFamily="34" charset="-122"/>
                <a:cs typeface="Liter" pitchFamily="34" charset="-120"/>
              </a:rPr>
              <a:t>Flexbox</a:t>
            </a:r>
            <a:endParaRPr lang="en-US" sz="1600" dirty="0"/>
          </a:p>
        </p:txBody>
      </p:sp>
      <p:sp>
        <p:nvSpPr>
          <p:cNvPr id="8" name="Text 5"/>
          <p:cNvSpPr/>
          <p:nvPr/>
        </p:nvSpPr>
        <p:spPr>
          <a:xfrm>
            <a:off x="889000" y="2768600"/>
            <a:ext cx="2489200" cy="762000"/>
          </a:xfrm>
          <a:prstGeom prst="rect">
            <a:avLst/>
          </a:prstGeom>
          <a:noFill/>
          <a:ln/>
        </p:spPr>
        <p:txBody>
          <a:bodyPr wrap="square" lIns="0" tIns="0" rIns="0" bIns="0" rtlCol="0" anchor="t"/>
          <a:lstStyle/>
          <a:p>
            <a:pPr algn="ctr">
              <a:lnSpc>
                <a:spcPct val="140000"/>
              </a:lnSpc>
            </a:pPr>
            <a:r>
              <a:rPr lang="en-US" sz="1300" dirty="0">
                <a:solidFill>
                  <a:srgbClr val="6B7280"/>
                </a:solidFill>
                <a:latin typeface="Quattrocento Sans" pitchFamily="34" charset="0"/>
                <a:ea typeface="Quattrocento Sans" pitchFamily="34" charset="-122"/>
                <a:cs typeface="Quattrocento Sans" pitchFamily="34" charset="-120"/>
              </a:rPr>
              <a:t>Layout for aligning items in rows or columns</a:t>
            </a:r>
            <a:endParaRPr lang="en-US" sz="1600" dirty="0"/>
          </a:p>
        </p:txBody>
      </p:sp>
      <p:sp>
        <p:nvSpPr>
          <p:cNvPr id="9" name="Shape 6"/>
          <p:cNvSpPr/>
          <p:nvPr/>
        </p:nvSpPr>
        <p:spPr>
          <a:xfrm>
            <a:off x="3822700" y="1397000"/>
            <a:ext cx="2743200" cy="2286000"/>
          </a:xfrm>
          <a:prstGeom prst="roundRect">
            <a:avLst>
              <a:gd name="adj" fmla="val 10000"/>
            </a:avLst>
          </a:prstGeom>
          <a:solidFill>
            <a:srgbClr val="FFFFFF">
              <a:alpha val="90196"/>
            </a:srgbClr>
          </a:solidFill>
          <a:ln w="12700">
            <a:solidFill>
              <a:srgbClr val="D8B4FE"/>
            </a:solidFill>
            <a:prstDash val="solid"/>
          </a:ln>
          <a:effectLst>
            <a:outerShdw blurRad="127000" dist="38100" dir="5400000" algn="bl" rotWithShape="0">
              <a:srgbClr val="6B21A8">
                <a:alpha val="6275"/>
              </a:srgbClr>
            </a:outerShdw>
          </a:effectLst>
        </p:spPr>
        <p:txBody>
          <a:bodyPr/>
          <a:lstStyle/>
          <a:p>
            <a:endParaRPr lang="en-US"/>
          </a:p>
        </p:txBody>
      </p:sp>
      <p:sp>
        <p:nvSpPr>
          <p:cNvPr id="10" name="Shape 7"/>
          <p:cNvSpPr/>
          <p:nvPr/>
        </p:nvSpPr>
        <p:spPr>
          <a:xfrm>
            <a:off x="4916488" y="1625600"/>
            <a:ext cx="555625" cy="635000"/>
          </a:xfrm>
          <a:custGeom>
            <a:avLst/>
            <a:gdLst/>
            <a:ahLst/>
            <a:cxnLst/>
            <a:rect l="l" t="t" r="r" b="b"/>
            <a:pathLst>
              <a:path w="555625" h="635000">
                <a:moveTo>
                  <a:pt x="476250" y="119062"/>
                </a:moveTo>
                <a:lnTo>
                  <a:pt x="476250" y="198438"/>
                </a:lnTo>
                <a:lnTo>
                  <a:pt x="396875" y="198438"/>
                </a:lnTo>
                <a:lnTo>
                  <a:pt x="396875" y="119062"/>
                </a:lnTo>
                <a:lnTo>
                  <a:pt x="476250" y="119062"/>
                </a:lnTo>
                <a:close/>
                <a:moveTo>
                  <a:pt x="476250" y="277813"/>
                </a:moveTo>
                <a:lnTo>
                  <a:pt x="476250" y="357188"/>
                </a:lnTo>
                <a:lnTo>
                  <a:pt x="396875" y="357188"/>
                </a:lnTo>
                <a:lnTo>
                  <a:pt x="396875" y="277813"/>
                </a:lnTo>
                <a:lnTo>
                  <a:pt x="476250" y="277813"/>
                </a:lnTo>
                <a:close/>
                <a:moveTo>
                  <a:pt x="476250" y="436563"/>
                </a:moveTo>
                <a:lnTo>
                  <a:pt x="476250" y="515937"/>
                </a:lnTo>
                <a:lnTo>
                  <a:pt x="396875" y="515937"/>
                </a:lnTo>
                <a:lnTo>
                  <a:pt x="396875" y="436563"/>
                </a:lnTo>
                <a:lnTo>
                  <a:pt x="476250" y="436563"/>
                </a:lnTo>
                <a:close/>
                <a:moveTo>
                  <a:pt x="317500" y="357188"/>
                </a:moveTo>
                <a:lnTo>
                  <a:pt x="238125" y="357188"/>
                </a:lnTo>
                <a:lnTo>
                  <a:pt x="238125" y="277813"/>
                </a:lnTo>
                <a:lnTo>
                  <a:pt x="317500" y="277813"/>
                </a:lnTo>
                <a:lnTo>
                  <a:pt x="317500" y="357188"/>
                </a:lnTo>
                <a:close/>
                <a:moveTo>
                  <a:pt x="238125" y="436563"/>
                </a:moveTo>
                <a:lnTo>
                  <a:pt x="317500" y="436563"/>
                </a:lnTo>
                <a:lnTo>
                  <a:pt x="317500" y="515937"/>
                </a:lnTo>
                <a:lnTo>
                  <a:pt x="238125" y="515937"/>
                </a:lnTo>
                <a:lnTo>
                  <a:pt x="238125" y="436563"/>
                </a:lnTo>
                <a:close/>
                <a:moveTo>
                  <a:pt x="158750" y="357188"/>
                </a:moveTo>
                <a:lnTo>
                  <a:pt x="79375" y="357188"/>
                </a:lnTo>
                <a:lnTo>
                  <a:pt x="79375" y="277813"/>
                </a:lnTo>
                <a:lnTo>
                  <a:pt x="158750" y="277813"/>
                </a:lnTo>
                <a:lnTo>
                  <a:pt x="158750" y="357188"/>
                </a:lnTo>
                <a:close/>
                <a:moveTo>
                  <a:pt x="79375" y="436563"/>
                </a:moveTo>
                <a:lnTo>
                  <a:pt x="158750" y="436563"/>
                </a:lnTo>
                <a:lnTo>
                  <a:pt x="158750" y="515937"/>
                </a:lnTo>
                <a:lnTo>
                  <a:pt x="79375" y="515937"/>
                </a:lnTo>
                <a:lnTo>
                  <a:pt x="79375" y="436563"/>
                </a:lnTo>
                <a:close/>
                <a:moveTo>
                  <a:pt x="79375" y="198438"/>
                </a:moveTo>
                <a:lnTo>
                  <a:pt x="79375" y="119062"/>
                </a:lnTo>
                <a:lnTo>
                  <a:pt x="158750" y="119062"/>
                </a:lnTo>
                <a:lnTo>
                  <a:pt x="158750" y="198438"/>
                </a:lnTo>
                <a:lnTo>
                  <a:pt x="79375" y="198438"/>
                </a:lnTo>
                <a:close/>
                <a:moveTo>
                  <a:pt x="238125" y="198438"/>
                </a:moveTo>
                <a:lnTo>
                  <a:pt x="238125" y="119062"/>
                </a:lnTo>
                <a:lnTo>
                  <a:pt x="317500" y="119062"/>
                </a:lnTo>
                <a:lnTo>
                  <a:pt x="317500" y="198438"/>
                </a:lnTo>
                <a:lnTo>
                  <a:pt x="238125" y="198438"/>
                </a:lnTo>
                <a:close/>
                <a:moveTo>
                  <a:pt x="79375" y="39688"/>
                </a:moveTo>
                <a:cubicBezTo>
                  <a:pt x="35595" y="39688"/>
                  <a:pt x="0" y="75282"/>
                  <a:pt x="0" y="119062"/>
                </a:cubicBezTo>
                <a:lnTo>
                  <a:pt x="0" y="515937"/>
                </a:lnTo>
                <a:cubicBezTo>
                  <a:pt x="0" y="559718"/>
                  <a:pt x="35595" y="595313"/>
                  <a:pt x="79375" y="595313"/>
                </a:cubicBezTo>
                <a:lnTo>
                  <a:pt x="476250" y="595313"/>
                </a:lnTo>
                <a:cubicBezTo>
                  <a:pt x="520030" y="595313"/>
                  <a:pt x="555625" y="559718"/>
                  <a:pt x="555625" y="515937"/>
                </a:cubicBezTo>
                <a:lnTo>
                  <a:pt x="555625" y="119062"/>
                </a:lnTo>
                <a:cubicBezTo>
                  <a:pt x="555625" y="75282"/>
                  <a:pt x="520030" y="39688"/>
                  <a:pt x="476250" y="39688"/>
                </a:cubicBezTo>
                <a:lnTo>
                  <a:pt x="79375" y="39688"/>
                </a:lnTo>
                <a:close/>
              </a:path>
            </a:pathLst>
          </a:custGeom>
          <a:solidFill>
            <a:srgbClr val="6B21A8"/>
          </a:solidFill>
          <a:ln/>
        </p:spPr>
        <p:txBody>
          <a:bodyPr/>
          <a:lstStyle/>
          <a:p>
            <a:endParaRPr lang="en-US"/>
          </a:p>
        </p:txBody>
      </p:sp>
      <p:sp>
        <p:nvSpPr>
          <p:cNvPr id="11" name="Text 8"/>
          <p:cNvSpPr/>
          <p:nvPr/>
        </p:nvSpPr>
        <p:spPr>
          <a:xfrm>
            <a:off x="3822700" y="2387600"/>
            <a:ext cx="2743200" cy="355600"/>
          </a:xfrm>
          <a:prstGeom prst="rect">
            <a:avLst/>
          </a:prstGeom>
          <a:noFill/>
          <a:ln/>
        </p:spPr>
        <p:txBody>
          <a:bodyPr wrap="none" lIns="0" tIns="0" rIns="0" bIns="0" rtlCol="0" anchor="ctr"/>
          <a:lstStyle/>
          <a:p>
            <a:pPr algn="ctr">
              <a:lnSpc>
                <a:spcPct val="100000"/>
              </a:lnSpc>
            </a:pPr>
            <a:r>
              <a:rPr lang="en-US" sz="1800" b="1" dirty="0">
                <a:solidFill>
                  <a:srgbClr val="6B21A8"/>
                </a:solidFill>
                <a:latin typeface="Liter" pitchFamily="34" charset="0"/>
                <a:ea typeface="Liter" pitchFamily="34" charset="-122"/>
                <a:cs typeface="Liter" pitchFamily="34" charset="-120"/>
              </a:rPr>
              <a:t>CSS Grid</a:t>
            </a:r>
            <a:endParaRPr lang="en-US" sz="1600" dirty="0"/>
          </a:p>
        </p:txBody>
      </p:sp>
      <p:sp>
        <p:nvSpPr>
          <p:cNvPr id="12" name="Text 9"/>
          <p:cNvSpPr/>
          <p:nvPr/>
        </p:nvSpPr>
        <p:spPr>
          <a:xfrm>
            <a:off x="3949700" y="2768600"/>
            <a:ext cx="2489200" cy="762000"/>
          </a:xfrm>
          <a:prstGeom prst="rect">
            <a:avLst/>
          </a:prstGeom>
          <a:noFill/>
          <a:ln/>
        </p:spPr>
        <p:txBody>
          <a:bodyPr wrap="square" lIns="0" tIns="0" rIns="0" bIns="0" rtlCol="0" anchor="t"/>
          <a:lstStyle/>
          <a:p>
            <a:pPr algn="ctr">
              <a:lnSpc>
                <a:spcPct val="140000"/>
              </a:lnSpc>
            </a:pPr>
            <a:r>
              <a:rPr lang="en-US" sz="1300" dirty="0">
                <a:solidFill>
                  <a:srgbClr val="6B7280"/>
                </a:solidFill>
                <a:latin typeface="Quattrocento Sans" pitchFamily="34" charset="0"/>
                <a:ea typeface="Quattrocento Sans" pitchFamily="34" charset="-122"/>
                <a:cs typeface="Quattrocento Sans" pitchFamily="34" charset="-120"/>
              </a:rPr>
              <a:t>Two-dimensional layout for complex structures</a:t>
            </a:r>
            <a:endParaRPr lang="en-US" sz="1600" dirty="0"/>
          </a:p>
        </p:txBody>
      </p:sp>
      <p:sp>
        <p:nvSpPr>
          <p:cNvPr id="13" name="Shape 10"/>
          <p:cNvSpPr/>
          <p:nvPr/>
        </p:nvSpPr>
        <p:spPr>
          <a:xfrm>
            <a:off x="6883400" y="1397000"/>
            <a:ext cx="2743200" cy="2286000"/>
          </a:xfrm>
          <a:prstGeom prst="roundRect">
            <a:avLst>
              <a:gd name="adj" fmla="val 10000"/>
            </a:avLst>
          </a:prstGeom>
          <a:solidFill>
            <a:srgbClr val="FFFFFF">
              <a:alpha val="90196"/>
            </a:srgbClr>
          </a:solidFill>
          <a:ln w="12700">
            <a:solidFill>
              <a:srgbClr val="D8B4FE"/>
            </a:solidFill>
            <a:prstDash val="solid"/>
          </a:ln>
          <a:effectLst>
            <a:outerShdw blurRad="127000" dist="38100" dir="5400000" algn="bl" rotWithShape="0">
              <a:srgbClr val="6B21A8">
                <a:alpha val="6275"/>
              </a:srgbClr>
            </a:outerShdw>
          </a:effectLst>
        </p:spPr>
        <p:txBody>
          <a:bodyPr/>
          <a:lstStyle/>
          <a:p>
            <a:endParaRPr lang="en-US"/>
          </a:p>
        </p:txBody>
      </p:sp>
      <p:sp>
        <p:nvSpPr>
          <p:cNvPr id="14" name="Shape 11"/>
          <p:cNvSpPr/>
          <p:nvPr/>
        </p:nvSpPr>
        <p:spPr>
          <a:xfrm>
            <a:off x="7897813" y="1625600"/>
            <a:ext cx="714375" cy="635000"/>
          </a:xfrm>
          <a:custGeom>
            <a:avLst/>
            <a:gdLst/>
            <a:ahLst/>
            <a:cxnLst/>
            <a:rect l="l" t="t" r="r" b="b"/>
            <a:pathLst>
              <a:path w="714375" h="635000">
                <a:moveTo>
                  <a:pt x="357188" y="-19844"/>
                </a:moveTo>
                <a:cubicBezTo>
                  <a:pt x="379140" y="-19844"/>
                  <a:pt x="396875" y="-2108"/>
                  <a:pt x="396875" y="19844"/>
                </a:cubicBezTo>
                <a:lnTo>
                  <a:pt x="396875" y="42540"/>
                </a:lnTo>
                <a:cubicBezTo>
                  <a:pt x="518542" y="59903"/>
                  <a:pt x="614784" y="156146"/>
                  <a:pt x="632147" y="277813"/>
                </a:cubicBezTo>
                <a:lnTo>
                  <a:pt x="654844" y="277813"/>
                </a:lnTo>
                <a:cubicBezTo>
                  <a:pt x="676796" y="277813"/>
                  <a:pt x="694531" y="295548"/>
                  <a:pt x="694531" y="317500"/>
                </a:cubicBezTo>
                <a:cubicBezTo>
                  <a:pt x="694531" y="339452"/>
                  <a:pt x="676796" y="357188"/>
                  <a:pt x="654844" y="357188"/>
                </a:cubicBezTo>
                <a:lnTo>
                  <a:pt x="632147" y="357188"/>
                </a:lnTo>
                <a:cubicBezTo>
                  <a:pt x="614784" y="478854"/>
                  <a:pt x="518542" y="575097"/>
                  <a:pt x="396875" y="592460"/>
                </a:cubicBezTo>
                <a:lnTo>
                  <a:pt x="396875" y="615156"/>
                </a:lnTo>
                <a:cubicBezTo>
                  <a:pt x="396875" y="637108"/>
                  <a:pt x="379140" y="654844"/>
                  <a:pt x="357188" y="654844"/>
                </a:cubicBezTo>
                <a:cubicBezTo>
                  <a:pt x="335235" y="654844"/>
                  <a:pt x="317500" y="637108"/>
                  <a:pt x="317500" y="615156"/>
                </a:cubicBezTo>
                <a:lnTo>
                  <a:pt x="317500" y="592460"/>
                </a:lnTo>
                <a:cubicBezTo>
                  <a:pt x="195833" y="575097"/>
                  <a:pt x="99591" y="478854"/>
                  <a:pt x="82228" y="357188"/>
                </a:cubicBezTo>
                <a:lnTo>
                  <a:pt x="59531" y="357188"/>
                </a:lnTo>
                <a:cubicBezTo>
                  <a:pt x="37579" y="357188"/>
                  <a:pt x="19844" y="339452"/>
                  <a:pt x="19844" y="317500"/>
                </a:cubicBezTo>
                <a:cubicBezTo>
                  <a:pt x="19844" y="295548"/>
                  <a:pt x="37579" y="277813"/>
                  <a:pt x="59531" y="277813"/>
                </a:cubicBezTo>
                <a:lnTo>
                  <a:pt x="82228" y="277813"/>
                </a:lnTo>
                <a:cubicBezTo>
                  <a:pt x="99591" y="156146"/>
                  <a:pt x="195833" y="59903"/>
                  <a:pt x="317500" y="42540"/>
                </a:cubicBezTo>
                <a:lnTo>
                  <a:pt x="317500" y="19844"/>
                </a:lnTo>
                <a:cubicBezTo>
                  <a:pt x="317500" y="-2108"/>
                  <a:pt x="335235" y="-19844"/>
                  <a:pt x="357188" y="-19844"/>
                </a:cubicBezTo>
                <a:close/>
                <a:moveTo>
                  <a:pt x="162719" y="357188"/>
                </a:moveTo>
                <a:cubicBezTo>
                  <a:pt x="178470" y="434950"/>
                  <a:pt x="239737" y="496218"/>
                  <a:pt x="317500" y="511969"/>
                </a:cubicBezTo>
                <a:lnTo>
                  <a:pt x="317500" y="496094"/>
                </a:lnTo>
                <a:cubicBezTo>
                  <a:pt x="317500" y="474142"/>
                  <a:pt x="335235" y="456406"/>
                  <a:pt x="357188" y="456406"/>
                </a:cubicBezTo>
                <a:cubicBezTo>
                  <a:pt x="379140" y="456406"/>
                  <a:pt x="396875" y="474142"/>
                  <a:pt x="396875" y="496094"/>
                </a:cubicBezTo>
                <a:lnTo>
                  <a:pt x="396875" y="511969"/>
                </a:lnTo>
                <a:cubicBezTo>
                  <a:pt x="474638" y="496218"/>
                  <a:pt x="535905" y="434950"/>
                  <a:pt x="551656" y="357188"/>
                </a:cubicBezTo>
                <a:lnTo>
                  <a:pt x="535781" y="357188"/>
                </a:lnTo>
                <a:cubicBezTo>
                  <a:pt x="513829" y="357188"/>
                  <a:pt x="496094" y="339452"/>
                  <a:pt x="496094" y="317500"/>
                </a:cubicBezTo>
                <a:cubicBezTo>
                  <a:pt x="496094" y="295548"/>
                  <a:pt x="513829" y="277813"/>
                  <a:pt x="535781" y="277813"/>
                </a:cubicBezTo>
                <a:lnTo>
                  <a:pt x="551656" y="277813"/>
                </a:lnTo>
                <a:cubicBezTo>
                  <a:pt x="535905" y="200050"/>
                  <a:pt x="474638" y="138782"/>
                  <a:pt x="396875" y="123031"/>
                </a:cubicBezTo>
                <a:lnTo>
                  <a:pt x="396875" y="138906"/>
                </a:lnTo>
                <a:cubicBezTo>
                  <a:pt x="396875" y="160858"/>
                  <a:pt x="379140" y="178594"/>
                  <a:pt x="357188" y="178594"/>
                </a:cubicBezTo>
                <a:cubicBezTo>
                  <a:pt x="335235" y="178594"/>
                  <a:pt x="317500" y="160858"/>
                  <a:pt x="317500" y="138906"/>
                </a:cubicBezTo>
                <a:lnTo>
                  <a:pt x="317500" y="123031"/>
                </a:lnTo>
                <a:cubicBezTo>
                  <a:pt x="239737" y="138782"/>
                  <a:pt x="178470" y="200050"/>
                  <a:pt x="162719" y="277813"/>
                </a:cubicBezTo>
                <a:lnTo>
                  <a:pt x="178594" y="277813"/>
                </a:lnTo>
                <a:cubicBezTo>
                  <a:pt x="200546" y="277813"/>
                  <a:pt x="218281" y="295548"/>
                  <a:pt x="218281" y="317500"/>
                </a:cubicBezTo>
                <a:cubicBezTo>
                  <a:pt x="218281" y="339452"/>
                  <a:pt x="200546" y="357188"/>
                  <a:pt x="178594" y="357188"/>
                </a:cubicBezTo>
                <a:lnTo>
                  <a:pt x="162719" y="357188"/>
                </a:lnTo>
                <a:close/>
                <a:moveTo>
                  <a:pt x="357188" y="257969"/>
                </a:moveTo>
                <a:cubicBezTo>
                  <a:pt x="390044" y="257969"/>
                  <a:pt x="416719" y="284644"/>
                  <a:pt x="416719" y="317500"/>
                </a:cubicBezTo>
                <a:cubicBezTo>
                  <a:pt x="416719" y="350356"/>
                  <a:pt x="390044" y="377031"/>
                  <a:pt x="357188" y="377031"/>
                </a:cubicBezTo>
                <a:cubicBezTo>
                  <a:pt x="324331" y="377031"/>
                  <a:pt x="297656" y="350356"/>
                  <a:pt x="297656" y="317500"/>
                </a:cubicBezTo>
                <a:cubicBezTo>
                  <a:pt x="297656" y="284644"/>
                  <a:pt x="324331" y="257969"/>
                  <a:pt x="357188" y="257969"/>
                </a:cubicBezTo>
                <a:close/>
              </a:path>
            </a:pathLst>
          </a:custGeom>
          <a:solidFill>
            <a:srgbClr val="6B21A8"/>
          </a:solidFill>
          <a:ln/>
        </p:spPr>
        <p:txBody>
          <a:bodyPr/>
          <a:lstStyle/>
          <a:p>
            <a:endParaRPr lang="en-US"/>
          </a:p>
        </p:txBody>
      </p:sp>
      <p:sp>
        <p:nvSpPr>
          <p:cNvPr id="15" name="Text 12"/>
          <p:cNvSpPr/>
          <p:nvPr/>
        </p:nvSpPr>
        <p:spPr>
          <a:xfrm>
            <a:off x="6883400" y="2387600"/>
            <a:ext cx="2743200" cy="355600"/>
          </a:xfrm>
          <a:prstGeom prst="rect">
            <a:avLst/>
          </a:prstGeom>
          <a:noFill/>
          <a:ln/>
        </p:spPr>
        <p:txBody>
          <a:bodyPr wrap="none" lIns="0" tIns="0" rIns="0" bIns="0" rtlCol="0" anchor="ctr"/>
          <a:lstStyle/>
          <a:p>
            <a:pPr algn="ctr">
              <a:lnSpc>
                <a:spcPct val="100000"/>
              </a:lnSpc>
            </a:pPr>
            <a:r>
              <a:rPr lang="en-US" sz="1800" b="1" dirty="0">
                <a:solidFill>
                  <a:srgbClr val="6B21A8"/>
                </a:solidFill>
                <a:latin typeface="Liter" pitchFamily="34" charset="0"/>
                <a:ea typeface="Liter" pitchFamily="34" charset="-122"/>
                <a:cs typeface="Liter" pitchFamily="34" charset="-120"/>
              </a:rPr>
              <a:t>Position</a:t>
            </a:r>
            <a:endParaRPr lang="en-US" sz="1600" dirty="0"/>
          </a:p>
        </p:txBody>
      </p:sp>
      <p:sp>
        <p:nvSpPr>
          <p:cNvPr id="16" name="Text 13"/>
          <p:cNvSpPr/>
          <p:nvPr/>
        </p:nvSpPr>
        <p:spPr>
          <a:xfrm>
            <a:off x="7010400" y="2768600"/>
            <a:ext cx="2489200" cy="698500"/>
          </a:xfrm>
          <a:prstGeom prst="rect">
            <a:avLst/>
          </a:prstGeom>
          <a:noFill/>
          <a:ln/>
        </p:spPr>
        <p:txBody>
          <a:bodyPr wrap="square" lIns="0" tIns="0" rIns="0" bIns="0" rtlCol="0" anchor="t"/>
          <a:lstStyle/>
          <a:p>
            <a:pPr algn="ctr">
              <a:lnSpc>
                <a:spcPct val="140000"/>
              </a:lnSpc>
            </a:pPr>
            <a:r>
              <a:rPr lang="en-US" sz="1400" dirty="0">
                <a:solidFill>
                  <a:srgbClr val="6B7280"/>
                </a:solidFill>
                <a:latin typeface="Quattrocento Sans" pitchFamily="34" charset="0"/>
                <a:ea typeface="Quattrocento Sans" pitchFamily="34" charset="-122"/>
                <a:cs typeface="Quattrocento Sans" pitchFamily="34" charset="-120"/>
              </a:rPr>
              <a:t>static, relative, absolute, fixed, sticky placement</a:t>
            </a:r>
            <a:endParaRPr lang="en-US" sz="1600" dirty="0"/>
          </a:p>
        </p:txBody>
      </p:sp>
      <p:sp>
        <p:nvSpPr>
          <p:cNvPr id="17" name="Shape 14"/>
          <p:cNvSpPr/>
          <p:nvPr/>
        </p:nvSpPr>
        <p:spPr>
          <a:xfrm>
            <a:off x="9944100" y="1397000"/>
            <a:ext cx="2743200" cy="2286000"/>
          </a:xfrm>
          <a:prstGeom prst="roundRect">
            <a:avLst>
              <a:gd name="adj" fmla="val 10000"/>
            </a:avLst>
          </a:prstGeom>
          <a:solidFill>
            <a:srgbClr val="FFFFFF">
              <a:alpha val="90196"/>
            </a:srgbClr>
          </a:solidFill>
          <a:ln w="12700">
            <a:solidFill>
              <a:srgbClr val="D8B4FE"/>
            </a:solidFill>
            <a:prstDash val="solid"/>
          </a:ln>
          <a:effectLst>
            <a:outerShdw blurRad="127000" dist="38100" dir="5400000" algn="bl" rotWithShape="0">
              <a:srgbClr val="6B21A8">
                <a:alpha val="6275"/>
              </a:srgbClr>
            </a:outerShdw>
          </a:effectLst>
        </p:spPr>
        <p:txBody>
          <a:bodyPr/>
          <a:lstStyle/>
          <a:p>
            <a:endParaRPr lang="en-US"/>
          </a:p>
        </p:txBody>
      </p:sp>
      <p:sp>
        <p:nvSpPr>
          <p:cNvPr id="18" name="Shape 15"/>
          <p:cNvSpPr/>
          <p:nvPr/>
        </p:nvSpPr>
        <p:spPr>
          <a:xfrm>
            <a:off x="10998200" y="1625600"/>
            <a:ext cx="635000" cy="635000"/>
          </a:xfrm>
          <a:custGeom>
            <a:avLst/>
            <a:gdLst/>
            <a:ahLst/>
            <a:cxnLst/>
            <a:rect l="l" t="t" r="r" b="b"/>
            <a:pathLst>
              <a:path w="635000" h="635000">
                <a:moveTo>
                  <a:pt x="494233" y="15131"/>
                </a:moveTo>
                <a:lnTo>
                  <a:pt x="384845" y="124520"/>
                </a:lnTo>
                <a:lnTo>
                  <a:pt x="510480" y="250155"/>
                </a:lnTo>
                <a:lnTo>
                  <a:pt x="619869" y="140767"/>
                </a:lnTo>
                <a:cubicBezTo>
                  <a:pt x="629543" y="130969"/>
                  <a:pt x="635000" y="117822"/>
                  <a:pt x="635000" y="104180"/>
                </a:cubicBezTo>
                <a:cubicBezTo>
                  <a:pt x="635000" y="90537"/>
                  <a:pt x="629543" y="77391"/>
                  <a:pt x="619869" y="67593"/>
                </a:cubicBezTo>
                <a:lnTo>
                  <a:pt x="567407" y="15131"/>
                </a:lnTo>
                <a:cubicBezTo>
                  <a:pt x="557609" y="5457"/>
                  <a:pt x="544463" y="0"/>
                  <a:pt x="530820" y="0"/>
                </a:cubicBezTo>
                <a:cubicBezTo>
                  <a:pt x="517178" y="0"/>
                  <a:pt x="504031" y="5457"/>
                  <a:pt x="494233" y="15131"/>
                </a:cubicBezTo>
                <a:close/>
                <a:moveTo>
                  <a:pt x="342801" y="166563"/>
                </a:moveTo>
                <a:lnTo>
                  <a:pt x="15131" y="494233"/>
                </a:lnTo>
                <a:cubicBezTo>
                  <a:pt x="5457" y="504031"/>
                  <a:pt x="0" y="517178"/>
                  <a:pt x="0" y="530820"/>
                </a:cubicBezTo>
                <a:cubicBezTo>
                  <a:pt x="0" y="544463"/>
                  <a:pt x="5457" y="557609"/>
                  <a:pt x="15131" y="567407"/>
                </a:cubicBezTo>
                <a:lnTo>
                  <a:pt x="67593" y="619869"/>
                </a:lnTo>
                <a:cubicBezTo>
                  <a:pt x="77391" y="629543"/>
                  <a:pt x="90537" y="635000"/>
                  <a:pt x="104180" y="635000"/>
                </a:cubicBezTo>
                <a:cubicBezTo>
                  <a:pt x="117822" y="635000"/>
                  <a:pt x="130969" y="629543"/>
                  <a:pt x="140767" y="619869"/>
                </a:cubicBezTo>
                <a:lnTo>
                  <a:pt x="468437" y="292199"/>
                </a:lnTo>
                <a:lnTo>
                  <a:pt x="342801" y="166563"/>
                </a:lnTo>
                <a:close/>
              </a:path>
            </a:pathLst>
          </a:custGeom>
          <a:solidFill>
            <a:srgbClr val="6B21A8"/>
          </a:solidFill>
          <a:ln/>
        </p:spPr>
        <p:txBody>
          <a:bodyPr/>
          <a:lstStyle/>
          <a:p>
            <a:endParaRPr lang="en-US"/>
          </a:p>
        </p:txBody>
      </p:sp>
      <p:sp>
        <p:nvSpPr>
          <p:cNvPr id="19" name="Text 16"/>
          <p:cNvSpPr/>
          <p:nvPr/>
        </p:nvSpPr>
        <p:spPr>
          <a:xfrm>
            <a:off x="9944100" y="2387600"/>
            <a:ext cx="2743200" cy="355600"/>
          </a:xfrm>
          <a:prstGeom prst="rect">
            <a:avLst/>
          </a:prstGeom>
          <a:noFill/>
          <a:ln/>
        </p:spPr>
        <p:txBody>
          <a:bodyPr wrap="none" lIns="0" tIns="0" rIns="0" bIns="0" rtlCol="0" anchor="ctr"/>
          <a:lstStyle/>
          <a:p>
            <a:pPr algn="ctr">
              <a:lnSpc>
                <a:spcPct val="100000"/>
              </a:lnSpc>
            </a:pPr>
            <a:r>
              <a:rPr lang="en-US" sz="1800" b="1" dirty="0">
                <a:solidFill>
                  <a:srgbClr val="6B21A8"/>
                </a:solidFill>
                <a:latin typeface="Liter" pitchFamily="34" charset="0"/>
                <a:ea typeface="Liter" pitchFamily="34" charset="-122"/>
                <a:cs typeface="Liter" pitchFamily="34" charset="-120"/>
              </a:rPr>
              <a:t>Animations</a:t>
            </a:r>
            <a:endParaRPr lang="en-US" sz="1600" dirty="0"/>
          </a:p>
        </p:txBody>
      </p:sp>
      <p:sp>
        <p:nvSpPr>
          <p:cNvPr id="20" name="Text 17"/>
          <p:cNvSpPr/>
          <p:nvPr/>
        </p:nvSpPr>
        <p:spPr>
          <a:xfrm>
            <a:off x="10071100" y="2768600"/>
            <a:ext cx="2489200" cy="698500"/>
          </a:xfrm>
          <a:prstGeom prst="rect">
            <a:avLst/>
          </a:prstGeom>
          <a:noFill/>
          <a:ln/>
        </p:spPr>
        <p:txBody>
          <a:bodyPr wrap="square" lIns="0" tIns="0" rIns="0" bIns="0" rtlCol="0" anchor="t"/>
          <a:lstStyle/>
          <a:p>
            <a:pPr algn="ctr">
              <a:lnSpc>
                <a:spcPct val="140000"/>
              </a:lnSpc>
            </a:pPr>
            <a:r>
              <a:rPr lang="en-US" sz="1400" dirty="0">
                <a:solidFill>
                  <a:srgbClr val="6B7280"/>
                </a:solidFill>
                <a:latin typeface="Quattrocento Sans" pitchFamily="34" charset="0"/>
                <a:ea typeface="Quattrocento Sans" pitchFamily="34" charset="-122"/>
                <a:cs typeface="Quattrocento Sans" pitchFamily="34" charset="-120"/>
              </a:rPr>
              <a:t>Transitions and keyframes for interactive effects</a:t>
            </a:r>
            <a:endParaRPr lang="en-US" sz="1600" dirty="0"/>
          </a:p>
        </p:txBody>
      </p:sp>
      <p:sp>
        <p:nvSpPr>
          <p:cNvPr id="21" name="Shape 18"/>
          <p:cNvSpPr/>
          <p:nvPr/>
        </p:nvSpPr>
        <p:spPr>
          <a:xfrm>
            <a:off x="13004800" y="1397000"/>
            <a:ext cx="2743200" cy="2286000"/>
          </a:xfrm>
          <a:prstGeom prst="roundRect">
            <a:avLst>
              <a:gd name="adj" fmla="val 10000"/>
            </a:avLst>
          </a:prstGeom>
          <a:solidFill>
            <a:srgbClr val="FFFFFF">
              <a:alpha val="90196"/>
            </a:srgbClr>
          </a:solidFill>
          <a:ln w="12700">
            <a:solidFill>
              <a:srgbClr val="D8B4FE"/>
            </a:solidFill>
            <a:prstDash val="solid"/>
          </a:ln>
          <a:effectLst>
            <a:outerShdw blurRad="127000" dist="38100" dir="5400000" algn="bl" rotWithShape="0">
              <a:srgbClr val="6B21A8">
                <a:alpha val="6275"/>
              </a:srgbClr>
            </a:outerShdw>
          </a:effectLst>
        </p:spPr>
        <p:txBody>
          <a:bodyPr/>
          <a:lstStyle/>
          <a:p>
            <a:endParaRPr lang="en-US"/>
          </a:p>
        </p:txBody>
      </p:sp>
      <p:sp>
        <p:nvSpPr>
          <p:cNvPr id="22" name="Shape 19"/>
          <p:cNvSpPr/>
          <p:nvPr/>
        </p:nvSpPr>
        <p:spPr>
          <a:xfrm>
            <a:off x="14138275" y="1625600"/>
            <a:ext cx="476250" cy="635000"/>
          </a:xfrm>
          <a:custGeom>
            <a:avLst/>
            <a:gdLst/>
            <a:ahLst/>
            <a:cxnLst/>
            <a:rect l="l" t="t" r="r" b="b"/>
            <a:pathLst>
              <a:path w="476250" h="635000">
                <a:moveTo>
                  <a:pt x="19844" y="79375"/>
                </a:moveTo>
                <a:cubicBezTo>
                  <a:pt x="19844" y="35595"/>
                  <a:pt x="55438" y="0"/>
                  <a:pt x="99219" y="0"/>
                </a:cubicBezTo>
                <a:lnTo>
                  <a:pt x="377031" y="0"/>
                </a:lnTo>
                <a:cubicBezTo>
                  <a:pt x="420812" y="0"/>
                  <a:pt x="456406" y="35595"/>
                  <a:pt x="456406" y="79375"/>
                </a:cubicBezTo>
                <a:lnTo>
                  <a:pt x="456406" y="555625"/>
                </a:lnTo>
                <a:cubicBezTo>
                  <a:pt x="456406" y="599405"/>
                  <a:pt x="420812" y="635000"/>
                  <a:pt x="377031" y="635000"/>
                </a:cubicBezTo>
                <a:lnTo>
                  <a:pt x="99219" y="635000"/>
                </a:lnTo>
                <a:cubicBezTo>
                  <a:pt x="55438" y="635000"/>
                  <a:pt x="19844" y="599405"/>
                  <a:pt x="19844" y="555625"/>
                </a:cubicBezTo>
                <a:lnTo>
                  <a:pt x="19844" y="79375"/>
                </a:lnTo>
                <a:close/>
                <a:moveTo>
                  <a:pt x="99219" y="79375"/>
                </a:moveTo>
                <a:lnTo>
                  <a:pt x="99219" y="456406"/>
                </a:lnTo>
                <a:lnTo>
                  <a:pt x="377031" y="456406"/>
                </a:lnTo>
                <a:lnTo>
                  <a:pt x="377031" y="79375"/>
                </a:lnTo>
                <a:lnTo>
                  <a:pt x="99219" y="79375"/>
                </a:lnTo>
                <a:close/>
                <a:moveTo>
                  <a:pt x="238125" y="585391"/>
                </a:moveTo>
                <a:cubicBezTo>
                  <a:pt x="260077" y="585391"/>
                  <a:pt x="277813" y="567655"/>
                  <a:pt x="277813" y="545703"/>
                </a:cubicBezTo>
                <a:cubicBezTo>
                  <a:pt x="277813" y="523751"/>
                  <a:pt x="260077" y="506016"/>
                  <a:pt x="238125" y="506016"/>
                </a:cubicBezTo>
                <a:cubicBezTo>
                  <a:pt x="216173" y="506016"/>
                  <a:pt x="198438" y="523751"/>
                  <a:pt x="198438" y="545703"/>
                </a:cubicBezTo>
                <a:cubicBezTo>
                  <a:pt x="198438" y="567655"/>
                  <a:pt x="216173" y="585391"/>
                  <a:pt x="238125" y="585391"/>
                </a:cubicBezTo>
                <a:close/>
              </a:path>
            </a:pathLst>
          </a:custGeom>
          <a:solidFill>
            <a:srgbClr val="6B21A8"/>
          </a:solidFill>
          <a:ln/>
        </p:spPr>
        <p:txBody>
          <a:bodyPr/>
          <a:lstStyle/>
          <a:p>
            <a:endParaRPr lang="en-US"/>
          </a:p>
        </p:txBody>
      </p:sp>
      <p:sp>
        <p:nvSpPr>
          <p:cNvPr id="23" name="Text 20"/>
          <p:cNvSpPr/>
          <p:nvPr/>
        </p:nvSpPr>
        <p:spPr>
          <a:xfrm>
            <a:off x="13004800" y="2387600"/>
            <a:ext cx="2743200" cy="355600"/>
          </a:xfrm>
          <a:prstGeom prst="rect">
            <a:avLst/>
          </a:prstGeom>
          <a:noFill/>
          <a:ln/>
        </p:spPr>
        <p:txBody>
          <a:bodyPr wrap="none" lIns="0" tIns="0" rIns="0" bIns="0" rtlCol="0" anchor="ctr"/>
          <a:lstStyle/>
          <a:p>
            <a:pPr algn="ctr">
              <a:lnSpc>
                <a:spcPct val="100000"/>
              </a:lnSpc>
            </a:pPr>
            <a:r>
              <a:rPr lang="en-US" sz="1800" b="1" dirty="0">
                <a:solidFill>
                  <a:srgbClr val="6B21A8"/>
                </a:solidFill>
                <a:latin typeface="Liter" pitchFamily="34" charset="0"/>
                <a:ea typeface="Liter" pitchFamily="34" charset="-122"/>
                <a:cs typeface="Liter" pitchFamily="34" charset="-120"/>
              </a:rPr>
              <a:t>Responsive</a:t>
            </a:r>
            <a:endParaRPr lang="en-US" sz="1600" dirty="0"/>
          </a:p>
        </p:txBody>
      </p:sp>
      <p:sp>
        <p:nvSpPr>
          <p:cNvPr id="24" name="Text 21"/>
          <p:cNvSpPr/>
          <p:nvPr/>
        </p:nvSpPr>
        <p:spPr>
          <a:xfrm>
            <a:off x="13131800" y="2768600"/>
            <a:ext cx="2489200" cy="698500"/>
          </a:xfrm>
          <a:prstGeom prst="rect">
            <a:avLst/>
          </a:prstGeom>
          <a:noFill/>
          <a:ln/>
        </p:spPr>
        <p:txBody>
          <a:bodyPr wrap="square" lIns="0" tIns="0" rIns="0" bIns="0" rtlCol="0" anchor="t"/>
          <a:lstStyle/>
          <a:p>
            <a:pPr algn="ctr">
              <a:lnSpc>
                <a:spcPct val="140000"/>
              </a:lnSpc>
            </a:pPr>
            <a:r>
              <a:rPr lang="en-US" sz="1400" dirty="0">
                <a:solidFill>
                  <a:srgbClr val="6B7280"/>
                </a:solidFill>
                <a:latin typeface="Quattrocento Sans" pitchFamily="34" charset="0"/>
                <a:ea typeface="Quattrocento Sans" pitchFamily="34" charset="-122"/>
                <a:cs typeface="Quattrocento Sans" pitchFamily="34" charset="-120"/>
              </a:rPr>
              <a:t>Adapts to any screen size using media queries</a:t>
            </a:r>
            <a:endParaRPr lang="en-US" sz="1600" dirty="0"/>
          </a:p>
        </p:txBody>
      </p:sp>
      <p:sp>
        <p:nvSpPr>
          <p:cNvPr id="25" name="Text 22"/>
          <p:cNvSpPr/>
          <p:nvPr/>
        </p:nvSpPr>
        <p:spPr>
          <a:xfrm>
            <a:off x="762000" y="4064000"/>
            <a:ext cx="5080000" cy="444500"/>
          </a:xfrm>
          <a:prstGeom prst="rect">
            <a:avLst/>
          </a:prstGeom>
          <a:noFill/>
          <a:ln/>
        </p:spPr>
        <p:txBody>
          <a:bodyPr wrap="none" lIns="0" tIns="0" rIns="0" bIns="0" rtlCol="0" anchor="ctr"/>
          <a:lstStyle/>
          <a:p>
            <a:pPr>
              <a:lnSpc>
                <a:spcPct val="130000"/>
              </a:lnSpc>
            </a:pPr>
            <a:r>
              <a:rPr lang="en-US" sz="2200" b="1" dirty="0">
                <a:solidFill>
                  <a:srgbClr val="6B21A8"/>
                </a:solidFill>
                <a:latin typeface="Liter" pitchFamily="34" charset="0"/>
                <a:ea typeface="Liter" pitchFamily="34" charset="-122"/>
                <a:cs typeface="Liter" pitchFamily="34" charset="-120"/>
              </a:rPr>
              <a:t>Responsive Design Across Devices</a:t>
            </a:r>
            <a:endParaRPr lang="en-US" sz="2200" dirty="0"/>
          </a:p>
        </p:txBody>
      </p:sp>
      <p:sp>
        <p:nvSpPr>
          <p:cNvPr id="26" name="Shape 23"/>
          <p:cNvSpPr/>
          <p:nvPr/>
        </p:nvSpPr>
        <p:spPr>
          <a:xfrm>
            <a:off x="762000" y="4699000"/>
            <a:ext cx="14732000" cy="3302000"/>
          </a:xfrm>
          <a:prstGeom prst="roundRect">
            <a:avLst>
              <a:gd name="adj" fmla="val 6000"/>
            </a:avLst>
          </a:prstGeom>
          <a:gradFill flip="none" rotWithShape="1">
            <a:gsLst>
              <a:gs pos="0">
                <a:srgbClr val="F3E8FF"/>
              </a:gs>
              <a:gs pos="100000">
                <a:srgbClr val="E9D5FF"/>
              </a:gs>
            </a:gsLst>
            <a:lin ang="0" scaled="1"/>
          </a:gradFill>
          <a:ln/>
        </p:spPr>
        <p:txBody>
          <a:bodyPr/>
          <a:lstStyle/>
          <a:p>
            <a:endParaRPr lang="en-US"/>
          </a:p>
        </p:txBody>
      </p:sp>
      <p:sp>
        <p:nvSpPr>
          <p:cNvPr id="27" name="Shape 24"/>
          <p:cNvSpPr/>
          <p:nvPr/>
        </p:nvSpPr>
        <p:spPr>
          <a:xfrm>
            <a:off x="1778000" y="5080000"/>
            <a:ext cx="4064000" cy="2286000"/>
          </a:xfrm>
          <a:prstGeom prst="roundRect">
            <a:avLst>
              <a:gd name="adj" fmla="val 6000"/>
            </a:avLst>
          </a:prstGeom>
          <a:solidFill>
            <a:srgbClr val="6B21A8"/>
          </a:solidFill>
          <a:ln/>
          <a:effectLst>
            <a:outerShdw blurRad="190500" dist="76200" dir="5400000" algn="bl" rotWithShape="0">
              <a:srgbClr val="6B21A8">
                <a:alpha val="18824"/>
              </a:srgbClr>
            </a:outerShdw>
          </a:effectLst>
        </p:spPr>
        <p:txBody>
          <a:bodyPr/>
          <a:lstStyle/>
          <a:p>
            <a:endParaRPr lang="en-US"/>
          </a:p>
        </p:txBody>
      </p:sp>
      <p:sp>
        <p:nvSpPr>
          <p:cNvPr id="28" name="Shape 25"/>
          <p:cNvSpPr/>
          <p:nvPr/>
        </p:nvSpPr>
        <p:spPr>
          <a:xfrm>
            <a:off x="3429000" y="5397500"/>
            <a:ext cx="762000" cy="762000"/>
          </a:xfrm>
          <a:custGeom>
            <a:avLst/>
            <a:gdLst/>
            <a:ahLst/>
            <a:cxnLst/>
            <a:rect l="l" t="t" r="r" b="b"/>
            <a:pathLst>
              <a:path w="762000" h="762000">
                <a:moveTo>
                  <a:pt x="95250" y="47625"/>
                </a:moveTo>
                <a:cubicBezTo>
                  <a:pt x="42714" y="47625"/>
                  <a:pt x="0" y="90339"/>
                  <a:pt x="0" y="142875"/>
                </a:cubicBezTo>
                <a:lnTo>
                  <a:pt x="0" y="523875"/>
                </a:lnTo>
                <a:cubicBezTo>
                  <a:pt x="0" y="576411"/>
                  <a:pt x="42714" y="619125"/>
                  <a:pt x="95250" y="619125"/>
                </a:cubicBezTo>
                <a:lnTo>
                  <a:pt x="309563" y="619125"/>
                </a:lnTo>
                <a:lnTo>
                  <a:pt x="285750" y="690563"/>
                </a:lnTo>
                <a:lnTo>
                  <a:pt x="178594" y="690563"/>
                </a:lnTo>
                <a:cubicBezTo>
                  <a:pt x="158800" y="690563"/>
                  <a:pt x="142875" y="706487"/>
                  <a:pt x="142875" y="726281"/>
                </a:cubicBezTo>
                <a:cubicBezTo>
                  <a:pt x="142875" y="746075"/>
                  <a:pt x="158800" y="762000"/>
                  <a:pt x="178594" y="762000"/>
                </a:cubicBezTo>
                <a:lnTo>
                  <a:pt x="583406" y="762000"/>
                </a:lnTo>
                <a:cubicBezTo>
                  <a:pt x="603200" y="762000"/>
                  <a:pt x="619125" y="746075"/>
                  <a:pt x="619125" y="726281"/>
                </a:cubicBezTo>
                <a:cubicBezTo>
                  <a:pt x="619125" y="706487"/>
                  <a:pt x="603200" y="690563"/>
                  <a:pt x="583406" y="690563"/>
                </a:cubicBezTo>
                <a:lnTo>
                  <a:pt x="476250" y="690563"/>
                </a:lnTo>
                <a:lnTo>
                  <a:pt x="452438" y="619125"/>
                </a:lnTo>
                <a:lnTo>
                  <a:pt x="666750" y="619125"/>
                </a:lnTo>
                <a:cubicBezTo>
                  <a:pt x="719286" y="619125"/>
                  <a:pt x="762000" y="576411"/>
                  <a:pt x="762000" y="523875"/>
                </a:cubicBezTo>
                <a:lnTo>
                  <a:pt x="762000" y="142875"/>
                </a:lnTo>
                <a:cubicBezTo>
                  <a:pt x="762000" y="90339"/>
                  <a:pt x="719286" y="47625"/>
                  <a:pt x="666750" y="47625"/>
                </a:cubicBezTo>
                <a:lnTo>
                  <a:pt x="95250" y="47625"/>
                </a:lnTo>
                <a:close/>
                <a:moveTo>
                  <a:pt x="142875" y="142875"/>
                </a:moveTo>
                <a:lnTo>
                  <a:pt x="619125" y="142875"/>
                </a:lnTo>
                <a:cubicBezTo>
                  <a:pt x="645468" y="142875"/>
                  <a:pt x="666750" y="164157"/>
                  <a:pt x="666750" y="190500"/>
                </a:cubicBezTo>
                <a:lnTo>
                  <a:pt x="666750" y="428625"/>
                </a:lnTo>
                <a:cubicBezTo>
                  <a:pt x="666750" y="454968"/>
                  <a:pt x="645468" y="476250"/>
                  <a:pt x="619125" y="476250"/>
                </a:cubicBezTo>
                <a:lnTo>
                  <a:pt x="142875" y="476250"/>
                </a:lnTo>
                <a:cubicBezTo>
                  <a:pt x="116532" y="476250"/>
                  <a:pt x="95250" y="454968"/>
                  <a:pt x="95250" y="428625"/>
                </a:cubicBezTo>
                <a:lnTo>
                  <a:pt x="95250" y="190500"/>
                </a:lnTo>
                <a:cubicBezTo>
                  <a:pt x="95250" y="164157"/>
                  <a:pt x="116532" y="142875"/>
                  <a:pt x="142875" y="142875"/>
                </a:cubicBezTo>
                <a:close/>
              </a:path>
            </a:pathLst>
          </a:custGeom>
          <a:solidFill>
            <a:srgbClr val="FFFFFF"/>
          </a:solidFill>
          <a:ln/>
        </p:spPr>
        <p:txBody>
          <a:bodyPr/>
          <a:lstStyle/>
          <a:p>
            <a:endParaRPr lang="en-US"/>
          </a:p>
        </p:txBody>
      </p:sp>
      <p:sp>
        <p:nvSpPr>
          <p:cNvPr id="29" name="Text 26"/>
          <p:cNvSpPr/>
          <p:nvPr/>
        </p:nvSpPr>
        <p:spPr>
          <a:xfrm>
            <a:off x="1778000" y="6350000"/>
            <a:ext cx="4064000" cy="762000"/>
          </a:xfrm>
          <a:prstGeom prst="rect">
            <a:avLst/>
          </a:prstGeom>
          <a:noFill/>
          <a:ln/>
        </p:spPr>
        <p:txBody>
          <a:bodyPr wrap="square" lIns="0" tIns="0" rIns="0" bIns="0" rtlCol="0" anchor="t"/>
          <a:lstStyle/>
          <a:p>
            <a:pPr algn="ctr">
              <a:lnSpc>
                <a:spcPct val="140000"/>
              </a:lnSpc>
            </a:pPr>
            <a:r>
              <a:rPr lang="en-US" sz="1600" b="1" dirty="0">
                <a:solidFill>
                  <a:srgbClr val="FFFFFF"/>
                </a:solidFill>
                <a:latin typeface="Quattrocento Sans" pitchFamily="34" charset="0"/>
                <a:ea typeface="Quattrocento Sans" pitchFamily="34" charset="-122"/>
                <a:cs typeface="Quattrocento Sans" pitchFamily="34" charset="-120"/>
              </a:rPr>
              <a:t>Desktop</a:t>
            </a:r>
            <a:endParaRPr lang="en-US" sz="1600" dirty="0"/>
          </a:p>
          <a:p>
            <a:pPr algn="ctr">
              <a:lnSpc>
                <a:spcPct val="140000"/>
              </a:lnSpc>
            </a:pPr>
            <a:r>
              <a:rPr lang="en-US" sz="1300" dirty="0">
                <a:solidFill>
                  <a:srgbClr val="FFFFFF"/>
                </a:solidFill>
                <a:latin typeface="Quattrocento Sans" pitchFamily="34" charset="0"/>
                <a:ea typeface="Quattrocento Sans" pitchFamily="34" charset="-122"/>
                <a:cs typeface="Quattrocento Sans" pitchFamily="34" charset="-120"/>
              </a:rPr>
              <a:t>1024px+ | Full layout</a:t>
            </a:r>
            <a:endParaRPr lang="en-US" sz="1600" dirty="0"/>
          </a:p>
        </p:txBody>
      </p:sp>
      <p:sp>
        <p:nvSpPr>
          <p:cNvPr id="30" name="Shape 27"/>
          <p:cNvSpPr/>
          <p:nvPr/>
        </p:nvSpPr>
        <p:spPr>
          <a:xfrm>
            <a:off x="5969000" y="6159500"/>
            <a:ext cx="762000" cy="0"/>
          </a:xfrm>
          <a:prstGeom prst="straightConnector1">
            <a:avLst/>
          </a:prstGeom>
          <a:noFill/>
          <a:ln w="25400">
            <a:solidFill>
              <a:srgbClr val="6B21A8"/>
            </a:solidFill>
            <a:prstDash val="solid"/>
            <a:headEnd type="none"/>
            <a:tailEnd type="arrow"/>
          </a:ln>
        </p:spPr>
        <p:txBody>
          <a:bodyPr/>
          <a:lstStyle/>
          <a:p>
            <a:endParaRPr lang="en-US"/>
          </a:p>
        </p:txBody>
      </p:sp>
      <p:sp>
        <p:nvSpPr>
          <p:cNvPr id="31" name="Shape 28"/>
          <p:cNvSpPr/>
          <p:nvPr/>
        </p:nvSpPr>
        <p:spPr>
          <a:xfrm>
            <a:off x="6858000" y="5270500"/>
            <a:ext cx="2794000" cy="2032000"/>
          </a:xfrm>
          <a:prstGeom prst="roundRect">
            <a:avLst>
              <a:gd name="adj" fmla="val 8000"/>
            </a:avLst>
          </a:prstGeom>
          <a:solidFill>
            <a:srgbClr val="A855F7"/>
          </a:solidFill>
          <a:ln/>
          <a:effectLst>
            <a:outerShdw blurRad="152400" dist="63500" dir="5400000" algn="bl" rotWithShape="0">
              <a:srgbClr val="A855F7">
                <a:alpha val="18824"/>
              </a:srgbClr>
            </a:outerShdw>
          </a:effectLst>
        </p:spPr>
        <p:txBody>
          <a:bodyPr/>
          <a:lstStyle/>
          <a:p>
            <a:endParaRPr lang="en-US"/>
          </a:p>
        </p:txBody>
      </p:sp>
      <p:sp>
        <p:nvSpPr>
          <p:cNvPr id="32" name="Shape 29"/>
          <p:cNvSpPr/>
          <p:nvPr/>
        </p:nvSpPr>
        <p:spPr>
          <a:xfrm>
            <a:off x="7786688" y="5588000"/>
            <a:ext cx="555625" cy="635000"/>
          </a:xfrm>
          <a:custGeom>
            <a:avLst/>
            <a:gdLst/>
            <a:ahLst/>
            <a:cxnLst/>
            <a:rect l="l" t="t" r="r" b="b"/>
            <a:pathLst>
              <a:path w="555625" h="635000">
                <a:moveTo>
                  <a:pt x="0" y="79375"/>
                </a:moveTo>
                <a:cubicBezTo>
                  <a:pt x="0" y="35595"/>
                  <a:pt x="35595" y="0"/>
                  <a:pt x="79375" y="0"/>
                </a:cubicBezTo>
                <a:lnTo>
                  <a:pt x="476250" y="0"/>
                </a:lnTo>
                <a:cubicBezTo>
                  <a:pt x="520030" y="0"/>
                  <a:pt x="555625" y="35595"/>
                  <a:pt x="555625" y="79375"/>
                </a:cubicBezTo>
                <a:lnTo>
                  <a:pt x="555625" y="555625"/>
                </a:lnTo>
                <a:cubicBezTo>
                  <a:pt x="555625" y="599405"/>
                  <a:pt x="520030" y="635000"/>
                  <a:pt x="476250" y="635000"/>
                </a:cubicBezTo>
                <a:lnTo>
                  <a:pt x="79375" y="635000"/>
                </a:lnTo>
                <a:cubicBezTo>
                  <a:pt x="35595" y="635000"/>
                  <a:pt x="0" y="599405"/>
                  <a:pt x="0" y="555625"/>
                </a:cubicBezTo>
                <a:lnTo>
                  <a:pt x="0" y="79375"/>
                </a:lnTo>
                <a:close/>
                <a:moveTo>
                  <a:pt x="317500" y="535781"/>
                </a:moveTo>
                <a:cubicBezTo>
                  <a:pt x="317500" y="513877"/>
                  <a:pt x="299717" y="496094"/>
                  <a:pt x="277813" y="496094"/>
                </a:cubicBezTo>
                <a:cubicBezTo>
                  <a:pt x="255908" y="496094"/>
                  <a:pt x="238125" y="513877"/>
                  <a:pt x="238125" y="535781"/>
                </a:cubicBezTo>
                <a:cubicBezTo>
                  <a:pt x="238125" y="557685"/>
                  <a:pt x="255908" y="575469"/>
                  <a:pt x="277813" y="575469"/>
                </a:cubicBezTo>
                <a:cubicBezTo>
                  <a:pt x="299717" y="575469"/>
                  <a:pt x="317500" y="557685"/>
                  <a:pt x="317500" y="535781"/>
                </a:cubicBezTo>
                <a:close/>
                <a:moveTo>
                  <a:pt x="476250" y="79375"/>
                </a:moveTo>
                <a:lnTo>
                  <a:pt x="79375" y="79375"/>
                </a:lnTo>
                <a:lnTo>
                  <a:pt x="79375" y="436563"/>
                </a:lnTo>
                <a:lnTo>
                  <a:pt x="476250" y="436563"/>
                </a:lnTo>
                <a:lnTo>
                  <a:pt x="476250" y="79375"/>
                </a:lnTo>
                <a:close/>
              </a:path>
            </a:pathLst>
          </a:custGeom>
          <a:solidFill>
            <a:srgbClr val="FFFFFF"/>
          </a:solidFill>
          <a:ln/>
        </p:spPr>
        <p:txBody>
          <a:bodyPr/>
          <a:lstStyle/>
          <a:p>
            <a:endParaRPr lang="en-US"/>
          </a:p>
        </p:txBody>
      </p:sp>
      <p:sp>
        <p:nvSpPr>
          <p:cNvPr id="33" name="Text 30"/>
          <p:cNvSpPr/>
          <p:nvPr/>
        </p:nvSpPr>
        <p:spPr>
          <a:xfrm>
            <a:off x="6858000" y="6350000"/>
            <a:ext cx="2794000" cy="762000"/>
          </a:xfrm>
          <a:prstGeom prst="rect">
            <a:avLst/>
          </a:prstGeom>
          <a:noFill/>
          <a:ln/>
        </p:spPr>
        <p:txBody>
          <a:bodyPr wrap="square" lIns="0" tIns="0" rIns="0" bIns="0" rtlCol="0" anchor="t"/>
          <a:lstStyle/>
          <a:p>
            <a:pPr algn="ctr">
              <a:lnSpc>
                <a:spcPct val="140000"/>
              </a:lnSpc>
            </a:pPr>
            <a:r>
              <a:rPr lang="en-US" sz="1500" b="1" dirty="0">
                <a:solidFill>
                  <a:srgbClr val="FFFFFF"/>
                </a:solidFill>
                <a:latin typeface="Quattrocento Sans" pitchFamily="34" charset="0"/>
                <a:ea typeface="Quattrocento Sans" pitchFamily="34" charset="-122"/>
                <a:cs typeface="Quattrocento Sans" pitchFamily="34" charset="-120"/>
              </a:rPr>
              <a:t>Tablet</a:t>
            </a:r>
            <a:endParaRPr lang="en-US" sz="1600" dirty="0"/>
          </a:p>
          <a:p>
            <a:pPr algn="ctr">
              <a:lnSpc>
                <a:spcPct val="140000"/>
              </a:lnSpc>
            </a:pPr>
            <a:r>
              <a:rPr lang="en-US" sz="1200" dirty="0">
                <a:solidFill>
                  <a:srgbClr val="FFFFFF"/>
                </a:solidFill>
                <a:latin typeface="Quattrocento Sans" pitchFamily="34" charset="0"/>
                <a:ea typeface="Quattrocento Sans" pitchFamily="34" charset="-122"/>
                <a:cs typeface="Quattrocento Sans" pitchFamily="34" charset="-120"/>
              </a:rPr>
              <a:t>768px | Adjusted layout</a:t>
            </a:r>
            <a:endParaRPr lang="en-US" sz="1600" dirty="0"/>
          </a:p>
        </p:txBody>
      </p:sp>
      <p:sp>
        <p:nvSpPr>
          <p:cNvPr id="34" name="Shape 31"/>
          <p:cNvSpPr/>
          <p:nvPr/>
        </p:nvSpPr>
        <p:spPr>
          <a:xfrm>
            <a:off x="9779000" y="6159500"/>
            <a:ext cx="762000" cy="0"/>
          </a:xfrm>
          <a:prstGeom prst="straightConnector1">
            <a:avLst/>
          </a:prstGeom>
          <a:noFill/>
          <a:ln w="25400">
            <a:solidFill>
              <a:srgbClr val="A855F7"/>
            </a:solidFill>
            <a:prstDash val="solid"/>
            <a:headEnd type="none"/>
            <a:tailEnd type="arrow"/>
          </a:ln>
        </p:spPr>
        <p:txBody>
          <a:bodyPr/>
          <a:lstStyle/>
          <a:p>
            <a:endParaRPr lang="en-US"/>
          </a:p>
        </p:txBody>
      </p:sp>
      <p:sp>
        <p:nvSpPr>
          <p:cNvPr id="35" name="Shape 32"/>
          <p:cNvSpPr/>
          <p:nvPr/>
        </p:nvSpPr>
        <p:spPr>
          <a:xfrm>
            <a:off x="10668000" y="5461000"/>
            <a:ext cx="2032000" cy="1905000"/>
          </a:xfrm>
          <a:prstGeom prst="roundRect">
            <a:avLst>
              <a:gd name="adj" fmla="val 12000"/>
            </a:avLst>
          </a:prstGeom>
          <a:solidFill>
            <a:srgbClr val="7C3AED"/>
          </a:solidFill>
          <a:ln/>
          <a:effectLst>
            <a:outerShdw blurRad="127000" dist="50800" dir="5400000" algn="bl" rotWithShape="0">
              <a:srgbClr val="7C3AED">
                <a:alpha val="18824"/>
              </a:srgbClr>
            </a:outerShdw>
          </a:effectLst>
        </p:spPr>
        <p:txBody>
          <a:bodyPr/>
          <a:lstStyle/>
          <a:p>
            <a:endParaRPr lang="en-US"/>
          </a:p>
        </p:txBody>
      </p:sp>
      <p:sp>
        <p:nvSpPr>
          <p:cNvPr id="36" name="Shape 33"/>
          <p:cNvSpPr/>
          <p:nvPr/>
        </p:nvSpPr>
        <p:spPr>
          <a:xfrm>
            <a:off x="11303000" y="5778500"/>
            <a:ext cx="381000" cy="508000"/>
          </a:xfrm>
          <a:custGeom>
            <a:avLst/>
            <a:gdLst/>
            <a:ahLst/>
            <a:cxnLst/>
            <a:rect l="l" t="t" r="r" b="b"/>
            <a:pathLst>
              <a:path w="381000" h="508000">
                <a:moveTo>
                  <a:pt x="15875" y="63500"/>
                </a:moveTo>
                <a:cubicBezTo>
                  <a:pt x="15875" y="28476"/>
                  <a:pt x="44351" y="0"/>
                  <a:pt x="79375" y="0"/>
                </a:cubicBezTo>
                <a:lnTo>
                  <a:pt x="301625" y="0"/>
                </a:lnTo>
                <a:cubicBezTo>
                  <a:pt x="336649" y="0"/>
                  <a:pt x="365125" y="28476"/>
                  <a:pt x="365125" y="63500"/>
                </a:cubicBezTo>
                <a:lnTo>
                  <a:pt x="365125" y="444500"/>
                </a:lnTo>
                <a:cubicBezTo>
                  <a:pt x="365125" y="479524"/>
                  <a:pt x="336649" y="508000"/>
                  <a:pt x="301625" y="508000"/>
                </a:cubicBezTo>
                <a:lnTo>
                  <a:pt x="79375" y="508000"/>
                </a:lnTo>
                <a:cubicBezTo>
                  <a:pt x="44351" y="508000"/>
                  <a:pt x="15875" y="479524"/>
                  <a:pt x="15875" y="444500"/>
                </a:cubicBezTo>
                <a:lnTo>
                  <a:pt x="15875" y="63500"/>
                </a:lnTo>
                <a:close/>
                <a:moveTo>
                  <a:pt x="79375" y="63500"/>
                </a:moveTo>
                <a:lnTo>
                  <a:pt x="79375" y="365125"/>
                </a:lnTo>
                <a:lnTo>
                  <a:pt x="301625" y="365125"/>
                </a:lnTo>
                <a:lnTo>
                  <a:pt x="301625" y="63500"/>
                </a:lnTo>
                <a:lnTo>
                  <a:pt x="79375" y="63500"/>
                </a:lnTo>
                <a:close/>
                <a:moveTo>
                  <a:pt x="190500" y="468313"/>
                </a:moveTo>
                <a:cubicBezTo>
                  <a:pt x="208062" y="468313"/>
                  <a:pt x="222250" y="454124"/>
                  <a:pt x="222250" y="436563"/>
                </a:cubicBezTo>
                <a:cubicBezTo>
                  <a:pt x="222250" y="419001"/>
                  <a:pt x="208062" y="404813"/>
                  <a:pt x="190500" y="404813"/>
                </a:cubicBezTo>
                <a:cubicBezTo>
                  <a:pt x="172938" y="404813"/>
                  <a:pt x="158750" y="419001"/>
                  <a:pt x="158750" y="436563"/>
                </a:cubicBezTo>
                <a:cubicBezTo>
                  <a:pt x="158750" y="454124"/>
                  <a:pt x="172938" y="468313"/>
                  <a:pt x="190500" y="468313"/>
                </a:cubicBezTo>
                <a:close/>
              </a:path>
            </a:pathLst>
          </a:custGeom>
          <a:solidFill>
            <a:srgbClr val="FFFFFF"/>
          </a:solidFill>
          <a:ln/>
        </p:spPr>
        <p:txBody>
          <a:bodyPr/>
          <a:lstStyle/>
          <a:p>
            <a:endParaRPr lang="en-US"/>
          </a:p>
        </p:txBody>
      </p:sp>
      <p:sp>
        <p:nvSpPr>
          <p:cNvPr id="37" name="Text 34"/>
          <p:cNvSpPr/>
          <p:nvPr/>
        </p:nvSpPr>
        <p:spPr>
          <a:xfrm>
            <a:off x="10668000" y="6350000"/>
            <a:ext cx="2032000" cy="762000"/>
          </a:xfrm>
          <a:prstGeom prst="rect">
            <a:avLst/>
          </a:prstGeom>
          <a:noFill/>
          <a:ln/>
        </p:spPr>
        <p:txBody>
          <a:bodyPr wrap="square" lIns="0" tIns="0" rIns="0" bIns="0" rtlCol="0" anchor="t"/>
          <a:lstStyle/>
          <a:p>
            <a:pPr algn="ctr">
              <a:lnSpc>
                <a:spcPct val="140000"/>
              </a:lnSpc>
            </a:pPr>
            <a:r>
              <a:rPr lang="en-US" sz="1400" b="1" dirty="0">
                <a:solidFill>
                  <a:srgbClr val="FFFFFF"/>
                </a:solidFill>
                <a:latin typeface="Quattrocento Sans" pitchFamily="34" charset="0"/>
                <a:ea typeface="Quattrocento Sans" pitchFamily="34" charset="-122"/>
                <a:cs typeface="Quattrocento Sans" pitchFamily="34" charset="-120"/>
              </a:rPr>
              <a:t>Mobile</a:t>
            </a:r>
            <a:endParaRPr lang="en-US" sz="1600" dirty="0"/>
          </a:p>
          <a:p>
            <a:pPr algn="ctr">
              <a:lnSpc>
                <a:spcPct val="140000"/>
              </a:lnSpc>
            </a:pPr>
            <a:r>
              <a:rPr lang="en-US" sz="1200" dirty="0">
                <a:solidFill>
                  <a:srgbClr val="FFFFFF"/>
                </a:solidFill>
                <a:latin typeface="Quattrocento Sans" pitchFamily="34" charset="0"/>
                <a:ea typeface="Quattrocento Sans" pitchFamily="34" charset="-122"/>
                <a:cs typeface="Quattrocento Sans" pitchFamily="34" charset="-120"/>
              </a:rPr>
              <a:t>320px | Stacked layout</a:t>
            </a:r>
            <a:endParaRPr lang="en-US" sz="1600" dirty="0"/>
          </a:p>
        </p:txBody>
      </p:sp>
      <p:sp>
        <p:nvSpPr>
          <p:cNvPr id="38" name="Text 35"/>
          <p:cNvSpPr/>
          <p:nvPr/>
        </p:nvSpPr>
        <p:spPr>
          <a:xfrm>
            <a:off x="14986000" y="8636000"/>
            <a:ext cx="762000" cy="317500"/>
          </a:xfrm>
          <a:prstGeom prst="rect">
            <a:avLst/>
          </a:prstGeom>
          <a:noFill/>
          <a:ln/>
        </p:spPr>
        <p:txBody>
          <a:bodyPr wrap="none" lIns="0" tIns="0" rIns="0" bIns="0" rtlCol="0" anchor="ctr"/>
          <a:lstStyle/>
          <a:p>
            <a:pPr algn="r">
              <a:lnSpc>
                <a:spcPct val="100000"/>
              </a:lnSpc>
            </a:pPr>
            <a:r>
              <a:rPr lang="en-US" sz="1200" dirty="0">
                <a:solidFill>
                  <a:srgbClr val="D8B4FE"/>
                </a:solidFill>
                <a:latin typeface="Liter" pitchFamily="34" charset="0"/>
                <a:ea typeface="Liter" pitchFamily="34" charset="-122"/>
                <a:cs typeface="Liter" pitchFamily="34" charset="-120"/>
              </a:rPr>
              <a:t>07 / 15</a:t>
            </a:r>
            <a:endParaRPr lang="en-US" sz="16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762000" y="508000"/>
            <a:ext cx="8890000" cy="508000"/>
          </a:xfrm>
          <a:prstGeom prst="rect">
            <a:avLst/>
          </a:prstGeom>
          <a:noFill/>
          <a:ln/>
        </p:spPr>
        <p:txBody>
          <a:bodyPr wrap="none" lIns="0" tIns="0" rIns="0" bIns="0" rtlCol="0" anchor="ctr"/>
          <a:lstStyle/>
          <a:p>
            <a:pPr>
              <a:lnSpc>
                <a:spcPct val="130000"/>
              </a:lnSpc>
            </a:pPr>
            <a:r>
              <a:rPr lang="en-US" sz="2800" b="1" dirty="0">
                <a:solidFill>
                  <a:srgbClr val="6B21A8"/>
                </a:solidFill>
                <a:latin typeface="Liter" pitchFamily="34" charset="0"/>
                <a:ea typeface="Liter" pitchFamily="34" charset="-122"/>
                <a:cs typeface="Liter" pitchFamily="34" charset="-120"/>
              </a:rPr>
              <a:t>JavaScript Introduction</a:t>
            </a:r>
            <a:endParaRPr lang="en-US" sz="2800" dirty="0"/>
          </a:p>
        </p:txBody>
      </p:sp>
      <p:sp>
        <p:nvSpPr>
          <p:cNvPr id="4" name="Shape 1"/>
          <p:cNvSpPr/>
          <p:nvPr/>
        </p:nvSpPr>
        <p:spPr>
          <a:xfrm>
            <a:off x="762000" y="1079500"/>
            <a:ext cx="1016000" cy="50800"/>
          </a:xfrm>
          <a:prstGeom prst="rect">
            <a:avLst/>
          </a:prstGeom>
          <a:solidFill>
            <a:srgbClr val="6B21A8"/>
          </a:solidFill>
          <a:ln/>
        </p:spPr>
        <p:txBody>
          <a:bodyPr/>
          <a:lstStyle/>
          <a:p>
            <a:endParaRPr lang="en-US"/>
          </a:p>
        </p:txBody>
      </p:sp>
      <p:sp>
        <p:nvSpPr>
          <p:cNvPr id="5" name="Shape 2"/>
          <p:cNvSpPr/>
          <p:nvPr/>
        </p:nvSpPr>
        <p:spPr>
          <a:xfrm>
            <a:off x="762000" y="1371600"/>
            <a:ext cx="1651000" cy="381000"/>
          </a:xfrm>
          <a:prstGeom prst="roundRect">
            <a:avLst>
              <a:gd name="adj" fmla="val 16000"/>
            </a:avLst>
          </a:prstGeom>
          <a:solidFill>
            <a:srgbClr val="F59E0B"/>
          </a:solidFill>
          <a:ln/>
        </p:spPr>
        <p:txBody>
          <a:bodyPr/>
          <a:lstStyle/>
          <a:p>
            <a:endParaRPr lang="en-US"/>
          </a:p>
        </p:txBody>
      </p:sp>
      <p:sp>
        <p:nvSpPr>
          <p:cNvPr id="6" name="Text 3"/>
          <p:cNvSpPr/>
          <p:nvPr/>
        </p:nvSpPr>
        <p:spPr>
          <a:xfrm>
            <a:off x="762000" y="1371600"/>
            <a:ext cx="1651000" cy="381000"/>
          </a:xfrm>
          <a:prstGeom prst="rect">
            <a:avLst/>
          </a:prstGeom>
          <a:noFill/>
          <a:ln/>
        </p:spPr>
        <p:txBody>
          <a:bodyPr wrap="none" lIns="0" tIns="0" rIns="0" bIns="0" rtlCol="0" anchor="ctr"/>
          <a:lstStyle/>
          <a:p>
            <a:pPr algn="ctr">
              <a:lnSpc>
                <a:spcPct val="100000"/>
              </a:lnSpc>
            </a:pPr>
            <a:r>
              <a:rPr lang="en-US" sz="1200" kern="0" spc="100" dirty="0">
                <a:solidFill>
                  <a:srgbClr val="FFFFFF"/>
                </a:solidFill>
                <a:latin typeface="Liter" pitchFamily="34" charset="0"/>
                <a:ea typeface="Liter" pitchFamily="34" charset="-122"/>
                <a:cs typeface="Liter" pitchFamily="34" charset="-120"/>
              </a:rPr>
              <a:t>INTERACTIVITY</a:t>
            </a:r>
            <a:endParaRPr lang="en-US" sz="1600" dirty="0"/>
          </a:p>
        </p:txBody>
      </p:sp>
      <p:sp>
        <p:nvSpPr>
          <p:cNvPr id="7" name="Text 4"/>
          <p:cNvSpPr/>
          <p:nvPr/>
        </p:nvSpPr>
        <p:spPr>
          <a:xfrm>
            <a:off x="762000" y="2032000"/>
            <a:ext cx="8128000" cy="863600"/>
          </a:xfrm>
          <a:prstGeom prst="rect">
            <a:avLst/>
          </a:prstGeom>
          <a:noFill/>
          <a:ln/>
        </p:spPr>
        <p:txBody>
          <a:bodyPr wrap="square" lIns="0" tIns="0" rIns="0" bIns="0" rtlCol="0" anchor="t"/>
          <a:lstStyle/>
          <a:p>
            <a:pPr>
              <a:lnSpc>
                <a:spcPct val="150000"/>
              </a:lnSpc>
            </a:pPr>
            <a:r>
              <a:rPr lang="en-US" sz="1800" dirty="0">
                <a:solidFill>
                  <a:srgbClr val="1E1B2E"/>
                </a:solidFill>
                <a:latin typeface="Quattrocento Sans" pitchFamily="34" charset="0"/>
                <a:ea typeface="Quattrocento Sans" pitchFamily="34" charset="-122"/>
                <a:cs typeface="Quattrocento Sans" pitchFamily="34" charset="-120"/>
              </a:rPr>
              <a:t>JavaScript adds </a:t>
            </a:r>
            <a:r>
              <a:rPr lang="en-US" sz="1800" b="1" dirty="0">
                <a:solidFill>
                  <a:srgbClr val="1E1B2E"/>
                </a:solidFill>
                <a:latin typeface="Quattrocento Sans" pitchFamily="34" charset="0"/>
                <a:ea typeface="Quattrocento Sans" pitchFamily="34" charset="-122"/>
                <a:cs typeface="Quattrocento Sans" pitchFamily="34" charset="-120"/>
              </a:rPr>
              <a:t>interactivity and dynamic behavior</a:t>
            </a:r>
            <a:r>
              <a:rPr lang="en-US" sz="1800" dirty="0">
                <a:solidFill>
                  <a:srgbClr val="1E1B2E"/>
                </a:solidFill>
                <a:latin typeface="Quattrocento Sans" pitchFamily="34" charset="0"/>
                <a:ea typeface="Quattrocento Sans" pitchFamily="34" charset="-122"/>
                <a:cs typeface="Quattrocento Sans" pitchFamily="34" charset="-120"/>
              </a:rPr>
              <a:t> to websites. It brings web pages to life!</a:t>
            </a:r>
            <a:endParaRPr lang="en-US" sz="1600" dirty="0"/>
          </a:p>
        </p:txBody>
      </p:sp>
      <p:sp>
        <p:nvSpPr>
          <p:cNvPr id="8" name="Text 5"/>
          <p:cNvSpPr/>
          <p:nvPr/>
        </p:nvSpPr>
        <p:spPr>
          <a:xfrm>
            <a:off x="762000" y="2921000"/>
            <a:ext cx="3810000" cy="381000"/>
          </a:xfrm>
          <a:prstGeom prst="rect">
            <a:avLst/>
          </a:prstGeom>
          <a:noFill/>
          <a:ln/>
        </p:spPr>
        <p:txBody>
          <a:bodyPr wrap="none" lIns="0" tIns="0" rIns="0" bIns="0" rtlCol="0" anchor="ctr"/>
          <a:lstStyle/>
          <a:p>
            <a:pPr>
              <a:lnSpc>
                <a:spcPct val="100000"/>
              </a:lnSpc>
            </a:pPr>
            <a:r>
              <a:rPr lang="en-US" sz="2000" b="1" dirty="0">
                <a:solidFill>
                  <a:srgbClr val="6B21A8"/>
                </a:solidFill>
                <a:latin typeface="Liter" pitchFamily="34" charset="0"/>
                <a:ea typeface="Liter" pitchFamily="34" charset="-122"/>
                <a:cs typeface="Liter" pitchFamily="34" charset="-120"/>
              </a:rPr>
              <a:t>Core Concepts</a:t>
            </a:r>
            <a:endParaRPr lang="en-US" sz="1600" dirty="0"/>
          </a:p>
        </p:txBody>
      </p:sp>
      <p:sp>
        <p:nvSpPr>
          <p:cNvPr id="9" name="Shape 6"/>
          <p:cNvSpPr/>
          <p:nvPr/>
        </p:nvSpPr>
        <p:spPr>
          <a:xfrm>
            <a:off x="762000" y="3492500"/>
            <a:ext cx="3810000" cy="1270000"/>
          </a:xfrm>
          <a:prstGeom prst="roundRect">
            <a:avLst>
              <a:gd name="adj" fmla="val 10000"/>
            </a:avLst>
          </a:prstGeom>
          <a:solidFill>
            <a:srgbClr val="FFFFFF">
              <a:alpha val="90196"/>
            </a:srgbClr>
          </a:solidFill>
          <a:ln w="12700">
            <a:solidFill>
              <a:srgbClr val="D8B4FE"/>
            </a:solidFill>
            <a:prstDash val="solid"/>
          </a:ln>
          <a:effectLst>
            <a:outerShdw blurRad="101600" dist="38100" dir="5400000" algn="bl" rotWithShape="0">
              <a:srgbClr val="6B21A8">
                <a:alpha val="6275"/>
              </a:srgbClr>
            </a:outerShdw>
          </a:effectLst>
        </p:spPr>
        <p:txBody>
          <a:bodyPr/>
          <a:lstStyle/>
          <a:p>
            <a:endParaRPr lang="en-US"/>
          </a:p>
        </p:txBody>
      </p:sp>
      <p:sp>
        <p:nvSpPr>
          <p:cNvPr id="10" name="Shape 7"/>
          <p:cNvSpPr/>
          <p:nvPr/>
        </p:nvSpPr>
        <p:spPr>
          <a:xfrm>
            <a:off x="1019175" y="3810000"/>
            <a:ext cx="400050" cy="457200"/>
          </a:xfrm>
          <a:custGeom>
            <a:avLst/>
            <a:gdLst/>
            <a:ahLst/>
            <a:cxnLst/>
            <a:rect l="l" t="t" r="r" b="b"/>
            <a:pathLst>
              <a:path w="400050" h="457200">
                <a:moveTo>
                  <a:pt x="329863" y="114300"/>
                </a:moveTo>
                <a:lnTo>
                  <a:pt x="299234" y="71438"/>
                </a:lnTo>
                <a:lnTo>
                  <a:pt x="100905" y="71438"/>
                </a:lnTo>
                <a:lnTo>
                  <a:pt x="70277" y="114300"/>
                </a:lnTo>
                <a:lnTo>
                  <a:pt x="329863" y="114300"/>
                </a:lnTo>
                <a:close/>
                <a:moveTo>
                  <a:pt x="0" y="132606"/>
                </a:moveTo>
                <a:cubicBezTo>
                  <a:pt x="0" y="120729"/>
                  <a:pt x="3750" y="109121"/>
                  <a:pt x="10626" y="99387"/>
                </a:cubicBezTo>
                <a:lnTo>
                  <a:pt x="54382" y="38219"/>
                </a:lnTo>
                <a:cubicBezTo>
                  <a:pt x="65097" y="23217"/>
                  <a:pt x="82421" y="14288"/>
                  <a:pt x="100816" y="14288"/>
                </a:cubicBezTo>
                <a:lnTo>
                  <a:pt x="299145" y="14288"/>
                </a:lnTo>
                <a:cubicBezTo>
                  <a:pt x="317629" y="14288"/>
                  <a:pt x="334953" y="23217"/>
                  <a:pt x="345668" y="38219"/>
                </a:cubicBezTo>
                <a:lnTo>
                  <a:pt x="389334" y="99387"/>
                </a:lnTo>
                <a:cubicBezTo>
                  <a:pt x="396300" y="109121"/>
                  <a:pt x="399961" y="120729"/>
                  <a:pt x="399961" y="132606"/>
                </a:cubicBezTo>
                <a:lnTo>
                  <a:pt x="400050" y="371475"/>
                </a:lnTo>
                <a:cubicBezTo>
                  <a:pt x="400050" y="402997"/>
                  <a:pt x="374422" y="428625"/>
                  <a:pt x="342900" y="428625"/>
                </a:cubicBezTo>
                <a:lnTo>
                  <a:pt x="57150" y="428625"/>
                </a:lnTo>
                <a:cubicBezTo>
                  <a:pt x="25628" y="428625"/>
                  <a:pt x="0" y="402997"/>
                  <a:pt x="0" y="371475"/>
                </a:cubicBezTo>
                <a:lnTo>
                  <a:pt x="0" y="132606"/>
                </a:lnTo>
                <a:close/>
              </a:path>
            </a:pathLst>
          </a:custGeom>
          <a:solidFill>
            <a:srgbClr val="6B21A8"/>
          </a:solidFill>
          <a:ln/>
        </p:spPr>
        <p:txBody>
          <a:bodyPr/>
          <a:lstStyle/>
          <a:p>
            <a:endParaRPr lang="en-US"/>
          </a:p>
        </p:txBody>
      </p:sp>
      <p:sp>
        <p:nvSpPr>
          <p:cNvPr id="11" name="Text 8"/>
          <p:cNvSpPr/>
          <p:nvPr/>
        </p:nvSpPr>
        <p:spPr>
          <a:xfrm>
            <a:off x="1574800" y="3619500"/>
            <a:ext cx="2794000" cy="1016000"/>
          </a:xfrm>
          <a:prstGeom prst="rect">
            <a:avLst/>
          </a:prstGeom>
          <a:noFill/>
          <a:ln/>
        </p:spPr>
        <p:txBody>
          <a:bodyPr wrap="square" lIns="0" tIns="0" rIns="0" bIns="0" rtlCol="0" anchor="ctr"/>
          <a:lstStyle/>
          <a:p>
            <a:pPr>
              <a:lnSpc>
                <a:spcPct val="140000"/>
              </a:lnSpc>
            </a:pPr>
            <a:r>
              <a:rPr lang="en-US" sz="1600" b="1" dirty="0">
                <a:solidFill>
                  <a:srgbClr val="1E1B2E"/>
                </a:solidFill>
                <a:latin typeface="Quattrocento Sans" pitchFamily="34" charset="0"/>
                <a:ea typeface="Quattrocento Sans" pitchFamily="34" charset="-122"/>
                <a:cs typeface="Quattrocento Sans" pitchFamily="34" charset="-120"/>
              </a:rPr>
              <a:t>Variables</a:t>
            </a:r>
            <a:endParaRPr lang="en-US" sz="1600" dirty="0"/>
          </a:p>
          <a:p>
            <a:pPr>
              <a:lnSpc>
                <a:spcPct val="140000"/>
              </a:lnSpc>
            </a:pPr>
            <a:r>
              <a:rPr lang="en-US" sz="1400" dirty="0">
                <a:solidFill>
                  <a:srgbClr val="6B7280"/>
                </a:solidFill>
                <a:latin typeface="Quattrocento Sans" pitchFamily="34" charset="0"/>
                <a:ea typeface="Quattrocento Sans" pitchFamily="34" charset="-122"/>
                <a:cs typeface="Quattrocento Sans" pitchFamily="34" charset="-120"/>
              </a:rPr>
              <a:t>Store data using let, const, var</a:t>
            </a:r>
            <a:endParaRPr lang="en-US" sz="1600" dirty="0"/>
          </a:p>
        </p:txBody>
      </p:sp>
      <p:sp>
        <p:nvSpPr>
          <p:cNvPr id="12" name="Shape 9"/>
          <p:cNvSpPr/>
          <p:nvPr/>
        </p:nvSpPr>
        <p:spPr>
          <a:xfrm>
            <a:off x="4826000" y="3492500"/>
            <a:ext cx="3810000" cy="1270000"/>
          </a:xfrm>
          <a:prstGeom prst="roundRect">
            <a:avLst>
              <a:gd name="adj" fmla="val 10000"/>
            </a:avLst>
          </a:prstGeom>
          <a:solidFill>
            <a:srgbClr val="FFFFFF">
              <a:alpha val="90196"/>
            </a:srgbClr>
          </a:solidFill>
          <a:ln w="12700">
            <a:solidFill>
              <a:srgbClr val="D8B4FE"/>
            </a:solidFill>
            <a:prstDash val="solid"/>
          </a:ln>
          <a:effectLst>
            <a:outerShdw blurRad="101600" dist="38100" dir="5400000" algn="bl" rotWithShape="0">
              <a:srgbClr val="6B21A8">
                <a:alpha val="6275"/>
              </a:srgbClr>
            </a:outerShdw>
          </a:effectLst>
        </p:spPr>
        <p:txBody>
          <a:bodyPr/>
          <a:lstStyle/>
          <a:p>
            <a:endParaRPr lang="en-US"/>
          </a:p>
        </p:txBody>
      </p:sp>
      <p:sp>
        <p:nvSpPr>
          <p:cNvPr id="13" name="Shape 10"/>
          <p:cNvSpPr/>
          <p:nvPr/>
        </p:nvSpPr>
        <p:spPr>
          <a:xfrm>
            <a:off x="5054600" y="3810000"/>
            <a:ext cx="457200" cy="457200"/>
          </a:xfrm>
          <a:custGeom>
            <a:avLst/>
            <a:gdLst/>
            <a:ahLst/>
            <a:cxnLst/>
            <a:rect l="l" t="t" r="r" b="b"/>
            <a:pathLst>
              <a:path w="457200" h="457200">
                <a:moveTo>
                  <a:pt x="228600" y="0"/>
                </a:moveTo>
                <a:cubicBezTo>
                  <a:pt x="238601" y="0"/>
                  <a:pt x="247977" y="5269"/>
                  <a:pt x="253067" y="13841"/>
                </a:cubicBezTo>
                <a:lnTo>
                  <a:pt x="338792" y="156716"/>
                </a:lnTo>
                <a:cubicBezTo>
                  <a:pt x="344061" y="165556"/>
                  <a:pt x="344239" y="176540"/>
                  <a:pt x="339150" y="185470"/>
                </a:cubicBezTo>
                <a:cubicBezTo>
                  <a:pt x="334060" y="194399"/>
                  <a:pt x="324594" y="200025"/>
                  <a:pt x="314325" y="200025"/>
                </a:cubicBezTo>
                <a:lnTo>
                  <a:pt x="142875" y="200025"/>
                </a:lnTo>
                <a:cubicBezTo>
                  <a:pt x="132606" y="200025"/>
                  <a:pt x="123051" y="194489"/>
                  <a:pt x="118050" y="185559"/>
                </a:cubicBezTo>
                <a:cubicBezTo>
                  <a:pt x="113050" y="176629"/>
                  <a:pt x="113139" y="165646"/>
                  <a:pt x="118408" y="156805"/>
                </a:cubicBezTo>
                <a:lnTo>
                  <a:pt x="204133" y="13930"/>
                </a:lnTo>
                <a:cubicBezTo>
                  <a:pt x="209223" y="5269"/>
                  <a:pt x="218599" y="0"/>
                  <a:pt x="228600" y="0"/>
                </a:cubicBezTo>
                <a:close/>
                <a:moveTo>
                  <a:pt x="114300" y="242888"/>
                </a:moveTo>
                <a:cubicBezTo>
                  <a:pt x="169498" y="242888"/>
                  <a:pt x="214313" y="287702"/>
                  <a:pt x="214313" y="342900"/>
                </a:cubicBezTo>
                <a:cubicBezTo>
                  <a:pt x="214313" y="398098"/>
                  <a:pt x="169498" y="442913"/>
                  <a:pt x="114300" y="442913"/>
                </a:cubicBezTo>
                <a:cubicBezTo>
                  <a:pt x="59102" y="442913"/>
                  <a:pt x="14288" y="398098"/>
                  <a:pt x="14288" y="342900"/>
                </a:cubicBezTo>
                <a:cubicBezTo>
                  <a:pt x="14288" y="287702"/>
                  <a:pt x="59102" y="242888"/>
                  <a:pt x="114300" y="242888"/>
                </a:cubicBezTo>
                <a:close/>
                <a:moveTo>
                  <a:pt x="292894" y="257175"/>
                </a:moveTo>
                <a:lnTo>
                  <a:pt x="392906" y="257175"/>
                </a:lnTo>
                <a:cubicBezTo>
                  <a:pt x="412641" y="257175"/>
                  <a:pt x="428625" y="273159"/>
                  <a:pt x="428625" y="292894"/>
                </a:cubicBezTo>
                <a:lnTo>
                  <a:pt x="428625" y="392906"/>
                </a:lnTo>
                <a:cubicBezTo>
                  <a:pt x="428625" y="412641"/>
                  <a:pt x="412641" y="428625"/>
                  <a:pt x="392906" y="428625"/>
                </a:cubicBezTo>
                <a:lnTo>
                  <a:pt x="292894" y="428625"/>
                </a:lnTo>
                <a:cubicBezTo>
                  <a:pt x="273159" y="428625"/>
                  <a:pt x="257175" y="412641"/>
                  <a:pt x="257175" y="392906"/>
                </a:cubicBezTo>
                <a:lnTo>
                  <a:pt x="257175" y="292894"/>
                </a:lnTo>
                <a:cubicBezTo>
                  <a:pt x="257175" y="273159"/>
                  <a:pt x="273159" y="257175"/>
                  <a:pt x="292894" y="257175"/>
                </a:cubicBezTo>
                <a:close/>
              </a:path>
            </a:pathLst>
          </a:custGeom>
          <a:solidFill>
            <a:srgbClr val="6B21A8"/>
          </a:solidFill>
          <a:ln/>
        </p:spPr>
        <p:txBody>
          <a:bodyPr/>
          <a:lstStyle/>
          <a:p>
            <a:endParaRPr lang="en-US"/>
          </a:p>
        </p:txBody>
      </p:sp>
      <p:sp>
        <p:nvSpPr>
          <p:cNvPr id="14" name="Text 11"/>
          <p:cNvSpPr/>
          <p:nvPr/>
        </p:nvSpPr>
        <p:spPr>
          <a:xfrm>
            <a:off x="5638800" y="3619500"/>
            <a:ext cx="2794000" cy="1016000"/>
          </a:xfrm>
          <a:prstGeom prst="rect">
            <a:avLst/>
          </a:prstGeom>
          <a:noFill/>
          <a:ln/>
        </p:spPr>
        <p:txBody>
          <a:bodyPr wrap="square" lIns="0" tIns="0" rIns="0" bIns="0" rtlCol="0" anchor="ctr"/>
          <a:lstStyle/>
          <a:p>
            <a:pPr>
              <a:lnSpc>
                <a:spcPct val="140000"/>
              </a:lnSpc>
            </a:pPr>
            <a:r>
              <a:rPr lang="en-US" sz="1600" b="1" dirty="0">
                <a:solidFill>
                  <a:srgbClr val="1E1B2E"/>
                </a:solidFill>
                <a:latin typeface="Quattrocento Sans" pitchFamily="34" charset="0"/>
                <a:ea typeface="Quattrocento Sans" pitchFamily="34" charset="-122"/>
                <a:cs typeface="Quattrocento Sans" pitchFamily="34" charset="-120"/>
              </a:rPr>
              <a:t>Data Types</a:t>
            </a:r>
            <a:endParaRPr lang="en-US" sz="1600" dirty="0"/>
          </a:p>
          <a:p>
            <a:pPr>
              <a:lnSpc>
                <a:spcPct val="140000"/>
              </a:lnSpc>
            </a:pPr>
            <a:r>
              <a:rPr lang="en-US" sz="1400" dirty="0">
                <a:solidFill>
                  <a:srgbClr val="6B7280"/>
                </a:solidFill>
                <a:latin typeface="Quattrocento Sans" pitchFamily="34" charset="0"/>
                <a:ea typeface="Quattrocento Sans" pitchFamily="34" charset="-122"/>
                <a:cs typeface="Quattrocento Sans" pitchFamily="34" charset="-120"/>
              </a:rPr>
              <a:t>String, Number, Boolean, Array</a:t>
            </a:r>
            <a:endParaRPr lang="en-US" sz="1600" dirty="0"/>
          </a:p>
        </p:txBody>
      </p:sp>
      <p:sp>
        <p:nvSpPr>
          <p:cNvPr id="15" name="Shape 12"/>
          <p:cNvSpPr/>
          <p:nvPr/>
        </p:nvSpPr>
        <p:spPr>
          <a:xfrm>
            <a:off x="762000" y="5016500"/>
            <a:ext cx="3810000" cy="1270000"/>
          </a:xfrm>
          <a:prstGeom prst="roundRect">
            <a:avLst>
              <a:gd name="adj" fmla="val 10000"/>
            </a:avLst>
          </a:prstGeom>
          <a:solidFill>
            <a:srgbClr val="FFFFFF">
              <a:alpha val="90196"/>
            </a:srgbClr>
          </a:solidFill>
          <a:ln w="12700">
            <a:solidFill>
              <a:srgbClr val="D8B4FE"/>
            </a:solidFill>
            <a:prstDash val="solid"/>
          </a:ln>
          <a:effectLst>
            <a:outerShdw blurRad="101600" dist="38100" dir="5400000" algn="bl" rotWithShape="0">
              <a:srgbClr val="6B21A8">
                <a:alpha val="6275"/>
              </a:srgbClr>
            </a:outerShdw>
          </a:effectLst>
        </p:spPr>
        <p:txBody>
          <a:bodyPr/>
          <a:lstStyle/>
          <a:p>
            <a:endParaRPr lang="en-US"/>
          </a:p>
        </p:txBody>
      </p:sp>
      <p:sp>
        <p:nvSpPr>
          <p:cNvPr id="16" name="Shape 13"/>
          <p:cNvSpPr/>
          <p:nvPr/>
        </p:nvSpPr>
        <p:spPr>
          <a:xfrm>
            <a:off x="1047750" y="5334000"/>
            <a:ext cx="342900" cy="457200"/>
          </a:xfrm>
          <a:custGeom>
            <a:avLst/>
            <a:gdLst/>
            <a:ahLst/>
            <a:cxnLst/>
            <a:rect l="l" t="t" r="r" b="b"/>
            <a:pathLst>
              <a:path w="342900" h="457200">
                <a:moveTo>
                  <a:pt x="57150" y="0"/>
                </a:moveTo>
                <a:cubicBezTo>
                  <a:pt x="25628" y="0"/>
                  <a:pt x="0" y="25628"/>
                  <a:pt x="0" y="57150"/>
                </a:cubicBezTo>
                <a:lnTo>
                  <a:pt x="0" y="400050"/>
                </a:lnTo>
                <a:cubicBezTo>
                  <a:pt x="0" y="431572"/>
                  <a:pt x="25628" y="457200"/>
                  <a:pt x="57150" y="457200"/>
                </a:cubicBezTo>
                <a:lnTo>
                  <a:pt x="285750" y="457200"/>
                </a:lnTo>
                <a:cubicBezTo>
                  <a:pt x="317272" y="457200"/>
                  <a:pt x="342900" y="431572"/>
                  <a:pt x="342900" y="400050"/>
                </a:cubicBezTo>
                <a:lnTo>
                  <a:pt x="342900" y="57150"/>
                </a:lnTo>
                <a:cubicBezTo>
                  <a:pt x="342900" y="25628"/>
                  <a:pt x="317272" y="0"/>
                  <a:pt x="285750" y="0"/>
                </a:cubicBezTo>
                <a:lnTo>
                  <a:pt x="57150" y="0"/>
                </a:lnTo>
                <a:close/>
                <a:moveTo>
                  <a:pt x="85725" y="57150"/>
                </a:moveTo>
                <a:lnTo>
                  <a:pt x="257175" y="57150"/>
                </a:lnTo>
                <a:cubicBezTo>
                  <a:pt x="272981" y="57150"/>
                  <a:pt x="285750" y="69919"/>
                  <a:pt x="285750" y="85725"/>
                </a:cubicBezTo>
                <a:lnTo>
                  <a:pt x="285750" y="114300"/>
                </a:lnTo>
                <a:cubicBezTo>
                  <a:pt x="285750" y="130106"/>
                  <a:pt x="272981" y="142875"/>
                  <a:pt x="257175" y="142875"/>
                </a:cubicBezTo>
                <a:lnTo>
                  <a:pt x="85725" y="142875"/>
                </a:lnTo>
                <a:cubicBezTo>
                  <a:pt x="69919" y="142875"/>
                  <a:pt x="57150" y="130106"/>
                  <a:pt x="57150" y="114300"/>
                </a:cubicBezTo>
                <a:lnTo>
                  <a:pt x="57150" y="85725"/>
                </a:lnTo>
                <a:cubicBezTo>
                  <a:pt x="57150" y="69919"/>
                  <a:pt x="69919" y="57150"/>
                  <a:pt x="85725" y="57150"/>
                </a:cubicBezTo>
                <a:close/>
                <a:moveTo>
                  <a:pt x="100013" y="207169"/>
                </a:moveTo>
                <a:cubicBezTo>
                  <a:pt x="100013" y="218997"/>
                  <a:pt x="90409" y="228600"/>
                  <a:pt x="78581" y="228600"/>
                </a:cubicBezTo>
                <a:cubicBezTo>
                  <a:pt x="66753" y="228600"/>
                  <a:pt x="57150" y="218997"/>
                  <a:pt x="57150" y="207169"/>
                </a:cubicBezTo>
                <a:cubicBezTo>
                  <a:pt x="57150" y="195341"/>
                  <a:pt x="66753" y="185738"/>
                  <a:pt x="78581" y="185738"/>
                </a:cubicBezTo>
                <a:cubicBezTo>
                  <a:pt x="90409" y="185738"/>
                  <a:pt x="100013" y="195341"/>
                  <a:pt x="100013" y="207169"/>
                </a:cubicBezTo>
                <a:close/>
                <a:moveTo>
                  <a:pt x="171450" y="228600"/>
                </a:moveTo>
                <a:cubicBezTo>
                  <a:pt x="159622" y="228600"/>
                  <a:pt x="150019" y="218997"/>
                  <a:pt x="150019" y="207169"/>
                </a:cubicBezTo>
                <a:cubicBezTo>
                  <a:pt x="150019" y="195341"/>
                  <a:pt x="159622" y="185738"/>
                  <a:pt x="171450" y="185738"/>
                </a:cubicBezTo>
                <a:cubicBezTo>
                  <a:pt x="183278" y="185738"/>
                  <a:pt x="192881" y="195341"/>
                  <a:pt x="192881" y="207169"/>
                </a:cubicBezTo>
                <a:cubicBezTo>
                  <a:pt x="192881" y="218997"/>
                  <a:pt x="183278" y="228600"/>
                  <a:pt x="171450" y="228600"/>
                </a:cubicBezTo>
                <a:close/>
                <a:moveTo>
                  <a:pt x="285750" y="207169"/>
                </a:moveTo>
                <a:cubicBezTo>
                  <a:pt x="285750" y="218997"/>
                  <a:pt x="276147" y="228600"/>
                  <a:pt x="264319" y="228600"/>
                </a:cubicBezTo>
                <a:cubicBezTo>
                  <a:pt x="252491" y="228600"/>
                  <a:pt x="242888" y="218997"/>
                  <a:pt x="242888" y="207169"/>
                </a:cubicBezTo>
                <a:cubicBezTo>
                  <a:pt x="242888" y="195341"/>
                  <a:pt x="252491" y="185738"/>
                  <a:pt x="264319" y="185738"/>
                </a:cubicBezTo>
                <a:cubicBezTo>
                  <a:pt x="276147" y="185738"/>
                  <a:pt x="285750" y="195341"/>
                  <a:pt x="285750" y="207169"/>
                </a:cubicBezTo>
                <a:close/>
                <a:moveTo>
                  <a:pt x="78581" y="314325"/>
                </a:moveTo>
                <a:cubicBezTo>
                  <a:pt x="66753" y="314325"/>
                  <a:pt x="57150" y="304722"/>
                  <a:pt x="57150" y="292894"/>
                </a:cubicBezTo>
                <a:cubicBezTo>
                  <a:pt x="57150" y="281066"/>
                  <a:pt x="66753" y="271463"/>
                  <a:pt x="78581" y="271463"/>
                </a:cubicBezTo>
                <a:cubicBezTo>
                  <a:pt x="90409" y="271463"/>
                  <a:pt x="100013" y="281066"/>
                  <a:pt x="100013" y="292894"/>
                </a:cubicBezTo>
                <a:cubicBezTo>
                  <a:pt x="100013" y="304722"/>
                  <a:pt x="90409" y="314325"/>
                  <a:pt x="78581" y="314325"/>
                </a:cubicBezTo>
                <a:close/>
                <a:moveTo>
                  <a:pt x="192881" y="292894"/>
                </a:moveTo>
                <a:cubicBezTo>
                  <a:pt x="192881" y="304722"/>
                  <a:pt x="183278" y="314325"/>
                  <a:pt x="171450" y="314325"/>
                </a:cubicBezTo>
                <a:cubicBezTo>
                  <a:pt x="159622" y="314325"/>
                  <a:pt x="150019" y="304722"/>
                  <a:pt x="150019" y="292894"/>
                </a:cubicBezTo>
                <a:cubicBezTo>
                  <a:pt x="150019" y="281066"/>
                  <a:pt x="159622" y="271463"/>
                  <a:pt x="171450" y="271463"/>
                </a:cubicBezTo>
                <a:cubicBezTo>
                  <a:pt x="183278" y="271463"/>
                  <a:pt x="192881" y="281066"/>
                  <a:pt x="192881" y="292894"/>
                </a:cubicBezTo>
                <a:close/>
                <a:moveTo>
                  <a:pt x="264319" y="314325"/>
                </a:moveTo>
                <a:cubicBezTo>
                  <a:pt x="252491" y="314325"/>
                  <a:pt x="242888" y="304722"/>
                  <a:pt x="242888" y="292894"/>
                </a:cubicBezTo>
                <a:cubicBezTo>
                  <a:pt x="242888" y="281066"/>
                  <a:pt x="252491" y="271463"/>
                  <a:pt x="264319" y="271463"/>
                </a:cubicBezTo>
                <a:cubicBezTo>
                  <a:pt x="276147" y="271463"/>
                  <a:pt x="285750" y="281066"/>
                  <a:pt x="285750" y="292894"/>
                </a:cubicBezTo>
                <a:cubicBezTo>
                  <a:pt x="285750" y="304722"/>
                  <a:pt x="276147" y="314325"/>
                  <a:pt x="264319" y="314325"/>
                </a:cubicBezTo>
                <a:close/>
                <a:moveTo>
                  <a:pt x="57150" y="378619"/>
                </a:moveTo>
                <a:cubicBezTo>
                  <a:pt x="57150" y="366742"/>
                  <a:pt x="66705" y="357188"/>
                  <a:pt x="78581" y="357188"/>
                </a:cubicBezTo>
                <a:lnTo>
                  <a:pt x="178594" y="357188"/>
                </a:lnTo>
                <a:cubicBezTo>
                  <a:pt x="190470" y="357188"/>
                  <a:pt x="200025" y="366742"/>
                  <a:pt x="200025" y="378619"/>
                </a:cubicBezTo>
                <a:cubicBezTo>
                  <a:pt x="200025" y="390495"/>
                  <a:pt x="190470" y="400050"/>
                  <a:pt x="178594" y="400050"/>
                </a:cubicBezTo>
                <a:lnTo>
                  <a:pt x="78581" y="400050"/>
                </a:lnTo>
                <a:cubicBezTo>
                  <a:pt x="66705" y="400050"/>
                  <a:pt x="57150" y="390495"/>
                  <a:pt x="57150" y="378619"/>
                </a:cubicBezTo>
                <a:close/>
                <a:moveTo>
                  <a:pt x="264319" y="357188"/>
                </a:moveTo>
                <a:cubicBezTo>
                  <a:pt x="276195" y="357188"/>
                  <a:pt x="285750" y="366742"/>
                  <a:pt x="285750" y="378619"/>
                </a:cubicBezTo>
                <a:cubicBezTo>
                  <a:pt x="285750" y="390495"/>
                  <a:pt x="276195" y="400050"/>
                  <a:pt x="264319" y="400050"/>
                </a:cubicBezTo>
                <a:cubicBezTo>
                  <a:pt x="252442" y="400050"/>
                  <a:pt x="242888" y="390495"/>
                  <a:pt x="242888" y="378619"/>
                </a:cubicBezTo>
                <a:cubicBezTo>
                  <a:pt x="242888" y="366742"/>
                  <a:pt x="252442" y="357188"/>
                  <a:pt x="264319" y="357188"/>
                </a:cubicBezTo>
                <a:close/>
              </a:path>
            </a:pathLst>
          </a:custGeom>
          <a:solidFill>
            <a:srgbClr val="6B21A8"/>
          </a:solidFill>
          <a:ln/>
        </p:spPr>
        <p:txBody>
          <a:bodyPr/>
          <a:lstStyle/>
          <a:p>
            <a:endParaRPr lang="en-US"/>
          </a:p>
        </p:txBody>
      </p:sp>
      <p:sp>
        <p:nvSpPr>
          <p:cNvPr id="17" name="Text 14"/>
          <p:cNvSpPr/>
          <p:nvPr/>
        </p:nvSpPr>
        <p:spPr>
          <a:xfrm>
            <a:off x="1574800" y="5143500"/>
            <a:ext cx="2794000" cy="1016000"/>
          </a:xfrm>
          <a:prstGeom prst="rect">
            <a:avLst/>
          </a:prstGeom>
          <a:noFill/>
          <a:ln/>
        </p:spPr>
        <p:txBody>
          <a:bodyPr wrap="square" lIns="0" tIns="0" rIns="0" bIns="0" rtlCol="0" anchor="ctr"/>
          <a:lstStyle/>
          <a:p>
            <a:pPr>
              <a:lnSpc>
                <a:spcPct val="140000"/>
              </a:lnSpc>
            </a:pPr>
            <a:r>
              <a:rPr lang="en-US" sz="1600" b="1" dirty="0">
                <a:solidFill>
                  <a:srgbClr val="1E1B2E"/>
                </a:solidFill>
                <a:latin typeface="Quattrocento Sans" pitchFamily="34" charset="0"/>
                <a:ea typeface="Quattrocento Sans" pitchFamily="34" charset="-122"/>
                <a:cs typeface="Quattrocento Sans" pitchFamily="34" charset="-120"/>
              </a:rPr>
              <a:t>Operators</a:t>
            </a:r>
            <a:endParaRPr lang="en-US" sz="1600" dirty="0"/>
          </a:p>
          <a:p>
            <a:pPr>
              <a:lnSpc>
                <a:spcPct val="140000"/>
              </a:lnSpc>
            </a:pPr>
            <a:r>
              <a:rPr lang="en-US" sz="1400" dirty="0">
                <a:solidFill>
                  <a:srgbClr val="6B7280"/>
                </a:solidFill>
                <a:latin typeface="Quattrocento Sans" pitchFamily="34" charset="0"/>
                <a:ea typeface="Quattrocento Sans" pitchFamily="34" charset="-122"/>
                <a:cs typeface="Quattrocento Sans" pitchFamily="34" charset="-120"/>
              </a:rPr>
              <a:t>Arithmetic, Comparison, Logical</a:t>
            </a:r>
            <a:endParaRPr lang="en-US" sz="1600" dirty="0"/>
          </a:p>
        </p:txBody>
      </p:sp>
      <p:sp>
        <p:nvSpPr>
          <p:cNvPr id="18" name="Shape 15"/>
          <p:cNvSpPr/>
          <p:nvPr/>
        </p:nvSpPr>
        <p:spPr>
          <a:xfrm>
            <a:off x="4826000" y="5016500"/>
            <a:ext cx="3810000" cy="1270000"/>
          </a:xfrm>
          <a:prstGeom prst="roundRect">
            <a:avLst>
              <a:gd name="adj" fmla="val 10000"/>
            </a:avLst>
          </a:prstGeom>
          <a:solidFill>
            <a:srgbClr val="FFFFFF">
              <a:alpha val="90196"/>
            </a:srgbClr>
          </a:solidFill>
          <a:ln w="12700">
            <a:solidFill>
              <a:srgbClr val="D8B4FE"/>
            </a:solidFill>
            <a:prstDash val="solid"/>
          </a:ln>
          <a:effectLst>
            <a:outerShdw blurRad="101600" dist="38100" dir="5400000" algn="bl" rotWithShape="0">
              <a:srgbClr val="6B21A8">
                <a:alpha val="6275"/>
              </a:srgbClr>
            </a:outerShdw>
          </a:effectLst>
        </p:spPr>
        <p:txBody>
          <a:bodyPr/>
          <a:lstStyle/>
          <a:p>
            <a:endParaRPr lang="en-US"/>
          </a:p>
        </p:txBody>
      </p:sp>
      <p:sp>
        <p:nvSpPr>
          <p:cNvPr id="19" name="Shape 16"/>
          <p:cNvSpPr/>
          <p:nvPr/>
        </p:nvSpPr>
        <p:spPr>
          <a:xfrm>
            <a:off x="4997450" y="5334000"/>
            <a:ext cx="571500" cy="457200"/>
          </a:xfrm>
          <a:custGeom>
            <a:avLst/>
            <a:gdLst/>
            <a:ahLst/>
            <a:cxnLst/>
            <a:rect l="l" t="t" r="r" b="b"/>
            <a:pathLst>
              <a:path w="571500" h="457200">
                <a:moveTo>
                  <a:pt x="371386" y="187970"/>
                </a:moveTo>
                <a:cubicBezTo>
                  <a:pt x="382280" y="185023"/>
                  <a:pt x="393710" y="190202"/>
                  <a:pt x="398621" y="200293"/>
                </a:cubicBezTo>
                <a:lnTo>
                  <a:pt x="415230" y="233869"/>
                </a:lnTo>
                <a:cubicBezTo>
                  <a:pt x="424428" y="235119"/>
                  <a:pt x="433447" y="237619"/>
                  <a:pt x="441930" y="241102"/>
                </a:cubicBezTo>
                <a:lnTo>
                  <a:pt x="473184" y="220295"/>
                </a:lnTo>
                <a:cubicBezTo>
                  <a:pt x="482560" y="214045"/>
                  <a:pt x="494973" y="215295"/>
                  <a:pt x="502920" y="223242"/>
                </a:cubicBezTo>
                <a:lnTo>
                  <a:pt x="520065" y="240387"/>
                </a:lnTo>
                <a:cubicBezTo>
                  <a:pt x="528012" y="248335"/>
                  <a:pt x="529263" y="260836"/>
                  <a:pt x="523012" y="270123"/>
                </a:cubicBezTo>
                <a:lnTo>
                  <a:pt x="502206" y="301288"/>
                </a:lnTo>
                <a:cubicBezTo>
                  <a:pt x="503902" y="305485"/>
                  <a:pt x="505420" y="309860"/>
                  <a:pt x="506670" y="314414"/>
                </a:cubicBezTo>
                <a:cubicBezTo>
                  <a:pt x="507921" y="318968"/>
                  <a:pt x="508724" y="323433"/>
                  <a:pt x="509349" y="327987"/>
                </a:cubicBezTo>
                <a:lnTo>
                  <a:pt x="543014" y="344597"/>
                </a:lnTo>
                <a:cubicBezTo>
                  <a:pt x="553105" y="349597"/>
                  <a:pt x="558284" y="361027"/>
                  <a:pt x="555337" y="371832"/>
                </a:cubicBezTo>
                <a:lnTo>
                  <a:pt x="549086" y="395228"/>
                </a:lnTo>
                <a:cubicBezTo>
                  <a:pt x="546140" y="406033"/>
                  <a:pt x="536049" y="413355"/>
                  <a:pt x="524798" y="412641"/>
                </a:cubicBezTo>
                <a:lnTo>
                  <a:pt x="487293" y="410230"/>
                </a:lnTo>
                <a:cubicBezTo>
                  <a:pt x="481667" y="417463"/>
                  <a:pt x="475149" y="424160"/>
                  <a:pt x="467737" y="429875"/>
                </a:cubicBezTo>
                <a:lnTo>
                  <a:pt x="470148" y="467291"/>
                </a:lnTo>
                <a:cubicBezTo>
                  <a:pt x="470862" y="478542"/>
                  <a:pt x="463540" y="488722"/>
                  <a:pt x="452735" y="491579"/>
                </a:cubicBezTo>
                <a:lnTo>
                  <a:pt x="429339" y="497830"/>
                </a:lnTo>
                <a:cubicBezTo>
                  <a:pt x="418445" y="500777"/>
                  <a:pt x="407104" y="495598"/>
                  <a:pt x="402104" y="485507"/>
                </a:cubicBezTo>
                <a:lnTo>
                  <a:pt x="385495" y="451931"/>
                </a:lnTo>
                <a:cubicBezTo>
                  <a:pt x="376297" y="450681"/>
                  <a:pt x="367278" y="448181"/>
                  <a:pt x="358795" y="444698"/>
                </a:cubicBezTo>
                <a:lnTo>
                  <a:pt x="327541" y="465505"/>
                </a:lnTo>
                <a:cubicBezTo>
                  <a:pt x="318165" y="471755"/>
                  <a:pt x="305753" y="470505"/>
                  <a:pt x="297805" y="462558"/>
                </a:cubicBezTo>
                <a:lnTo>
                  <a:pt x="280660" y="445413"/>
                </a:lnTo>
                <a:cubicBezTo>
                  <a:pt x="272713" y="437465"/>
                  <a:pt x="271463" y="425053"/>
                  <a:pt x="277713" y="415677"/>
                </a:cubicBezTo>
                <a:lnTo>
                  <a:pt x="298519" y="384423"/>
                </a:lnTo>
                <a:cubicBezTo>
                  <a:pt x="296823" y="380226"/>
                  <a:pt x="295305" y="375851"/>
                  <a:pt x="294055" y="371296"/>
                </a:cubicBezTo>
                <a:cubicBezTo>
                  <a:pt x="292804" y="366742"/>
                  <a:pt x="292001" y="362188"/>
                  <a:pt x="291376" y="357723"/>
                </a:cubicBezTo>
                <a:lnTo>
                  <a:pt x="257711" y="341114"/>
                </a:lnTo>
                <a:cubicBezTo>
                  <a:pt x="247620" y="336113"/>
                  <a:pt x="242530" y="324683"/>
                  <a:pt x="245388" y="313879"/>
                </a:cubicBezTo>
                <a:lnTo>
                  <a:pt x="251639" y="290483"/>
                </a:lnTo>
                <a:cubicBezTo>
                  <a:pt x="254585" y="279678"/>
                  <a:pt x="264676" y="272355"/>
                  <a:pt x="275927" y="273070"/>
                </a:cubicBezTo>
                <a:lnTo>
                  <a:pt x="313343" y="275481"/>
                </a:lnTo>
                <a:cubicBezTo>
                  <a:pt x="318968" y="268248"/>
                  <a:pt x="325487" y="261551"/>
                  <a:pt x="332899" y="255836"/>
                </a:cubicBezTo>
                <a:lnTo>
                  <a:pt x="330488" y="218509"/>
                </a:lnTo>
                <a:cubicBezTo>
                  <a:pt x="329773" y="207258"/>
                  <a:pt x="337096" y="197078"/>
                  <a:pt x="347901" y="194221"/>
                </a:cubicBezTo>
                <a:lnTo>
                  <a:pt x="371296" y="187970"/>
                </a:lnTo>
                <a:close/>
                <a:moveTo>
                  <a:pt x="400407" y="303609"/>
                </a:moveTo>
                <a:cubicBezTo>
                  <a:pt x="378722" y="303634"/>
                  <a:pt x="361137" y="321260"/>
                  <a:pt x="361161" y="342945"/>
                </a:cubicBezTo>
                <a:cubicBezTo>
                  <a:pt x="361186" y="364630"/>
                  <a:pt x="378811" y="382215"/>
                  <a:pt x="400496" y="382191"/>
                </a:cubicBezTo>
                <a:cubicBezTo>
                  <a:pt x="422182" y="382166"/>
                  <a:pt x="439767" y="364540"/>
                  <a:pt x="439742" y="342855"/>
                </a:cubicBezTo>
                <a:cubicBezTo>
                  <a:pt x="439718" y="321170"/>
                  <a:pt x="422092" y="303585"/>
                  <a:pt x="400407" y="303609"/>
                </a:cubicBezTo>
                <a:close/>
                <a:moveTo>
                  <a:pt x="200829" y="-40630"/>
                </a:moveTo>
                <a:lnTo>
                  <a:pt x="224224" y="-34379"/>
                </a:lnTo>
                <a:cubicBezTo>
                  <a:pt x="235029" y="-31433"/>
                  <a:pt x="242352" y="-21253"/>
                  <a:pt x="241637" y="-10091"/>
                </a:cubicBezTo>
                <a:lnTo>
                  <a:pt x="239226" y="27236"/>
                </a:lnTo>
                <a:cubicBezTo>
                  <a:pt x="246638" y="32951"/>
                  <a:pt x="253157" y="39559"/>
                  <a:pt x="258782" y="46881"/>
                </a:cubicBezTo>
                <a:lnTo>
                  <a:pt x="296287" y="44470"/>
                </a:lnTo>
                <a:cubicBezTo>
                  <a:pt x="307449" y="43755"/>
                  <a:pt x="317629" y="51078"/>
                  <a:pt x="320576" y="61883"/>
                </a:cubicBezTo>
                <a:lnTo>
                  <a:pt x="326827" y="85279"/>
                </a:lnTo>
                <a:cubicBezTo>
                  <a:pt x="329684" y="96083"/>
                  <a:pt x="324594" y="107513"/>
                  <a:pt x="314504" y="112514"/>
                </a:cubicBezTo>
                <a:lnTo>
                  <a:pt x="280839" y="129123"/>
                </a:lnTo>
                <a:cubicBezTo>
                  <a:pt x="280214" y="133677"/>
                  <a:pt x="279321" y="138232"/>
                  <a:pt x="278160" y="142696"/>
                </a:cubicBezTo>
                <a:cubicBezTo>
                  <a:pt x="276999" y="147161"/>
                  <a:pt x="275392" y="151626"/>
                  <a:pt x="273695" y="155823"/>
                </a:cubicBezTo>
                <a:lnTo>
                  <a:pt x="294501" y="187077"/>
                </a:lnTo>
                <a:cubicBezTo>
                  <a:pt x="300752" y="196453"/>
                  <a:pt x="299502" y="208865"/>
                  <a:pt x="291554" y="216813"/>
                </a:cubicBezTo>
                <a:lnTo>
                  <a:pt x="274409" y="233958"/>
                </a:lnTo>
                <a:cubicBezTo>
                  <a:pt x="266462" y="241905"/>
                  <a:pt x="254050" y="243155"/>
                  <a:pt x="244673" y="236905"/>
                </a:cubicBezTo>
                <a:lnTo>
                  <a:pt x="213420" y="216098"/>
                </a:lnTo>
                <a:cubicBezTo>
                  <a:pt x="204936" y="219581"/>
                  <a:pt x="195917" y="222081"/>
                  <a:pt x="186720" y="223331"/>
                </a:cubicBezTo>
                <a:lnTo>
                  <a:pt x="170111" y="256907"/>
                </a:lnTo>
                <a:cubicBezTo>
                  <a:pt x="165110" y="266998"/>
                  <a:pt x="153680" y="272088"/>
                  <a:pt x="142875" y="269230"/>
                </a:cubicBezTo>
                <a:lnTo>
                  <a:pt x="119479" y="262979"/>
                </a:lnTo>
                <a:cubicBezTo>
                  <a:pt x="108585" y="260033"/>
                  <a:pt x="101352" y="249853"/>
                  <a:pt x="102066" y="238691"/>
                </a:cubicBezTo>
                <a:lnTo>
                  <a:pt x="104477" y="201275"/>
                </a:lnTo>
                <a:cubicBezTo>
                  <a:pt x="97066" y="195560"/>
                  <a:pt x="90547" y="188952"/>
                  <a:pt x="84921" y="181630"/>
                </a:cubicBezTo>
                <a:lnTo>
                  <a:pt x="47417" y="184041"/>
                </a:lnTo>
                <a:cubicBezTo>
                  <a:pt x="36255" y="184755"/>
                  <a:pt x="26075" y="177433"/>
                  <a:pt x="23128" y="166628"/>
                </a:cubicBezTo>
                <a:lnTo>
                  <a:pt x="16877" y="143232"/>
                </a:lnTo>
                <a:cubicBezTo>
                  <a:pt x="14020" y="132427"/>
                  <a:pt x="19110" y="120997"/>
                  <a:pt x="29200" y="115997"/>
                </a:cubicBezTo>
                <a:lnTo>
                  <a:pt x="62865" y="99387"/>
                </a:lnTo>
                <a:cubicBezTo>
                  <a:pt x="63490" y="94833"/>
                  <a:pt x="64383" y="90368"/>
                  <a:pt x="65544" y="85814"/>
                </a:cubicBezTo>
                <a:cubicBezTo>
                  <a:pt x="66794" y="81260"/>
                  <a:pt x="68223" y="76885"/>
                  <a:pt x="70009" y="72688"/>
                </a:cubicBezTo>
                <a:lnTo>
                  <a:pt x="49203" y="41523"/>
                </a:lnTo>
                <a:cubicBezTo>
                  <a:pt x="42952" y="32147"/>
                  <a:pt x="44202" y="19735"/>
                  <a:pt x="52149" y="11787"/>
                </a:cubicBezTo>
                <a:lnTo>
                  <a:pt x="69294" y="-5358"/>
                </a:lnTo>
                <a:cubicBezTo>
                  <a:pt x="77242" y="-13305"/>
                  <a:pt x="89654" y="-14555"/>
                  <a:pt x="99030" y="-8305"/>
                </a:cubicBezTo>
                <a:lnTo>
                  <a:pt x="130284" y="12502"/>
                </a:lnTo>
                <a:cubicBezTo>
                  <a:pt x="138767" y="9019"/>
                  <a:pt x="147786" y="6519"/>
                  <a:pt x="156984" y="5269"/>
                </a:cubicBezTo>
                <a:lnTo>
                  <a:pt x="173593" y="-28307"/>
                </a:lnTo>
                <a:cubicBezTo>
                  <a:pt x="178594" y="-38398"/>
                  <a:pt x="189934" y="-43488"/>
                  <a:pt x="200829" y="-40630"/>
                </a:cubicBezTo>
                <a:close/>
                <a:moveTo>
                  <a:pt x="171807" y="75009"/>
                </a:moveTo>
                <a:cubicBezTo>
                  <a:pt x="150122" y="75009"/>
                  <a:pt x="132517" y="92615"/>
                  <a:pt x="132517" y="114300"/>
                </a:cubicBezTo>
                <a:cubicBezTo>
                  <a:pt x="132517" y="135985"/>
                  <a:pt x="150122" y="153591"/>
                  <a:pt x="171807" y="153591"/>
                </a:cubicBezTo>
                <a:cubicBezTo>
                  <a:pt x="193492" y="153591"/>
                  <a:pt x="211098" y="135985"/>
                  <a:pt x="211098" y="114300"/>
                </a:cubicBezTo>
                <a:cubicBezTo>
                  <a:pt x="211098" y="92615"/>
                  <a:pt x="193492" y="75009"/>
                  <a:pt x="171807" y="75009"/>
                </a:cubicBezTo>
                <a:close/>
              </a:path>
            </a:pathLst>
          </a:custGeom>
          <a:solidFill>
            <a:srgbClr val="6B21A8"/>
          </a:solidFill>
          <a:ln/>
        </p:spPr>
        <p:txBody>
          <a:bodyPr/>
          <a:lstStyle/>
          <a:p>
            <a:endParaRPr lang="en-US"/>
          </a:p>
        </p:txBody>
      </p:sp>
      <p:sp>
        <p:nvSpPr>
          <p:cNvPr id="20" name="Text 17"/>
          <p:cNvSpPr/>
          <p:nvPr/>
        </p:nvSpPr>
        <p:spPr>
          <a:xfrm>
            <a:off x="5638800" y="5143500"/>
            <a:ext cx="2794000" cy="1016000"/>
          </a:xfrm>
          <a:prstGeom prst="rect">
            <a:avLst/>
          </a:prstGeom>
          <a:noFill/>
          <a:ln/>
        </p:spPr>
        <p:txBody>
          <a:bodyPr wrap="square" lIns="0" tIns="0" rIns="0" bIns="0" rtlCol="0" anchor="ctr"/>
          <a:lstStyle/>
          <a:p>
            <a:pPr>
              <a:lnSpc>
                <a:spcPct val="140000"/>
              </a:lnSpc>
            </a:pPr>
            <a:r>
              <a:rPr lang="en-US" sz="1600" b="1" dirty="0">
                <a:solidFill>
                  <a:srgbClr val="1E1B2E"/>
                </a:solidFill>
                <a:latin typeface="Quattrocento Sans" pitchFamily="34" charset="0"/>
                <a:ea typeface="Quattrocento Sans" pitchFamily="34" charset="-122"/>
                <a:cs typeface="Quattrocento Sans" pitchFamily="34" charset="-120"/>
              </a:rPr>
              <a:t>Functions</a:t>
            </a:r>
            <a:endParaRPr lang="en-US" sz="1600" dirty="0"/>
          </a:p>
          <a:p>
            <a:pPr>
              <a:lnSpc>
                <a:spcPct val="140000"/>
              </a:lnSpc>
            </a:pPr>
            <a:r>
              <a:rPr lang="en-US" sz="1400" dirty="0">
                <a:solidFill>
                  <a:srgbClr val="6B7280"/>
                </a:solidFill>
                <a:latin typeface="Quattrocento Sans" pitchFamily="34" charset="0"/>
                <a:ea typeface="Quattrocento Sans" pitchFamily="34" charset="-122"/>
                <a:cs typeface="Quattrocento Sans" pitchFamily="34" charset="-120"/>
              </a:rPr>
              <a:t>Reusable blocks of code</a:t>
            </a:r>
            <a:endParaRPr lang="en-US" sz="1600" dirty="0"/>
          </a:p>
        </p:txBody>
      </p:sp>
      <p:sp>
        <p:nvSpPr>
          <p:cNvPr id="21" name="Shape 18"/>
          <p:cNvSpPr/>
          <p:nvPr/>
        </p:nvSpPr>
        <p:spPr>
          <a:xfrm>
            <a:off x="9398000" y="2032000"/>
            <a:ext cx="6096000" cy="4318000"/>
          </a:xfrm>
          <a:prstGeom prst="roundRect">
            <a:avLst>
              <a:gd name="adj" fmla="val 10000"/>
            </a:avLst>
          </a:prstGeom>
          <a:gradFill flip="none" rotWithShape="1">
            <a:gsLst>
              <a:gs pos="0">
                <a:srgbClr val="6B21A8"/>
              </a:gs>
              <a:gs pos="100000">
                <a:srgbClr val="7C3AED"/>
              </a:gs>
            </a:gsLst>
            <a:lin ang="10800000" scaled="1"/>
          </a:gradFill>
          <a:ln/>
          <a:effectLst>
            <a:outerShdw blurRad="254000" dist="101600" dir="5400000" algn="bl" rotWithShape="0">
              <a:srgbClr val="6B21A8">
                <a:alpha val="14510"/>
              </a:srgbClr>
            </a:outerShdw>
          </a:effectLst>
        </p:spPr>
        <p:txBody>
          <a:bodyPr/>
          <a:lstStyle/>
          <a:p>
            <a:endParaRPr lang="en-US"/>
          </a:p>
        </p:txBody>
      </p:sp>
      <p:sp>
        <p:nvSpPr>
          <p:cNvPr id="22" name="Shape 19"/>
          <p:cNvSpPr/>
          <p:nvPr/>
        </p:nvSpPr>
        <p:spPr>
          <a:xfrm>
            <a:off x="11985625" y="2413000"/>
            <a:ext cx="666750" cy="762000"/>
          </a:xfrm>
          <a:custGeom>
            <a:avLst/>
            <a:gdLst/>
            <a:ahLst/>
            <a:cxnLst/>
            <a:rect l="l" t="t" r="r" b="b"/>
            <a:pathLst>
              <a:path w="666750" h="762000">
                <a:moveTo>
                  <a:pt x="504230" y="-14734"/>
                </a:moveTo>
                <a:cubicBezTo>
                  <a:pt x="521940" y="-1935"/>
                  <a:pt x="528489" y="21282"/>
                  <a:pt x="520452" y="41523"/>
                </a:cubicBezTo>
                <a:lnTo>
                  <a:pt x="403771" y="333375"/>
                </a:lnTo>
                <a:lnTo>
                  <a:pt x="619125" y="333375"/>
                </a:lnTo>
                <a:cubicBezTo>
                  <a:pt x="639217" y="333375"/>
                  <a:pt x="657076" y="345877"/>
                  <a:pt x="663922" y="364778"/>
                </a:cubicBezTo>
                <a:cubicBezTo>
                  <a:pt x="670768" y="383679"/>
                  <a:pt x="664964" y="404813"/>
                  <a:pt x="649635" y="417612"/>
                </a:cubicBezTo>
                <a:lnTo>
                  <a:pt x="221010" y="774799"/>
                </a:lnTo>
                <a:cubicBezTo>
                  <a:pt x="204192" y="788789"/>
                  <a:pt x="180231" y="789533"/>
                  <a:pt x="162520" y="776734"/>
                </a:cubicBezTo>
                <a:cubicBezTo>
                  <a:pt x="144810" y="763935"/>
                  <a:pt x="138261" y="740718"/>
                  <a:pt x="146298" y="720477"/>
                </a:cubicBezTo>
                <a:lnTo>
                  <a:pt x="262979" y="428625"/>
                </a:lnTo>
                <a:lnTo>
                  <a:pt x="47625" y="428625"/>
                </a:lnTo>
                <a:cubicBezTo>
                  <a:pt x="27533" y="428625"/>
                  <a:pt x="9674" y="416123"/>
                  <a:pt x="2828" y="397222"/>
                </a:cubicBezTo>
                <a:cubicBezTo>
                  <a:pt x="-4018" y="378321"/>
                  <a:pt x="1786" y="357187"/>
                  <a:pt x="17115" y="344388"/>
                </a:cubicBezTo>
                <a:lnTo>
                  <a:pt x="445740" y="-12799"/>
                </a:lnTo>
                <a:cubicBezTo>
                  <a:pt x="462558" y="-26789"/>
                  <a:pt x="486519" y="-27533"/>
                  <a:pt x="504230" y="-14734"/>
                </a:cubicBezTo>
                <a:close/>
              </a:path>
            </a:pathLst>
          </a:custGeom>
          <a:solidFill>
            <a:srgbClr val="FFFFFF"/>
          </a:solidFill>
          <a:ln/>
        </p:spPr>
        <p:txBody>
          <a:bodyPr/>
          <a:lstStyle/>
          <a:p>
            <a:endParaRPr lang="en-US"/>
          </a:p>
        </p:txBody>
      </p:sp>
      <p:sp>
        <p:nvSpPr>
          <p:cNvPr id="23" name="Text 20"/>
          <p:cNvSpPr/>
          <p:nvPr/>
        </p:nvSpPr>
        <p:spPr>
          <a:xfrm>
            <a:off x="9779000" y="3365500"/>
            <a:ext cx="5334000" cy="444500"/>
          </a:xfrm>
          <a:prstGeom prst="rect">
            <a:avLst/>
          </a:prstGeom>
          <a:noFill/>
          <a:ln/>
        </p:spPr>
        <p:txBody>
          <a:bodyPr wrap="none" lIns="0" tIns="0" rIns="0" bIns="0" rtlCol="0" anchor="ctr"/>
          <a:lstStyle/>
          <a:p>
            <a:pPr algn="ctr">
              <a:lnSpc>
                <a:spcPct val="100000"/>
              </a:lnSpc>
            </a:pPr>
            <a:r>
              <a:rPr lang="en-US" sz="2200" b="1" dirty="0">
                <a:solidFill>
                  <a:srgbClr val="FFFFFF"/>
                </a:solidFill>
                <a:latin typeface="Liter" pitchFamily="34" charset="0"/>
                <a:ea typeface="Liter" pitchFamily="34" charset="-122"/>
                <a:cs typeface="Liter" pitchFamily="34" charset="-120"/>
              </a:rPr>
              <a:t>Real-Life Analogy</a:t>
            </a:r>
            <a:endParaRPr lang="en-US" sz="1600" dirty="0"/>
          </a:p>
        </p:txBody>
      </p:sp>
      <p:sp>
        <p:nvSpPr>
          <p:cNvPr id="24" name="Text 21"/>
          <p:cNvSpPr/>
          <p:nvPr/>
        </p:nvSpPr>
        <p:spPr>
          <a:xfrm>
            <a:off x="9779000" y="3937000"/>
            <a:ext cx="5334000" cy="508000"/>
          </a:xfrm>
          <a:prstGeom prst="rect">
            <a:avLst/>
          </a:prstGeom>
          <a:noFill/>
          <a:ln/>
        </p:spPr>
        <p:txBody>
          <a:bodyPr wrap="none" lIns="0" tIns="0" rIns="0" bIns="0" rtlCol="0" anchor="ctr"/>
          <a:lstStyle/>
          <a:p>
            <a:pPr algn="ctr">
              <a:lnSpc>
                <a:spcPct val="100000"/>
              </a:lnSpc>
            </a:pPr>
            <a:r>
              <a:rPr lang="en-US" sz="2400" b="1" dirty="0">
                <a:solidFill>
                  <a:srgbClr val="E9D5FF"/>
                </a:solidFill>
                <a:latin typeface="Liter" pitchFamily="34" charset="0"/>
                <a:ea typeface="Liter" pitchFamily="34" charset="-122"/>
                <a:cs typeface="Liter" pitchFamily="34" charset="-120"/>
              </a:rPr>
              <a:t>JavaScript = Electricity</a:t>
            </a:r>
            <a:endParaRPr lang="en-US" sz="1600" dirty="0"/>
          </a:p>
        </p:txBody>
      </p:sp>
      <p:sp>
        <p:nvSpPr>
          <p:cNvPr id="25" name="Text 22"/>
          <p:cNvSpPr/>
          <p:nvPr/>
        </p:nvSpPr>
        <p:spPr>
          <a:xfrm>
            <a:off x="9779000" y="4635500"/>
            <a:ext cx="5334000" cy="1625600"/>
          </a:xfrm>
          <a:prstGeom prst="rect">
            <a:avLst/>
          </a:prstGeom>
          <a:noFill/>
          <a:ln/>
        </p:spPr>
        <p:txBody>
          <a:bodyPr wrap="square" lIns="0" tIns="0" rIns="0" bIns="0" rtlCol="0" anchor="t"/>
          <a:lstStyle/>
          <a:p>
            <a:pPr algn="ctr">
              <a:lnSpc>
                <a:spcPct val="160000"/>
              </a:lnSpc>
            </a:pPr>
            <a:r>
              <a:rPr lang="en-US" sz="1600" dirty="0">
                <a:solidFill>
                  <a:srgbClr val="E9D5FF"/>
                </a:solidFill>
                <a:latin typeface="Quattrocento Sans" pitchFamily="34" charset="0"/>
                <a:ea typeface="Quattrocento Sans" pitchFamily="34" charset="-122"/>
                <a:cs typeface="Quattrocento Sans" pitchFamily="34" charset="-120"/>
              </a:rPr>
              <a:t>Just as electricity powers all the appliances and lights in a house, JavaScript powers all the interactive features on a website — buttons, forms, animations, and dynamic content.</a:t>
            </a:r>
            <a:endParaRPr lang="en-US" sz="1600" dirty="0"/>
          </a:p>
        </p:txBody>
      </p:sp>
      <p:sp>
        <p:nvSpPr>
          <p:cNvPr id="26" name="Shape 23"/>
          <p:cNvSpPr/>
          <p:nvPr/>
        </p:nvSpPr>
        <p:spPr>
          <a:xfrm>
            <a:off x="762000" y="6731000"/>
            <a:ext cx="14732000" cy="1498600"/>
          </a:xfrm>
          <a:prstGeom prst="roundRect">
            <a:avLst>
              <a:gd name="adj" fmla="val 8000"/>
            </a:avLst>
          </a:prstGeom>
          <a:solidFill>
            <a:srgbClr val="1E1B2E"/>
          </a:solidFill>
          <a:ln/>
          <a:effectLst>
            <a:outerShdw blurRad="127000" dist="50800" dir="5400000" algn="bl" rotWithShape="0">
              <a:srgbClr val="1E1B2E">
                <a:alpha val="12549"/>
              </a:srgbClr>
            </a:outerShdw>
          </a:effectLst>
        </p:spPr>
        <p:txBody>
          <a:bodyPr/>
          <a:lstStyle/>
          <a:p>
            <a:endParaRPr lang="en-US"/>
          </a:p>
        </p:txBody>
      </p:sp>
      <p:sp>
        <p:nvSpPr>
          <p:cNvPr id="27" name="Text 24"/>
          <p:cNvSpPr/>
          <p:nvPr/>
        </p:nvSpPr>
        <p:spPr>
          <a:xfrm>
            <a:off x="1016000" y="6832600"/>
            <a:ext cx="2540000" cy="279400"/>
          </a:xfrm>
          <a:prstGeom prst="rect">
            <a:avLst/>
          </a:prstGeom>
          <a:noFill/>
          <a:ln/>
        </p:spPr>
        <p:txBody>
          <a:bodyPr wrap="none" lIns="0" tIns="0" rIns="0" bIns="0" rtlCol="0" anchor="ctr"/>
          <a:lstStyle/>
          <a:p>
            <a:pPr>
              <a:lnSpc>
                <a:spcPct val="100000"/>
              </a:lnSpc>
            </a:pPr>
            <a:r>
              <a:rPr lang="en-US" sz="1200" kern="0" spc="100" dirty="0">
                <a:solidFill>
                  <a:srgbClr val="F59E0B"/>
                </a:solidFill>
                <a:latin typeface="Liter" pitchFamily="34" charset="0"/>
                <a:ea typeface="Liter" pitchFamily="34" charset="-122"/>
                <a:cs typeface="Liter" pitchFamily="34" charset="-120"/>
              </a:rPr>
              <a:t>JAVASCRIPT EXAMPLE</a:t>
            </a:r>
            <a:endParaRPr lang="en-US" sz="1600" dirty="0"/>
          </a:p>
        </p:txBody>
      </p:sp>
      <p:sp>
        <p:nvSpPr>
          <p:cNvPr id="28" name="Text 25"/>
          <p:cNvSpPr/>
          <p:nvPr/>
        </p:nvSpPr>
        <p:spPr>
          <a:xfrm>
            <a:off x="1016000" y="7175500"/>
            <a:ext cx="14224000" cy="990600"/>
          </a:xfrm>
          <a:prstGeom prst="rect">
            <a:avLst/>
          </a:prstGeom>
          <a:noFill/>
          <a:ln/>
        </p:spPr>
        <p:txBody>
          <a:bodyPr wrap="square" lIns="0" tIns="0" rIns="0" bIns="0" rtlCol="0" anchor="t"/>
          <a:lstStyle/>
          <a:p>
            <a:pPr>
              <a:lnSpc>
                <a:spcPct val="150000"/>
              </a:lnSpc>
            </a:pPr>
            <a:r>
              <a:rPr lang="en-US" sz="1400" dirty="0">
                <a:solidFill>
                  <a:srgbClr val="C084FC"/>
                </a:solidFill>
                <a:latin typeface="Quattrocento Sans" pitchFamily="34" charset="0"/>
                <a:ea typeface="Quattrocento Sans" pitchFamily="34" charset="-122"/>
                <a:cs typeface="Quattrocento Sans" pitchFamily="34" charset="-120"/>
              </a:rPr>
              <a:t>let</a:t>
            </a:r>
            <a:r>
              <a:rPr lang="en-US" sz="1400" dirty="0">
                <a:solidFill>
                  <a:srgbClr val="E9D5FF"/>
                </a:solidFill>
                <a:latin typeface="Quattrocento Sans" pitchFamily="34" charset="0"/>
                <a:ea typeface="Quattrocento Sans" pitchFamily="34" charset="-122"/>
                <a:cs typeface="Quattrocento Sans" pitchFamily="34" charset="-120"/>
              </a:rPr>
              <a:t> name = </a:t>
            </a:r>
            <a:r>
              <a:rPr lang="en-US" sz="1400" dirty="0">
                <a:solidFill>
                  <a:srgbClr val="86EFAC"/>
                </a:solidFill>
                <a:latin typeface="Quattrocento Sans" pitchFamily="34" charset="0"/>
                <a:ea typeface="Quattrocento Sans" pitchFamily="34" charset="-122"/>
                <a:cs typeface="Quattrocento Sans" pitchFamily="34" charset="-120"/>
              </a:rPr>
              <a:t>"Rimsha"</a:t>
            </a:r>
            <a:r>
              <a:rPr lang="en-US" sz="1400" dirty="0">
                <a:solidFill>
                  <a:srgbClr val="E9D5FF"/>
                </a:solidFill>
                <a:latin typeface="Quattrocento Sans" pitchFamily="34" charset="0"/>
                <a:ea typeface="Quattrocento Sans" pitchFamily="34" charset="-122"/>
                <a:cs typeface="Quattrocento Sans" pitchFamily="34" charset="-120"/>
              </a:rPr>
              <a:t>; </a:t>
            </a:r>
            <a:r>
              <a:rPr lang="en-US" sz="1400" dirty="0">
                <a:solidFill>
                  <a:srgbClr val="6B7280"/>
                </a:solidFill>
                <a:latin typeface="Quattrocento Sans" pitchFamily="34" charset="0"/>
                <a:ea typeface="Quattrocento Sans" pitchFamily="34" charset="-122"/>
                <a:cs typeface="Quattrocento Sans" pitchFamily="34" charset="-120"/>
              </a:rPr>
              <a:t>// Variable declaration</a:t>
            </a:r>
            <a:endParaRPr lang="en-US" sz="1600" dirty="0"/>
          </a:p>
          <a:p>
            <a:pPr>
              <a:lnSpc>
                <a:spcPct val="150000"/>
              </a:lnSpc>
            </a:pPr>
            <a:r>
              <a:rPr lang="en-US" sz="1400" dirty="0">
                <a:solidFill>
                  <a:srgbClr val="C084FC"/>
                </a:solidFill>
                <a:latin typeface="Quattrocento Sans" pitchFamily="34" charset="0"/>
                <a:ea typeface="Quattrocento Sans" pitchFamily="34" charset="-122"/>
                <a:cs typeface="Quattrocento Sans" pitchFamily="34" charset="-120"/>
              </a:rPr>
              <a:t>function</a:t>
            </a:r>
            <a:r>
              <a:rPr lang="en-US" sz="1400" dirty="0">
                <a:solidFill>
                  <a:srgbClr val="E9D5FF"/>
                </a:solidFill>
                <a:latin typeface="Quattrocento Sans" pitchFamily="34" charset="0"/>
                <a:ea typeface="Quattrocento Sans" pitchFamily="34" charset="-122"/>
                <a:cs typeface="Quattrocento Sans" pitchFamily="34" charset="-120"/>
              </a:rPr>
              <a:t> </a:t>
            </a:r>
            <a:r>
              <a:rPr lang="en-US" sz="1400" dirty="0">
                <a:solidFill>
                  <a:srgbClr val="93C5FD"/>
                </a:solidFill>
                <a:latin typeface="Quattrocento Sans" pitchFamily="34" charset="0"/>
                <a:ea typeface="Quattrocento Sans" pitchFamily="34" charset="-122"/>
                <a:cs typeface="Quattrocento Sans" pitchFamily="34" charset="-120"/>
              </a:rPr>
              <a:t>greet</a:t>
            </a:r>
            <a:r>
              <a:rPr lang="en-US" sz="1400" dirty="0">
                <a:solidFill>
                  <a:srgbClr val="E9D5FF"/>
                </a:solidFill>
                <a:latin typeface="Quattrocento Sans" pitchFamily="34" charset="0"/>
                <a:ea typeface="Quattrocento Sans" pitchFamily="34" charset="-122"/>
                <a:cs typeface="Quattrocento Sans" pitchFamily="34" charset="-120"/>
              </a:rPr>
              <a:t>() { </a:t>
            </a:r>
            <a:r>
              <a:rPr lang="en-US" sz="1400" dirty="0">
                <a:solidFill>
                  <a:srgbClr val="A78BFA"/>
                </a:solidFill>
                <a:latin typeface="Quattrocento Sans" pitchFamily="34" charset="0"/>
                <a:ea typeface="Quattrocento Sans" pitchFamily="34" charset="-122"/>
                <a:cs typeface="Quattrocento Sans" pitchFamily="34" charset="-120"/>
              </a:rPr>
              <a:t>alert</a:t>
            </a:r>
            <a:r>
              <a:rPr lang="en-US" sz="1400" dirty="0">
                <a:solidFill>
                  <a:srgbClr val="E9D5FF"/>
                </a:solidFill>
                <a:latin typeface="Quattrocento Sans" pitchFamily="34" charset="0"/>
                <a:ea typeface="Quattrocento Sans" pitchFamily="34" charset="-122"/>
                <a:cs typeface="Quattrocento Sans" pitchFamily="34" charset="-120"/>
              </a:rPr>
              <a:t>(</a:t>
            </a:r>
            <a:r>
              <a:rPr lang="en-US" sz="1400" dirty="0">
                <a:solidFill>
                  <a:srgbClr val="86EFAC"/>
                </a:solidFill>
                <a:latin typeface="Quattrocento Sans" pitchFamily="34" charset="0"/>
                <a:ea typeface="Quattrocento Sans" pitchFamily="34" charset="-122"/>
                <a:cs typeface="Quattrocento Sans" pitchFamily="34" charset="-120"/>
              </a:rPr>
              <a:t>"Hello, "</a:t>
            </a:r>
            <a:r>
              <a:rPr lang="en-US" sz="1400" dirty="0">
                <a:solidFill>
                  <a:srgbClr val="E9D5FF"/>
                </a:solidFill>
                <a:latin typeface="Quattrocento Sans" pitchFamily="34" charset="0"/>
                <a:ea typeface="Quattrocento Sans" pitchFamily="34" charset="-122"/>
                <a:cs typeface="Quattrocento Sans" pitchFamily="34" charset="-120"/>
              </a:rPr>
              <a:t> + name); } </a:t>
            </a:r>
            <a:r>
              <a:rPr lang="en-US" sz="1400" dirty="0">
                <a:solidFill>
                  <a:srgbClr val="6B7280"/>
                </a:solidFill>
                <a:latin typeface="Quattrocento Sans" pitchFamily="34" charset="0"/>
                <a:ea typeface="Quattrocento Sans" pitchFamily="34" charset="-122"/>
                <a:cs typeface="Quattrocento Sans" pitchFamily="34" charset="-120"/>
              </a:rPr>
              <a:t>// Function</a:t>
            </a:r>
            <a:endParaRPr lang="en-US" sz="1600" dirty="0"/>
          </a:p>
          <a:p>
            <a:pPr>
              <a:lnSpc>
                <a:spcPct val="150000"/>
              </a:lnSpc>
            </a:pPr>
            <a:r>
              <a:rPr lang="en-US" sz="1400" dirty="0">
                <a:solidFill>
                  <a:srgbClr val="E9D5FF"/>
                </a:solidFill>
                <a:latin typeface="Quattrocento Sans" pitchFamily="34" charset="0"/>
                <a:ea typeface="Quattrocento Sans" pitchFamily="34" charset="-122"/>
                <a:cs typeface="Quattrocento Sans" pitchFamily="34" charset="-120"/>
              </a:rPr>
              <a:t>document.</a:t>
            </a:r>
            <a:r>
              <a:rPr lang="en-US" sz="1400" dirty="0">
                <a:solidFill>
                  <a:srgbClr val="93C5FD"/>
                </a:solidFill>
                <a:latin typeface="Quattrocento Sans" pitchFamily="34" charset="0"/>
                <a:ea typeface="Quattrocento Sans" pitchFamily="34" charset="-122"/>
                <a:cs typeface="Quattrocento Sans" pitchFamily="34" charset="-120"/>
              </a:rPr>
              <a:t>getElementById</a:t>
            </a:r>
            <a:r>
              <a:rPr lang="en-US" sz="1400" dirty="0">
                <a:solidFill>
                  <a:srgbClr val="E9D5FF"/>
                </a:solidFill>
                <a:latin typeface="Quattrocento Sans" pitchFamily="34" charset="0"/>
                <a:ea typeface="Quattrocento Sans" pitchFamily="34" charset="-122"/>
                <a:cs typeface="Quattrocento Sans" pitchFamily="34" charset="-120"/>
              </a:rPr>
              <a:t>(</a:t>
            </a:r>
            <a:r>
              <a:rPr lang="en-US" sz="1400" dirty="0">
                <a:solidFill>
                  <a:srgbClr val="86EFAC"/>
                </a:solidFill>
                <a:latin typeface="Quattrocento Sans" pitchFamily="34" charset="0"/>
                <a:ea typeface="Quattrocento Sans" pitchFamily="34" charset="-122"/>
                <a:cs typeface="Quattrocento Sans" pitchFamily="34" charset="-120"/>
              </a:rPr>
              <a:t>"btn"</a:t>
            </a:r>
            <a:r>
              <a:rPr lang="en-US" sz="1400" dirty="0">
                <a:solidFill>
                  <a:srgbClr val="E9D5FF"/>
                </a:solidFill>
                <a:latin typeface="Quattrocento Sans" pitchFamily="34" charset="0"/>
                <a:ea typeface="Quattrocento Sans" pitchFamily="34" charset="-122"/>
                <a:cs typeface="Quattrocento Sans" pitchFamily="34" charset="-120"/>
              </a:rPr>
              <a:t>).</a:t>
            </a:r>
            <a:r>
              <a:rPr lang="en-US" sz="1400" dirty="0">
                <a:solidFill>
                  <a:srgbClr val="93C5FD"/>
                </a:solidFill>
                <a:latin typeface="Quattrocento Sans" pitchFamily="34" charset="0"/>
                <a:ea typeface="Quattrocento Sans" pitchFamily="34" charset="-122"/>
                <a:cs typeface="Quattrocento Sans" pitchFamily="34" charset="-120"/>
              </a:rPr>
              <a:t>addEventListener</a:t>
            </a:r>
            <a:r>
              <a:rPr lang="en-US" sz="1400" dirty="0">
                <a:solidFill>
                  <a:srgbClr val="E9D5FF"/>
                </a:solidFill>
                <a:latin typeface="Quattrocento Sans" pitchFamily="34" charset="0"/>
                <a:ea typeface="Quattrocento Sans" pitchFamily="34" charset="-122"/>
                <a:cs typeface="Quattrocento Sans" pitchFamily="34" charset="-120"/>
              </a:rPr>
              <a:t>(</a:t>
            </a:r>
            <a:r>
              <a:rPr lang="en-US" sz="1400" dirty="0">
                <a:solidFill>
                  <a:srgbClr val="86EFAC"/>
                </a:solidFill>
                <a:latin typeface="Quattrocento Sans" pitchFamily="34" charset="0"/>
                <a:ea typeface="Quattrocento Sans" pitchFamily="34" charset="-122"/>
                <a:cs typeface="Quattrocento Sans" pitchFamily="34" charset="-120"/>
              </a:rPr>
              <a:t>"click"</a:t>
            </a:r>
            <a:r>
              <a:rPr lang="en-US" sz="1400" dirty="0">
                <a:solidFill>
                  <a:srgbClr val="E9D5FF"/>
                </a:solidFill>
                <a:latin typeface="Quattrocento Sans" pitchFamily="34" charset="0"/>
                <a:ea typeface="Quattrocento Sans" pitchFamily="34" charset="-122"/>
                <a:cs typeface="Quattrocento Sans" pitchFamily="34" charset="-120"/>
              </a:rPr>
              <a:t>, greet);</a:t>
            </a:r>
            <a:endParaRPr lang="en-US" sz="1600" dirty="0"/>
          </a:p>
        </p:txBody>
      </p:sp>
      <p:sp>
        <p:nvSpPr>
          <p:cNvPr id="29" name="Text 26"/>
          <p:cNvSpPr/>
          <p:nvPr/>
        </p:nvSpPr>
        <p:spPr>
          <a:xfrm>
            <a:off x="14986000" y="8636000"/>
            <a:ext cx="762000" cy="317500"/>
          </a:xfrm>
          <a:prstGeom prst="rect">
            <a:avLst/>
          </a:prstGeom>
          <a:noFill/>
          <a:ln/>
        </p:spPr>
        <p:txBody>
          <a:bodyPr wrap="none" lIns="0" tIns="0" rIns="0" bIns="0" rtlCol="0" anchor="ctr"/>
          <a:lstStyle/>
          <a:p>
            <a:pPr algn="r">
              <a:lnSpc>
                <a:spcPct val="100000"/>
              </a:lnSpc>
            </a:pPr>
            <a:r>
              <a:rPr lang="en-US" sz="1200" dirty="0">
                <a:solidFill>
                  <a:srgbClr val="D8B4FE"/>
                </a:solidFill>
                <a:latin typeface="Liter" pitchFamily="34" charset="0"/>
                <a:ea typeface="Liter" pitchFamily="34" charset="-122"/>
                <a:cs typeface="Liter" pitchFamily="34" charset="-120"/>
              </a:rPr>
              <a:t>08 / 15</a:t>
            </a:r>
            <a:endParaRPr lang="en-US" sz="16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762000" y="508000"/>
            <a:ext cx="8890000" cy="508000"/>
          </a:xfrm>
          <a:prstGeom prst="rect">
            <a:avLst/>
          </a:prstGeom>
          <a:noFill/>
          <a:ln/>
        </p:spPr>
        <p:txBody>
          <a:bodyPr wrap="none" lIns="0" tIns="0" rIns="0" bIns="0" rtlCol="0" anchor="ctr"/>
          <a:lstStyle/>
          <a:p>
            <a:pPr>
              <a:lnSpc>
                <a:spcPct val="130000"/>
              </a:lnSpc>
            </a:pPr>
            <a:r>
              <a:rPr lang="en-US" sz="2800" b="1" dirty="0">
                <a:solidFill>
                  <a:srgbClr val="6B21A8"/>
                </a:solidFill>
                <a:latin typeface="Liter" pitchFamily="34" charset="0"/>
                <a:ea typeface="Liter" pitchFamily="34" charset="-122"/>
                <a:cs typeface="Liter" pitchFamily="34" charset="-120"/>
              </a:rPr>
              <a:t>JavaScript Advanced Concepts</a:t>
            </a:r>
            <a:endParaRPr lang="en-US" sz="2800" dirty="0"/>
          </a:p>
        </p:txBody>
      </p:sp>
      <p:sp>
        <p:nvSpPr>
          <p:cNvPr id="4" name="Shape 1"/>
          <p:cNvSpPr/>
          <p:nvPr/>
        </p:nvSpPr>
        <p:spPr>
          <a:xfrm>
            <a:off x="762000" y="1079500"/>
            <a:ext cx="1016000" cy="50800"/>
          </a:xfrm>
          <a:prstGeom prst="rect">
            <a:avLst/>
          </a:prstGeom>
          <a:solidFill>
            <a:srgbClr val="6B21A8"/>
          </a:solidFill>
          <a:ln/>
        </p:spPr>
        <p:txBody>
          <a:bodyPr/>
          <a:lstStyle/>
          <a:p>
            <a:endParaRPr lang="en-US"/>
          </a:p>
        </p:txBody>
      </p:sp>
      <p:sp>
        <p:nvSpPr>
          <p:cNvPr id="5" name="Shape 2"/>
          <p:cNvSpPr/>
          <p:nvPr/>
        </p:nvSpPr>
        <p:spPr>
          <a:xfrm>
            <a:off x="762000" y="1397000"/>
            <a:ext cx="3429000" cy="1460500"/>
          </a:xfrm>
          <a:prstGeom prst="roundRect">
            <a:avLst>
              <a:gd name="adj" fmla="val 10000"/>
            </a:avLst>
          </a:prstGeom>
          <a:solidFill>
            <a:srgbClr val="FFFFFF">
              <a:alpha val="90196"/>
            </a:srgbClr>
          </a:solidFill>
          <a:ln w="12700">
            <a:solidFill>
              <a:srgbClr val="D8B4FE"/>
            </a:solidFill>
            <a:prstDash val="solid"/>
          </a:ln>
          <a:effectLst>
            <a:outerShdw blurRad="101600" dist="38100" dir="5400000" algn="bl" rotWithShape="0">
              <a:srgbClr val="6B21A8">
                <a:alpha val="6275"/>
              </a:srgbClr>
            </a:outerShdw>
          </a:effectLst>
        </p:spPr>
        <p:txBody>
          <a:bodyPr/>
          <a:lstStyle/>
          <a:p>
            <a:endParaRPr lang="en-US"/>
          </a:p>
        </p:txBody>
      </p:sp>
      <p:sp>
        <p:nvSpPr>
          <p:cNvPr id="6" name="Shape 3"/>
          <p:cNvSpPr/>
          <p:nvPr/>
        </p:nvSpPr>
        <p:spPr>
          <a:xfrm>
            <a:off x="1016000" y="1549400"/>
            <a:ext cx="355600" cy="406400"/>
          </a:xfrm>
          <a:custGeom>
            <a:avLst/>
            <a:gdLst/>
            <a:ahLst/>
            <a:cxnLst/>
            <a:rect l="l" t="t" r="r" b="b"/>
            <a:pathLst>
              <a:path w="355600" h="406400">
                <a:moveTo>
                  <a:pt x="63500" y="82550"/>
                </a:moveTo>
                <a:cubicBezTo>
                  <a:pt x="74014" y="82550"/>
                  <a:pt x="82550" y="74014"/>
                  <a:pt x="82550" y="63500"/>
                </a:cubicBezTo>
                <a:cubicBezTo>
                  <a:pt x="82550" y="52986"/>
                  <a:pt x="74014" y="44450"/>
                  <a:pt x="63500" y="44450"/>
                </a:cubicBezTo>
                <a:cubicBezTo>
                  <a:pt x="52986" y="44450"/>
                  <a:pt x="44450" y="52986"/>
                  <a:pt x="44450" y="63500"/>
                </a:cubicBezTo>
                <a:cubicBezTo>
                  <a:pt x="44450" y="74014"/>
                  <a:pt x="52986" y="82550"/>
                  <a:pt x="63500" y="82550"/>
                </a:cubicBezTo>
                <a:close/>
                <a:moveTo>
                  <a:pt x="127000" y="63500"/>
                </a:moveTo>
                <a:cubicBezTo>
                  <a:pt x="127000" y="89535"/>
                  <a:pt x="111363" y="111919"/>
                  <a:pt x="88900" y="121682"/>
                </a:cubicBezTo>
                <a:lnTo>
                  <a:pt x="88900" y="177800"/>
                </a:lnTo>
                <a:lnTo>
                  <a:pt x="228600" y="177800"/>
                </a:lnTo>
                <a:cubicBezTo>
                  <a:pt x="249634" y="177800"/>
                  <a:pt x="266700" y="160734"/>
                  <a:pt x="266700" y="139700"/>
                </a:cubicBezTo>
                <a:lnTo>
                  <a:pt x="266700" y="121682"/>
                </a:lnTo>
                <a:cubicBezTo>
                  <a:pt x="244237" y="111919"/>
                  <a:pt x="228600" y="89535"/>
                  <a:pt x="228600" y="63500"/>
                </a:cubicBezTo>
                <a:cubicBezTo>
                  <a:pt x="228600" y="28416"/>
                  <a:pt x="257016" y="0"/>
                  <a:pt x="292100" y="0"/>
                </a:cubicBezTo>
                <a:cubicBezTo>
                  <a:pt x="327184" y="0"/>
                  <a:pt x="355600" y="28416"/>
                  <a:pt x="355600" y="63500"/>
                </a:cubicBezTo>
                <a:cubicBezTo>
                  <a:pt x="355600" y="89535"/>
                  <a:pt x="339963" y="111919"/>
                  <a:pt x="317500" y="121682"/>
                </a:cubicBezTo>
                <a:lnTo>
                  <a:pt x="317500" y="139700"/>
                </a:lnTo>
                <a:cubicBezTo>
                  <a:pt x="317500" y="188833"/>
                  <a:pt x="277733" y="228600"/>
                  <a:pt x="228600" y="228600"/>
                </a:cubicBezTo>
                <a:lnTo>
                  <a:pt x="88900" y="228600"/>
                </a:lnTo>
                <a:lnTo>
                  <a:pt x="88900" y="284718"/>
                </a:lnTo>
                <a:cubicBezTo>
                  <a:pt x="111363" y="294481"/>
                  <a:pt x="127000" y="316865"/>
                  <a:pt x="127000" y="342900"/>
                </a:cubicBezTo>
                <a:cubicBezTo>
                  <a:pt x="127000" y="377984"/>
                  <a:pt x="98584" y="406400"/>
                  <a:pt x="63500" y="406400"/>
                </a:cubicBezTo>
                <a:cubicBezTo>
                  <a:pt x="28416" y="406400"/>
                  <a:pt x="0" y="377984"/>
                  <a:pt x="0" y="342900"/>
                </a:cubicBezTo>
                <a:cubicBezTo>
                  <a:pt x="0" y="316865"/>
                  <a:pt x="15637" y="294481"/>
                  <a:pt x="38100" y="284718"/>
                </a:cubicBezTo>
                <a:lnTo>
                  <a:pt x="38100" y="121761"/>
                </a:lnTo>
                <a:cubicBezTo>
                  <a:pt x="15637" y="111919"/>
                  <a:pt x="0" y="89535"/>
                  <a:pt x="0" y="63500"/>
                </a:cubicBezTo>
                <a:cubicBezTo>
                  <a:pt x="0" y="28416"/>
                  <a:pt x="28416" y="0"/>
                  <a:pt x="63500" y="0"/>
                </a:cubicBezTo>
                <a:cubicBezTo>
                  <a:pt x="98584" y="0"/>
                  <a:pt x="127000" y="28416"/>
                  <a:pt x="127000" y="63500"/>
                </a:cubicBezTo>
                <a:close/>
                <a:moveTo>
                  <a:pt x="311150" y="63500"/>
                </a:moveTo>
                <a:cubicBezTo>
                  <a:pt x="311150" y="52986"/>
                  <a:pt x="302614" y="44450"/>
                  <a:pt x="292100" y="44450"/>
                </a:cubicBezTo>
                <a:cubicBezTo>
                  <a:pt x="281586" y="44450"/>
                  <a:pt x="273050" y="52986"/>
                  <a:pt x="273050" y="63500"/>
                </a:cubicBezTo>
                <a:cubicBezTo>
                  <a:pt x="273050" y="74014"/>
                  <a:pt x="281586" y="82550"/>
                  <a:pt x="292100" y="82550"/>
                </a:cubicBezTo>
                <a:cubicBezTo>
                  <a:pt x="302614" y="82550"/>
                  <a:pt x="311150" y="74014"/>
                  <a:pt x="311150" y="63500"/>
                </a:cubicBezTo>
                <a:close/>
                <a:moveTo>
                  <a:pt x="63500" y="361950"/>
                </a:moveTo>
                <a:cubicBezTo>
                  <a:pt x="74014" y="361950"/>
                  <a:pt x="82550" y="353414"/>
                  <a:pt x="82550" y="342900"/>
                </a:cubicBezTo>
                <a:cubicBezTo>
                  <a:pt x="82550" y="332386"/>
                  <a:pt x="74014" y="323850"/>
                  <a:pt x="63500" y="323850"/>
                </a:cubicBezTo>
                <a:cubicBezTo>
                  <a:pt x="52986" y="323850"/>
                  <a:pt x="44450" y="332386"/>
                  <a:pt x="44450" y="342900"/>
                </a:cubicBezTo>
                <a:cubicBezTo>
                  <a:pt x="44450" y="353414"/>
                  <a:pt x="52986" y="361950"/>
                  <a:pt x="63500" y="361950"/>
                </a:cubicBezTo>
                <a:close/>
              </a:path>
            </a:pathLst>
          </a:custGeom>
          <a:solidFill>
            <a:srgbClr val="6B21A8"/>
          </a:solidFill>
          <a:ln/>
        </p:spPr>
        <p:txBody>
          <a:bodyPr/>
          <a:lstStyle/>
          <a:p>
            <a:endParaRPr lang="en-US"/>
          </a:p>
        </p:txBody>
      </p:sp>
      <p:sp>
        <p:nvSpPr>
          <p:cNvPr id="7" name="Text 4"/>
          <p:cNvSpPr/>
          <p:nvPr/>
        </p:nvSpPr>
        <p:spPr>
          <a:xfrm>
            <a:off x="1498600" y="1549400"/>
            <a:ext cx="2540000" cy="355600"/>
          </a:xfrm>
          <a:prstGeom prst="rect">
            <a:avLst/>
          </a:prstGeom>
          <a:noFill/>
          <a:ln/>
        </p:spPr>
        <p:txBody>
          <a:bodyPr wrap="none" lIns="0" tIns="0" rIns="0" bIns="0" rtlCol="0" anchor="ctr"/>
          <a:lstStyle/>
          <a:p>
            <a:pPr>
              <a:lnSpc>
                <a:spcPct val="100000"/>
              </a:lnSpc>
            </a:pPr>
            <a:r>
              <a:rPr lang="en-US" sz="1700" b="1" dirty="0">
                <a:solidFill>
                  <a:srgbClr val="6B21A8"/>
                </a:solidFill>
                <a:latin typeface="Liter" pitchFamily="34" charset="0"/>
                <a:ea typeface="Liter" pitchFamily="34" charset="-122"/>
                <a:cs typeface="Liter" pitchFamily="34" charset="-120"/>
              </a:rPr>
              <a:t>Conditions</a:t>
            </a:r>
            <a:endParaRPr lang="en-US" sz="1600" dirty="0"/>
          </a:p>
        </p:txBody>
      </p:sp>
      <p:sp>
        <p:nvSpPr>
          <p:cNvPr id="8" name="Text 5"/>
          <p:cNvSpPr/>
          <p:nvPr/>
        </p:nvSpPr>
        <p:spPr>
          <a:xfrm>
            <a:off x="990600" y="2032000"/>
            <a:ext cx="3048000" cy="635000"/>
          </a:xfrm>
          <a:prstGeom prst="rect">
            <a:avLst/>
          </a:prstGeom>
          <a:noFill/>
          <a:ln/>
        </p:spPr>
        <p:txBody>
          <a:bodyPr wrap="square" lIns="0" tIns="0" rIns="0" bIns="0" rtlCol="0" anchor="t"/>
          <a:lstStyle/>
          <a:p>
            <a:pPr>
              <a:lnSpc>
                <a:spcPct val="140000"/>
              </a:lnSpc>
            </a:pPr>
            <a:r>
              <a:rPr lang="en-US" sz="1400" dirty="0">
                <a:solidFill>
                  <a:srgbClr val="6B7280"/>
                </a:solidFill>
                <a:latin typeface="Quattrocento Sans" pitchFamily="34" charset="0"/>
                <a:ea typeface="Quattrocento Sans" pitchFamily="34" charset="-122"/>
                <a:cs typeface="Quattrocento Sans" pitchFamily="34" charset="-120"/>
              </a:rPr>
              <a:t>if, else if, else, switch statements for decision making</a:t>
            </a:r>
            <a:endParaRPr lang="en-US" sz="1600" dirty="0"/>
          </a:p>
        </p:txBody>
      </p:sp>
      <p:sp>
        <p:nvSpPr>
          <p:cNvPr id="9" name="Shape 6"/>
          <p:cNvSpPr/>
          <p:nvPr/>
        </p:nvSpPr>
        <p:spPr>
          <a:xfrm>
            <a:off x="4445000" y="1397000"/>
            <a:ext cx="3429000" cy="1460500"/>
          </a:xfrm>
          <a:prstGeom prst="roundRect">
            <a:avLst>
              <a:gd name="adj" fmla="val 10000"/>
            </a:avLst>
          </a:prstGeom>
          <a:solidFill>
            <a:srgbClr val="FFFFFF">
              <a:alpha val="90196"/>
            </a:srgbClr>
          </a:solidFill>
          <a:ln w="12700">
            <a:solidFill>
              <a:srgbClr val="D8B4FE"/>
            </a:solidFill>
            <a:prstDash val="solid"/>
          </a:ln>
          <a:effectLst>
            <a:outerShdw blurRad="101600" dist="38100" dir="5400000" algn="bl" rotWithShape="0">
              <a:srgbClr val="6B21A8">
                <a:alpha val="6275"/>
              </a:srgbClr>
            </a:outerShdw>
          </a:effectLst>
        </p:spPr>
        <p:txBody>
          <a:bodyPr/>
          <a:lstStyle/>
          <a:p>
            <a:endParaRPr lang="en-US"/>
          </a:p>
        </p:txBody>
      </p:sp>
      <p:sp>
        <p:nvSpPr>
          <p:cNvPr id="10" name="Shape 7"/>
          <p:cNvSpPr/>
          <p:nvPr/>
        </p:nvSpPr>
        <p:spPr>
          <a:xfrm>
            <a:off x="4673600" y="1549400"/>
            <a:ext cx="406400" cy="406400"/>
          </a:xfrm>
          <a:custGeom>
            <a:avLst/>
            <a:gdLst/>
            <a:ahLst/>
            <a:cxnLst/>
            <a:rect l="l" t="t" r="r" b="b"/>
            <a:pathLst>
              <a:path w="406400" h="406400">
                <a:moveTo>
                  <a:pt x="381079" y="152400"/>
                </a:moveTo>
                <a:lnTo>
                  <a:pt x="387350" y="152400"/>
                </a:lnTo>
                <a:cubicBezTo>
                  <a:pt x="397907" y="152400"/>
                  <a:pt x="406400" y="143907"/>
                  <a:pt x="406400" y="133350"/>
                </a:cubicBezTo>
                <a:lnTo>
                  <a:pt x="406400" y="19050"/>
                </a:lnTo>
                <a:cubicBezTo>
                  <a:pt x="406400" y="11351"/>
                  <a:pt x="401796" y="4366"/>
                  <a:pt x="394652" y="1429"/>
                </a:cubicBezTo>
                <a:cubicBezTo>
                  <a:pt x="387509" y="-1508"/>
                  <a:pt x="379333" y="159"/>
                  <a:pt x="373856" y="5556"/>
                </a:cubicBezTo>
                <a:lnTo>
                  <a:pt x="332819" y="46673"/>
                </a:lnTo>
                <a:cubicBezTo>
                  <a:pt x="297656" y="17542"/>
                  <a:pt x="252413" y="0"/>
                  <a:pt x="203200" y="0"/>
                </a:cubicBezTo>
                <a:cubicBezTo>
                  <a:pt x="100806" y="0"/>
                  <a:pt x="16113" y="75724"/>
                  <a:pt x="2064" y="174228"/>
                </a:cubicBezTo>
                <a:cubicBezTo>
                  <a:pt x="79" y="188119"/>
                  <a:pt x="9684" y="200978"/>
                  <a:pt x="23574" y="202962"/>
                </a:cubicBezTo>
                <a:cubicBezTo>
                  <a:pt x="37465" y="204946"/>
                  <a:pt x="50324" y="195263"/>
                  <a:pt x="52308" y="181451"/>
                </a:cubicBezTo>
                <a:cubicBezTo>
                  <a:pt x="62865" y="107553"/>
                  <a:pt x="126444" y="50800"/>
                  <a:pt x="203200" y="50800"/>
                </a:cubicBezTo>
                <a:cubicBezTo>
                  <a:pt x="238442" y="50800"/>
                  <a:pt x="270828" y="62706"/>
                  <a:pt x="296624" y="82788"/>
                </a:cubicBezTo>
                <a:lnTo>
                  <a:pt x="259556" y="119856"/>
                </a:lnTo>
                <a:cubicBezTo>
                  <a:pt x="254079" y="125333"/>
                  <a:pt x="252492" y="133509"/>
                  <a:pt x="255429" y="140652"/>
                </a:cubicBezTo>
                <a:cubicBezTo>
                  <a:pt x="258366" y="147796"/>
                  <a:pt x="265351" y="152400"/>
                  <a:pt x="273050" y="152400"/>
                </a:cubicBezTo>
                <a:lnTo>
                  <a:pt x="381079" y="152400"/>
                </a:lnTo>
                <a:close/>
                <a:moveTo>
                  <a:pt x="404416" y="232172"/>
                </a:moveTo>
                <a:cubicBezTo>
                  <a:pt x="406400" y="218281"/>
                  <a:pt x="396716" y="205423"/>
                  <a:pt x="382905" y="203438"/>
                </a:cubicBezTo>
                <a:cubicBezTo>
                  <a:pt x="369094" y="201454"/>
                  <a:pt x="356156" y="211138"/>
                  <a:pt x="354171" y="224949"/>
                </a:cubicBezTo>
                <a:cubicBezTo>
                  <a:pt x="343614" y="298768"/>
                  <a:pt x="280035" y="355521"/>
                  <a:pt x="203279" y="355521"/>
                </a:cubicBezTo>
                <a:cubicBezTo>
                  <a:pt x="168037" y="355521"/>
                  <a:pt x="135652" y="343614"/>
                  <a:pt x="109855" y="323533"/>
                </a:cubicBezTo>
                <a:lnTo>
                  <a:pt x="146844" y="286544"/>
                </a:lnTo>
                <a:cubicBezTo>
                  <a:pt x="152321" y="281067"/>
                  <a:pt x="153908" y="272891"/>
                  <a:pt x="150971" y="265748"/>
                </a:cubicBezTo>
                <a:cubicBezTo>
                  <a:pt x="148034" y="258604"/>
                  <a:pt x="141049" y="254000"/>
                  <a:pt x="133350" y="254000"/>
                </a:cubicBezTo>
                <a:lnTo>
                  <a:pt x="19050" y="254000"/>
                </a:lnTo>
                <a:cubicBezTo>
                  <a:pt x="8493" y="254000"/>
                  <a:pt x="0" y="262493"/>
                  <a:pt x="0" y="273050"/>
                </a:cubicBezTo>
                <a:lnTo>
                  <a:pt x="0" y="387350"/>
                </a:lnTo>
                <a:cubicBezTo>
                  <a:pt x="0" y="395049"/>
                  <a:pt x="4604" y="402034"/>
                  <a:pt x="11748" y="404971"/>
                </a:cubicBezTo>
                <a:cubicBezTo>
                  <a:pt x="18891" y="407908"/>
                  <a:pt x="27067" y="406241"/>
                  <a:pt x="32544" y="400844"/>
                </a:cubicBezTo>
                <a:lnTo>
                  <a:pt x="73660" y="359728"/>
                </a:lnTo>
                <a:cubicBezTo>
                  <a:pt x="108744" y="388858"/>
                  <a:pt x="153988" y="406400"/>
                  <a:pt x="203200" y="406400"/>
                </a:cubicBezTo>
                <a:cubicBezTo>
                  <a:pt x="305594" y="406400"/>
                  <a:pt x="390287" y="330676"/>
                  <a:pt x="404336" y="232172"/>
                </a:cubicBezTo>
                <a:close/>
              </a:path>
            </a:pathLst>
          </a:custGeom>
          <a:solidFill>
            <a:srgbClr val="6B21A8"/>
          </a:solidFill>
          <a:ln/>
        </p:spPr>
        <p:txBody>
          <a:bodyPr/>
          <a:lstStyle/>
          <a:p>
            <a:endParaRPr lang="en-US"/>
          </a:p>
        </p:txBody>
      </p:sp>
      <p:sp>
        <p:nvSpPr>
          <p:cNvPr id="11" name="Text 8"/>
          <p:cNvSpPr/>
          <p:nvPr/>
        </p:nvSpPr>
        <p:spPr>
          <a:xfrm>
            <a:off x="5181600" y="1549400"/>
            <a:ext cx="2540000" cy="355600"/>
          </a:xfrm>
          <a:prstGeom prst="rect">
            <a:avLst/>
          </a:prstGeom>
          <a:noFill/>
          <a:ln/>
        </p:spPr>
        <p:txBody>
          <a:bodyPr wrap="none" lIns="0" tIns="0" rIns="0" bIns="0" rtlCol="0" anchor="ctr"/>
          <a:lstStyle/>
          <a:p>
            <a:pPr>
              <a:lnSpc>
                <a:spcPct val="100000"/>
              </a:lnSpc>
            </a:pPr>
            <a:r>
              <a:rPr lang="en-US" sz="1700" b="1" dirty="0">
                <a:solidFill>
                  <a:srgbClr val="6B21A8"/>
                </a:solidFill>
                <a:latin typeface="Liter" pitchFamily="34" charset="0"/>
                <a:ea typeface="Liter" pitchFamily="34" charset="-122"/>
                <a:cs typeface="Liter" pitchFamily="34" charset="-120"/>
              </a:rPr>
              <a:t>Loops</a:t>
            </a:r>
            <a:endParaRPr lang="en-US" sz="1600" dirty="0"/>
          </a:p>
        </p:txBody>
      </p:sp>
      <p:sp>
        <p:nvSpPr>
          <p:cNvPr id="12" name="Text 9"/>
          <p:cNvSpPr/>
          <p:nvPr/>
        </p:nvSpPr>
        <p:spPr>
          <a:xfrm>
            <a:off x="4673600" y="2032000"/>
            <a:ext cx="3048000" cy="635000"/>
          </a:xfrm>
          <a:prstGeom prst="rect">
            <a:avLst/>
          </a:prstGeom>
          <a:noFill/>
          <a:ln/>
        </p:spPr>
        <p:txBody>
          <a:bodyPr wrap="square" lIns="0" tIns="0" rIns="0" bIns="0" rtlCol="0" anchor="t"/>
          <a:lstStyle/>
          <a:p>
            <a:pPr>
              <a:lnSpc>
                <a:spcPct val="140000"/>
              </a:lnSpc>
            </a:pPr>
            <a:r>
              <a:rPr lang="en-US" sz="1400" dirty="0">
                <a:solidFill>
                  <a:srgbClr val="6B7280"/>
                </a:solidFill>
                <a:latin typeface="Quattrocento Sans" pitchFamily="34" charset="0"/>
                <a:ea typeface="Quattrocento Sans" pitchFamily="34" charset="-122"/>
                <a:cs typeface="Quattrocento Sans" pitchFamily="34" charset="-120"/>
              </a:rPr>
              <a:t>for, while, do-while for repeating tasks</a:t>
            </a:r>
            <a:endParaRPr lang="en-US" sz="1600" dirty="0"/>
          </a:p>
        </p:txBody>
      </p:sp>
      <p:sp>
        <p:nvSpPr>
          <p:cNvPr id="13" name="Shape 10"/>
          <p:cNvSpPr/>
          <p:nvPr/>
        </p:nvSpPr>
        <p:spPr>
          <a:xfrm>
            <a:off x="8128000" y="1397000"/>
            <a:ext cx="3429000" cy="1460500"/>
          </a:xfrm>
          <a:prstGeom prst="roundRect">
            <a:avLst>
              <a:gd name="adj" fmla="val 10000"/>
            </a:avLst>
          </a:prstGeom>
          <a:solidFill>
            <a:srgbClr val="FFFFFF">
              <a:alpha val="90196"/>
            </a:srgbClr>
          </a:solidFill>
          <a:ln w="12700">
            <a:solidFill>
              <a:srgbClr val="D8B4FE"/>
            </a:solidFill>
            <a:prstDash val="solid"/>
          </a:ln>
          <a:effectLst>
            <a:outerShdw blurRad="101600" dist="38100" dir="5400000" algn="bl" rotWithShape="0">
              <a:srgbClr val="6B21A8">
                <a:alpha val="6275"/>
              </a:srgbClr>
            </a:outerShdw>
          </a:effectLst>
        </p:spPr>
        <p:txBody>
          <a:bodyPr/>
          <a:lstStyle/>
          <a:p>
            <a:endParaRPr lang="en-US"/>
          </a:p>
        </p:txBody>
      </p:sp>
      <p:sp>
        <p:nvSpPr>
          <p:cNvPr id="14" name="Shape 11"/>
          <p:cNvSpPr/>
          <p:nvPr/>
        </p:nvSpPr>
        <p:spPr>
          <a:xfrm>
            <a:off x="8356600" y="1549400"/>
            <a:ext cx="406400" cy="406400"/>
          </a:xfrm>
          <a:custGeom>
            <a:avLst/>
            <a:gdLst/>
            <a:ahLst/>
            <a:cxnLst/>
            <a:rect l="l" t="t" r="r" b="b"/>
            <a:pathLst>
              <a:path w="406400" h="406400">
                <a:moveTo>
                  <a:pt x="0" y="57150"/>
                </a:moveTo>
                <a:cubicBezTo>
                  <a:pt x="0" y="46673"/>
                  <a:pt x="8493" y="38100"/>
                  <a:pt x="19050" y="38100"/>
                </a:cubicBezTo>
                <a:lnTo>
                  <a:pt x="57150" y="38100"/>
                </a:lnTo>
                <a:cubicBezTo>
                  <a:pt x="67707" y="38100"/>
                  <a:pt x="76200" y="46593"/>
                  <a:pt x="76200" y="57150"/>
                </a:cubicBezTo>
                <a:lnTo>
                  <a:pt x="76200" y="139700"/>
                </a:lnTo>
                <a:lnTo>
                  <a:pt x="95250" y="139700"/>
                </a:lnTo>
                <a:cubicBezTo>
                  <a:pt x="105807" y="139700"/>
                  <a:pt x="114300" y="148193"/>
                  <a:pt x="114300" y="158750"/>
                </a:cubicBezTo>
                <a:cubicBezTo>
                  <a:pt x="114300" y="169307"/>
                  <a:pt x="105807" y="177800"/>
                  <a:pt x="95250" y="177800"/>
                </a:cubicBezTo>
                <a:lnTo>
                  <a:pt x="19050" y="177800"/>
                </a:lnTo>
                <a:cubicBezTo>
                  <a:pt x="8493" y="177800"/>
                  <a:pt x="0" y="169307"/>
                  <a:pt x="0" y="158750"/>
                </a:cubicBezTo>
                <a:cubicBezTo>
                  <a:pt x="0" y="148193"/>
                  <a:pt x="8493" y="139700"/>
                  <a:pt x="19050" y="139700"/>
                </a:cubicBezTo>
                <a:lnTo>
                  <a:pt x="38100" y="139700"/>
                </a:lnTo>
                <a:lnTo>
                  <a:pt x="38100" y="76200"/>
                </a:lnTo>
                <a:lnTo>
                  <a:pt x="19050" y="76200"/>
                </a:lnTo>
                <a:cubicBezTo>
                  <a:pt x="8493" y="76200"/>
                  <a:pt x="0" y="67707"/>
                  <a:pt x="0" y="57150"/>
                </a:cubicBezTo>
                <a:close/>
                <a:moveTo>
                  <a:pt x="24130" y="239078"/>
                </a:moveTo>
                <a:cubicBezTo>
                  <a:pt x="33179" y="232251"/>
                  <a:pt x="44212" y="228600"/>
                  <a:pt x="55563" y="228600"/>
                </a:cubicBezTo>
                <a:lnTo>
                  <a:pt x="59452" y="228600"/>
                </a:lnTo>
                <a:cubicBezTo>
                  <a:pt x="86201" y="228600"/>
                  <a:pt x="107950" y="250349"/>
                  <a:pt x="107950" y="277098"/>
                </a:cubicBezTo>
                <a:cubicBezTo>
                  <a:pt x="107950" y="292656"/>
                  <a:pt x="100489" y="307181"/>
                  <a:pt x="87947" y="316309"/>
                </a:cubicBezTo>
                <a:lnTo>
                  <a:pt x="68898" y="330200"/>
                </a:lnTo>
                <a:lnTo>
                  <a:pt x="95250" y="330200"/>
                </a:lnTo>
                <a:cubicBezTo>
                  <a:pt x="105807" y="330200"/>
                  <a:pt x="114300" y="338693"/>
                  <a:pt x="114300" y="349250"/>
                </a:cubicBezTo>
                <a:cubicBezTo>
                  <a:pt x="114300" y="359807"/>
                  <a:pt x="105807" y="368300"/>
                  <a:pt x="95250" y="368300"/>
                </a:cubicBezTo>
                <a:lnTo>
                  <a:pt x="23257" y="368300"/>
                </a:lnTo>
                <a:cubicBezTo>
                  <a:pt x="10398" y="368300"/>
                  <a:pt x="0" y="357902"/>
                  <a:pt x="0" y="345043"/>
                </a:cubicBezTo>
                <a:cubicBezTo>
                  <a:pt x="0" y="337582"/>
                  <a:pt x="3572" y="330597"/>
                  <a:pt x="9604" y="326231"/>
                </a:cubicBezTo>
                <a:lnTo>
                  <a:pt x="65564" y="285512"/>
                </a:lnTo>
                <a:cubicBezTo>
                  <a:pt x="68263" y="283528"/>
                  <a:pt x="69850" y="280432"/>
                  <a:pt x="69850" y="277098"/>
                </a:cubicBezTo>
                <a:cubicBezTo>
                  <a:pt x="69850" y="271383"/>
                  <a:pt x="65167" y="266700"/>
                  <a:pt x="59452" y="266700"/>
                </a:cubicBezTo>
                <a:lnTo>
                  <a:pt x="55563" y="266700"/>
                </a:lnTo>
                <a:cubicBezTo>
                  <a:pt x="52467" y="266700"/>
                  <a:pt x="49451" y="267732"/>
                  <a:pt x="46990" y="269558"/>
                </a:cubicBezTo>
                <a:lnTo>
                  <a:pt x="30480" y="281940"/>
                </a:lnTo>
                <a:cubicBezTo>
                  <a:pt x="22066" y="288290"/>
                  <a:pt x="10160" y="286544"/>
                  <a:pt x="3810" y="278130"/>
                </a:cubicBezTo>
                <a:cubicBezTo>
                  <a:pt x="-2540" y="269716"/>
                  <a:pt x="-794" y="257810"/>
                  <a:pt x="7620" y="251460"/>
                </a:cubicBezTo>
                <a:lnTo>
                  <a:pt x="24130" y="239078"/>
                </a:lnTo>
                <a:close/>
                <a:moveTo>
                  <a:pt x="177800" y="50800"/>
                </a:moveTo>
                <a:lnTo>
                  <a:pt x="381000" y="50800"/>
                </a:lnTo>
                <a:cubicBezTo>
                  <a:pt x="395049" y="50800"/>
                  <a:pt x="406400" y="62151"/>
                  <a:pt x="406400" y="76200"/>
                </a:cubicBezTo>
                <a:cubicBezTo>
                  <a:pt x="406400" y="90249"/>
                  <a:pt x="395049" y="101600"/>
                  <a:pt x="381000" y="101600"/>
                </a:cubicBezTo>
                <a:lnTo>
                  <a:pt x="177800" y="101600"/>
                </a:lnTo>
                <a:cubicBezTo>
                  <a:pt x="163751" y="101600"/>
                  <a:pt x="152400" y="90249"/>
                  <a:pt x="152400" y="76200"/>
                </a:cubicBezTo>
                <a:cubicBezTo>
                  <a:pt x="152400" y="62151"/>
                  <a:pt x="163751" y="50800"/>
                  <a:pt x="177800" y="50800"/>
                </a:cubicBezTo>
                <a:close/>
                <a:moveTo>
                  <a:pt x="177800" y="177800"/>
                </a:moveTo>
                <a:lnTo>
                  <a:pt x="381000" y="177800"/>
                </a:lnTo>
                <a:cubicBezTo>
                  <a:pt x="395049" y="177800"/>
                  <a:pt x="406400" y="189151"/>
                  <a:pt x="406400" y="203200"/>
                </a:cubicBezTo>
                <a:cubicBezTo>
                  <a:pt x="406400" y="217249"/>
                  <a:pt x="395049" y="228600"/>
                  <a:pt x="381000" y="228600"/>
                </a:cubicBezTo>
                <a:lnTo>
                  <a:pt x="177800" y="228600"/>
                </a:lnTo>
                <a:cubicBezTo>
                  <a:pt x="163751" y="228600"/>
                  <a:pt x="152400" y="217249"/>
                  <a:pt x="152400" y="203200"/>
                </a:cubicBezTo>
                <a:cubicBezTo>
                  <a:pt x="152400" y="189151"/>
                  <a:pt x="163751" y="177800"/>
                  <a:pt x="177800" y="177800"/>
                </a:cubicBezTo>
                <a:close/>
                <a:moveTo>
                  <a:pt x="177800" y="304800"/>
                </a:moveTo>
                <a:lnTo>
                  <a:pt x="381000" y="304800"/>
                </a:lnTo>
                <a:cubicBezTo>
                  <a:pt x="395049" y="304800"/>
                  <a:pt x="406400" y="316151"/>
                  <a:pt x="406400" y="330200"/>
                </a:cubicBezTo>
                <a:cubicBezTo>
                  <a:pt x="406400" y="344249"/>
                  <a:pt x="395049" y="355600"/>
                  <a:pt x="381000" y="355600"/>
                </a:cubicBezTo>
                <a:lnTo>
                  <a:pt x="177800" y="355600"/>
                </a:lnTo>
                <a:cubicBezTo>
                  <a:pt x="163751" y="355600"/>
                  <a:pt x="152400" y="344249"/>
                  <a:pt x="152400" y="330200"/>
                </a:cubicBezTo>
                <a:cubicBezTo>
                  <a:pt x="152400" y="316151"/>
                  <a:pt x="163751" y="304800"/>
                  <a:pt x="177800" y="304800"/>
                </a:cubicBezTo>
                <a:close/>
              </a:path>
            </a:pathLst>
          </a:custGeom>
          <a:solidFill>
            <a:srgbClr val="6B21A8"/>
          </a:solidFill>
          <a:ln/>
        </p:spPr>
        <p:txBody>
          <a:bodyPr/>
          <a:lstStyle/>
          <a:p>
            <a:endParaRPr lang="en-US"/>
          </a:p>
        </p:txBody>
      </p:sp>
      <p:sp>
        <p:nvSpPr>
          <p:cNvPr id="15" name="Text 12"/>
          <p:cNvSpPr/>
          <p:nvPr/>
        </p:nvSpPr>
        <p:spPr>
          <a:xfrm>
            <a:off x="8864600" y="1549400"/>
            <a:ext cx="2540000" cy="355600"/>
          </a:xfrm>
          <a:prstGeom prst="rect">
            <a:avLst/>
          </a:prstGeom>
          <a:noFill/>
          <a:ln/>
        </p:spPr>
        <p:txBody>
          <a:bodyPr wrap="none" lIns="0" tIns="0" rIns="0" bIns="0" rtlCol="0" anchor="ctr"/>
          <a:lstStyle/>
          <a:p>
            <a:pPr>
              <a:lnSpc>
                <a:spcPct val="100000"/>
              </a:lnSpc>
            </a:pPr>
            <a:r>
              <a:rPr lang="en-US" sz="1700" b="1" dirty="0">
                <a:solidFill>
                  <a:srgbClr val="6B21A8"/>
                </a:solidFill>
                <a:latin typeface="Liter" pitchFamily="34" charset="0"/>
                <a:ea typeface="Liter" pitchFamily="34" charset="-122"/>
                <a:cs typeface="Liter" pitchFamily="34" charset="-120"/>
              </a:rPr>
              <a:t>Arrays</a:t>
            </a:r>
            <a:endParaRPr lang="en-US" sz="1600" dirty="0"/>
          </a:p>
        </p:txBody>
      </p:sp>
      <p:sp>
        <p:nvSpPr>
          <p:cNvPr id="16" name="Text 13"/>
          <p:cNvSpPr/>
          <p:nvPr/>
        </p:nvSpPr>
        <p:spPr>
          <a:xfrm>
            <a:off x="8356600" y="2032000"/>
            <a:ext cx="3048000" cy="635000"/>
          </a:xfrm>
          <a:prstGeom prst="rect">
            <a:avLst/>
          </a:prstGeom>
          <a:noFill/>
          <a:ln/>
        </p:spPr>
        <p:txBody>
          <a:bodyPr wrap="square" lIns="0" tIns="0" rIns="0" bIns="0" rtlCol="0" anchor="t"/>
          <a:lstStyle/>
          <a:p>
            <a:pPr>
              <a:lnSpc>
                <a:spcPct val="140000"/>
              </a:lnSpc>
            </a:pPr>
            <a:r>
              <a:rPr lang="en-US" sz="1400" dirty="0">
                <a:solidFill>
                  <a:srgbClr val="6B7280"/>
                </a:solidFill>
                <a:latin typeface="Quattrocento Sans" pitchFamily="34" charset="0"/>
                <a:ea typeface="Quattrocento Sans" pitchFamily="34" charset="-122"/>
                <a:cs typeface="Quattrocento Sans" pitchFamily="34" charset="-120"/>
              </a:rPr>
              <a:t>Store multiple values in a single variable</a:t>
            </a:r>
            <a:endParaRPr lang="en-US" sz="1600" dirty="0"/>
          </a:p>
        </p:txBody>
      </p:sp>
      <p:sp>
        <p:nvSpPr>
          <p:cNvPr id="17" name="Shape 14"/>
          <p:cNvSpPr/>
          <p:nvPr/>
        </p:nvSpPr>
        <p:spPr>
          <a:xfrm>
            <a:off x="11811000" y="1397000"/>
            <a:ext cx="3683000" cy="1460500"/>
          </a:xfrm>
          <a:prstGeom prst="roundRect">
            <a:avLst>
              <a:gd name="adj" fmla="val 10000"/>
            </a:avLst>
          </a:prstGeom>
          <a:solidFill>
            <a:srgbClr val="FFFFFF">
              <a:alpha val="90196"/>
            </a:srgbClr>
          </a:solidFill>
          <a:ln w="12700">
            <a:solidFill>
              <a:srgbClr val="D8B4FE"/>
            </a:solidFill>
            <a:prstDash val="solid"/>
          </a:ln>
          <a:effectLst>
            <a:outerShdw blurRad="101600" dist="38100" dir="5400000" algn="bl" rotWithShape="0">
              <a:srgbClr val="6B21A8">
                <a:alpha val="6275"/>
              </a:srgbClr>
            </a:outerShdw>
          </a:effectLst>
        </p:spPr>
        <p:txBody>
          <a:bodyPr/>
          <a:lstStyle/>
          <a:p>
            <a:endParaRPr lang="en-US"/>
          </a:p>
        </p:txBody>
      </p:sp>
      <p:sp>
        <p:nvSpPr>
          <p:cNvPr id="18" name="Shape 15"/>
          <p:cNvSpPr/>
          <p:nvPr/>
        </p:nvSpPr>
        <p:spPr>
          <a:xfrm>
            <a:off x="12039600" y="1549400"/>
            <a:ext cx="406400" cy="406400"/>
          </a:xfrm>
          <a:custGeom>
            <a:avLst/>
            <a:gdLst/>
            <a:ahLst/>
            <a:cxnLst/>
            <a:rect l="l" t="t" r="r" b="b"/>
            <a:pathLst>
              <a:path w="406400" h="406400">
                <a:moveTo>
                  <a:pt x="178038" y="-1984"/>
                </a:moveTo>
                <a:cubicBezTo>
                  <a:pt x="193754" y="-11033"/>
                  <a:pt x="213122" y="-11033"/>
                  <a:pt x="228838" y="-1984"/>
                </a:cubicBezTo>
                <a:lnTo>
                  <a:pt x="368459" y="78581"/>
                </a:lnTo>
                <a:cubicBezTo>
                  <a:pt x="384175" y="87630"/>
                  <a:pt x="393859" y="104458"/>
                  <a:pt x="393859" y="122555"/>
                </a:cubicBezTo>
                <a:lnTo>
                  <a:pt x="393859" y="283686"/>
                </a:lnTo>
                <a:cubicBezTo>
                  <a:pt x="393859" y="301863"/>
                  <a:pt x="384175" y="318611"/>
                  <a:pt x="368459" y="327660"/>
                </a:cubicBezTo>
                <a:lnTo>
                  <a:pt x="228838" y="408384"/>
                </a:lnTo>
                <a:cubicBezTo>
                  <a:pt x="213122" y="417433"/>
                  <a:pt x="193754" y="417433"/>
                  <a:pt x="178038" y="408384"/>
                </a:cubicBezTo>
                <a:lnTo>
                  <a:pt x="38497" y="327819"/>
                </a:lnTo>
                <a:cubicBezTo>
                  <a:pt x="22781" y="318770"/>
                  <a:pt x="13097" y="301943"/>
                  <a:pt x="13097" y="283845"/>
                </a:cubicBezTo>
                <a:lnTo>
                  <a:pt x="13097" y="122714"/>
                </a:lnTo>
                <a:cubicBezTo>
                  <a:pt x="13097" y="104537"/>
                  <a:pt x="22781" y="87789"/>
                  <a:pt x="38497" y="78740"/>
                </a:cubicBezTo>
                <a:lnTo>
                  <a:pt x="178038" y="-1984"/>
                </a:lnTo>
                <a:close/>
                <a:moveTo>
                  <a:pt x="342979" y="283766"/>
                </a:moveTo>
                <a:lnTo>
                  <a:pt x="342979" y="151924"/>
                </a:lnTo>
                <a:lnTo>
                  <a:pt x="228838" y="217805"/>
                </a:lnTo>
                <a:lnTo>
                  <a:pt x="228838" y="349647"/>
                </a:lnTo>
                <a:lnTo>
                  <a:pt x="342979" y="283766"/>
                </a:lnTo>
                <a:close/>
              </a:path>
            </a:pathLst>
          </a:custGeom>
          <a:solidFill>
            <a:srgbClr val="6B21A8"/>
          </a:solidFill>
          <a:ln/>
        </p:spPr>
        <p:txBody>
          <a:bodyPr/>
          <a:lstStyle/>
          <a:p>
            <a:endParaRPr lang="en-US"/>
          </a:p>
        </p:txBody>
      </p:sp>
      <p:sp>
        <p:nvSpPr>
          <p:cNvPr id="19" name="Text 16"/>
          <p:cNvSpPr/>
          <p:nvPr/>
        </p:nvSpPr>
        <p:spPr>
          <a:xfrm>
            <a:off x="12547600" y="1549400"/>
            <a:ext cx="2794000" cy="355600"/>
          </a:xfrm>
          <a:prstGeom prst="rect">
            <a:avLst/>
          </a:prstGeom>
          <a:noFill/>
          <a:ln/>
        </p:spPr>
        <p:txBody>
          <a:bodyPr wrap="none" lIns="0" tIns="0" rIns="0" bIns="0" rtlCol="0" anchor="ctr"/>
          <a:lstStyle/>
          <a:p>
            <a:pPr>
              <a:lnSpc>
                <a:spcPct val="100000"/>
              </a:lnSpc>
            </a:pPr>
            <a:r>
              <a:rPr lang="en-US" sz="1700" b="1" dirty="0">
                <a:solidFill>
                  <a:srgbClr val="6B21A8"/>
                </a:solidFill>
                <a:latin typeface="Liter" pitchFamily="34" charset="0"/>
                <a:ea typeface="Liter" pitchFamily="34" charset="-122"/>
                <a:cs typeface="Liter" pitchFamily="34" charset="-120"/>
              </a:rPr>
              <a:t>Objects</a:t>
            </a:r>
            <a:endParaRPr lang="en-US" sz="1600" dirty="0"/>
          </a:p>
        </p:txBody>
      </p:sp>
      <p:sp>
        <p:nvSpPr>
          <p:cNvPr id="20" name="Text 17"/>
          <p:cNvSpPr/>
          <p:nvPr/>
        </p:nvSpPr>
        <p:spPr>
          <a:xfrm>
            <a:off x="12039600" y="2032000"/>
            <a:ext cx="3302000" cy="635000"/>
          </a:xfrm>
          <a:prstGeom prst="rect">
            <a:avLst/>
          </a:prstGeom>
          <a:noFill/>
          <a:ln/>
        </p:spPr>
        <p:txBody>
          <a:bodyPr wrap="square" lIns="0" tIns="0" rIns="0" bIns="0" rtlCol="0" anchor="t"/>
          <a:lstStyle/>
          <a:p>
            <a:pPr>
              <a:lnSpc>
                <a:spcPct val="140000"/>
              </a:lnSpc>
            </a:pPr>
            <a:r>
              <a:rPr lang="en-US" sz="1400" dirty="0">
                <a:solidFill>
                  <a:srgbClr val="6B7280"/>
                </a:solidFill>
                <a:latin typeface="Quattrocento Sans" pitchFamily="34" charset="0"/>
                <a:ea typeface="Quattrocento Sans" pitchFamily="34" charset="-122"/>
                <a:cs typeface="Quattrocento Sans" pitchFamily="34" charset="-120"/>
              </a:rPr>
              <a:t>Key-value pairs for structured data storage</a:t>
            </a:r>
            <a:endParaRPr lang="en-US" sz="1600" dirty="0"/>
          </a:p>
        </p:txBody>
      </p:sp>
      <p:sp>
        <p:nvSpPr>
          <p:cNvPr id="21" name="Shape 18"/>
          <p:cNvSpPr/>
          <p:nvPr/>
        </p:nvSpPr>
        <p:spPr>
          <a:xfrm>
            <a:off x="762000" y="3111500"/>
            <a:ext cx="3429000" cy="1460500"/>
          </a:xfrm>
          <a:prstGeom prst="roundRect">
            <a:avLst>
              <a:gd name="adj" fmla="val 10000"/>
            </a:avLst>
          </a:prstGeom>
          <a:solidFill>
            <a:srgbClr val="FFFFFF">
              <a:alpha val="90196"/>
            </a:srgbClr>
          </a:solidFill>
          <a:ln w="12700">
            <a:solidFill>
              <a:srgbClr val="D8B4FE"/>
            </a:solidFill>
            <a:prstDash val="solid"/>
          </a:ln>
          <a:effectLst>
            <a:outerShdw blurRad="101600" dist="38100" dir="5400000" algn="bl" rotWithShape="0">
              <a:srgbClr val="6B21A8">
                <a:alpha val="6275"/>
              </a:srgbClr>
            </a:outerShdw>
          </a:effectLst>
        </p:spPr>
        <p:txBody>
          <a:bodyPr/>
          <a:lstStyle/>
          <a:p>
            <a:endParaRPr lang="en-US"/>
          </a:p>
        </p:txBody>
      </p:sp>
      <p:sp>
        <p:nvSpPr>
          <p:cNvPr id="22" name="Shape 19"/>
          <p:cNvSpPr/>
          <p:nvPr/>
        </p:nvSpPr>
        <p:spPr>
          <a:xfrm>
            <a:off x="990600" y="3263900"/>
            <a:ext cx="406400" cy="406400"/>
          </a:xfrm>
          <a:custGeom>
            <a:avLst/>
            <a:gdLst/>
            <a:ahLst/>
            <a:cxnLst/>
            <a:rect l="l" t="t" r="r" b="b"/>
            <a:pathLst>
              <a:path w="406400" h="406400">
                <a:moveTo>
                  <a:pt x="152400" y="50800"/>
                </a:moveTo>
                <a:cubicBezTo>
                  <a:pt x="152400" y="36751"/>
                  <a:pt x="163751" y="25400"/>
                  <a:pt x="177800" y="25400"/>
                </a:cubicBezTo>
                <a:lnTo>
                  <a:pt x="228600" y="25400"/>
                </a:lnTo>
                <a:cubicBezTo>
                  <a:pt x="242649" y="25400"/>
                  <a:pt x="254000" y="36751"/>
                  <a:pt x="254000" y="50800"/>
                </a:cubicBezTo>
                <a:lnTo>
                  <a:pt x="254000" y="101600"/>
                </a:lnTo>
                <a:cubicBezTo>
                  <a:pt x="254000" y="115649"/>
                  <a:pt x="242649" y="127000"/>
                  <a:pt x="228600" y="127000"/>
                </a:cubicBezTo>
                <a:lnTo>
                  <a:pt x="222250" y="127000"/>
                </a:lnTo>
                <a:lnTo>
                  <a:pt x="222250" y="177800"/>
                </a:lnTo>
                <a:lnTo>
                  <a:pt x="317500" y="177800"/>
                </a:lnTo>
                <a:cubicBezTo>
                  <a:pt x="349091" y="177800"/>
                  <a:pt x="374650" y="203359"/>
                  <a:pt x="374650" y="234950"/>
                </a:cubicBezTo>
                <a:lnTo>
                  <a:pt x="374650" y="279400"/>
                </a:lnTo>
                <a:lnTo>
                  <a:pt x="381000" y="279400"/>
                </a:lnTo>
                <a:cubicBezTo>
                  <a:pt x="395049" y="279400"/>
                  <a:pt x="406400" y="290751"/>
                  <a:pt x="406400" y="304800"/>
                </a:cubicBezTo>
                <a:lnTo>
                  <a:pt x="406400" y="355600"/>
                </a:lnTo>
                <a:cubicBezTo>
                  <a:pt x="406400" y="369649"/>
                  <a:pt x="395049" y="381000"/>
                  <a:pt x="381000" y="381000"/>
                </a:cubicBezTo>
                <a:lnTo>
                  <a:pt x="330200" y="381000"/>
                </a:lnTo>
                <a:cubicBezTo>
                  <a:pt x="316151" y="381000"/>
                  <a:pt x="304800" y="369649"/>
                  <a:pt x="304800" y="355600"/>
                </a:cubicBezTo>
                <a:lnTo>
                  <a:pt x="304800" y="304800"/>
                </a:lnTo>
                <a:cubicBezTo>
                  <a:pt x="304800" y="290751"/>
                  <a:pt x="316151" y="279400"/>
                  <a:pt x="330200" y="279400"/>
                </a:cubicBezTo>
                <a:lnTo>
                  <a:pt x="336550" y="279400"/>
                </a:lnTo>
                <a:lnTo>
                  <a:pt x="336550" y="234950"/>
                </a:lnTo>
                <a:cubicBezTo>
                  <a:pt x="336550" y="224393"/>
                  <a:pt x="328057" y="215900"/>
                  <a:pt x="317500" y="215900"/>
                </a:cubicBezTo>
                <a:lnTo>
                  <a:pt x="222250" y="215900"/>
                </a:lnTo>
                <a:lnTo>
                  <a:pt x="222250" y="279400"/>
                </a:lnTo>
                <a:lnTo>
                  <a:pt x="228600" y="279400"/>
                </a:lnTo>
                <a:cubicBezTo>
                  <a:pt x="242649" y="279400"/>
                  <a:pt x="254000" y="290751"/>
                  <a:pt x="254000" y="304800"/>
                </a:cubicBezTo>
                <a:lnTo>
                  <a:pt x="254000" y="355600"/>
                </a:lnTo>
                <a:cubicBezTo>
                  <a:pt x="254000" y="369649"/>
                  <a:pt x="242649" y="381000"/>
                  <a:pt x="228600" y="381000"/>
                </a:cubicBezTo>
                <a:lnTo>
                  <a:pt x="177800" y="381000"/>
                </a:lnTo>
                <a:cubicBezTo>
                  <a:pt x="163751" y="381000"/>
                  <a:pt x="152400" y="369649"/>
                  <a:pt x="152400" y="355600"/>
                </a:cubicBezTo>
                <a:lnTo>
                  <a:pt x="152400" y="304800"/>
                </a:lnTo>
                <a:cubicBezTo>
                  <a:pt x="152400" y="290751"/>
                  <a:pt x="163751" y="279400"/>
                  <a:pt x="177800" y="279400"/>
                </a:cubicBezTo>
                <a:lnTo>
                  <a:pt x="184150" y="279400"/>
                </a:lnTo>
                <a:lnTo>
                  <a:pt x="184150" y="215900"/>
                </a:lnTo>
                <a:lnTo>
                  <a:pt x="88900" y="215900"/>
                </a:lnTo>
                <a:cubicBezTo>
                  <a:pt x="78343" y="215900"/>
                  <a:pt x="69850" y="224393"/>
                  <a:pt x="69850" y="234950"/>
                </a:cubicBezTo>
                <a:lnTo>
                  <a:pt x="69850" y="279400"/>
                </a:lnTo>
                <a:lnTo>
                  <a:pt x="76200" y="279400"/>
                </a:lnTo>
                <a:cubicBezTo>
                  <a:pt x="90249" y="279400"/>
                  <a:pt x="101600" y="290751"/>
                  <a:pt x="101600" y="304800"/>
                </a:cubicBezTo>
                <a:lnTo>
                  <a:pt x="101600" y="355600"/>
                </a:lnTo>
                <a:cubicBezTo>
                  <a:pt x="101600" y="369649"/>
                  <a:pt x="90249" y="381000"/>
                  <a:pt x="76200" y="381000"/>
                </a:cubicBezTo>
                <a:lnTo>
                  <a:pt x="25400" y="381000"/>
                </a:lnTo>
                <a:cubicBezTo>
                  <a:pt x="11351" y="381000"/>
                  <a:pt x="0" y="369649"/>
                  <a:pt x="0" y="355600"/>
                </a:cubicBezTo>
                <a:lnTo>
                  <a:pt x="0" y="304800"/>
                </a:lnTo>
                <a:cubicBezTo>
                  <a:pt x="0" y="290751"/>
                  <a:pt x="11351" y="279400"/>
                  <a:pt x="25400" y="279400"/>
                </a:cubicBezTo>
                <a:lnTo>
                  <a:pt x="31750" y="279400"/>
                </a:lnTo>
                <a:lnTo>
                  <a:pt x="31750" y="234950"/>
                </a:lnTo>
                <a:cubicBezTo>
                  <a:pt x="31750" y="203359"/>
                  <a:pt x="57309" y="177800"/>
                  <a:pt x="88900" y="177800"/>
                </a:cubicBezTo>
                <a:lnTo>
                  <a:pt x="184150" y="177800"/>
                </a:lnTo>
                <a:lnTo>
                  <a:pt x="184150" y="127000"/>
                </a:lnTo>
                <a:lnTo>
                  <a:pt x="177800" y="127000"/>
                </a:lnTo>
                <a:cubicBezTo>
                  <a:pt x="163751" y="127000"/>
                  <a:pt x="152400" y="115649"/>
                  <a:pt x="152400" y="101600"/>
                </a:cubicBezTo>
                <a:lnTo>
                  <a:pt x="152400" y="50800"/>
                </a:lnTo>
                <a:close/>
              </a:path>
            </a:pathLst>
          </a:custGeom>
          <a:solidFill>
            <a:srgbClr val="6B21A8"/>
          </a:solidFill>
          <a:ln/>
        </p:spPr>
        <p:txBody>
          <a:bodyPr/>
          <a:lstStyle/>
          <a:p>
            <a:endParaRPr lang="en-US"/>
          </a:p>
        </p:txBody>
      </p:sp>
      <p:sp>
        <p:nvSpPr>
          <p:cNvPr id="23" name="Text 20"/>
          <p:cNvSpPr/>
          <p:nvPr/>
        </p:nvSpPr>
        <p:spPr>
          <a:xfrm>
            <a:off x="1498600" y="3263900"/>
            <a:ext cx="2540000" cy="355600"/>
          </a:xfrm>
          <a:prstGeom prst="rect">
            <a:avLst/>
          </a:prstGeom>
          <a:noFill/>
          <a:ln/>
        </p:spPr>
        <p:txBody>
          <a:bodyPr wrap="none" lIns="0" tIns="0" rIns="0" bIns="0" rtlCol="0" anchor="ctr"/>
          <a:lstStyle/>
          <a:p>
            <a:pPr>
              <a:lnSpc>
                <a:spcPct val="100000"/>
              </a:lnSpc>
            </a:pPr>
            <a:r>
              <a:rPr lang="en-US" sz="1700" b="1" dirty="0">
                <a:solidFill>
                  <a:srgbClr val="6B21A8"/>
                </a:solidFill>
                <a:latin typeface="Liter" pitchFamily="34" charset="0"/>
                <a:ea typeface="Liter" pitchFamily="34" charset="-122"/>
                <a:cs typeface="Liter" pitchFamily="34" charset="-120"/>
              </a:rPr>
              <a:t>DOM</a:t>
            </a:r>
            <a:endParaRPr lang="en-US" sz="1600" dirty="0"/>
          </a:p>
        </p:txBody>
      </p:sp>
      <p:sp>
        <p:nvSpPr>
          <p:cNvPr id="24" name="Text 21"/>
          <p:cNvSpPr/>
          <p:nvPr/>
        </p:nvSpPr>
        <p:spPr>
          <a:xfrm>
            <a:off x="990600" y="3746500"/>
            <a:ext cx="3048000" cy="635000"/>
          </a:xfrm>
          <a:prstGeom prst="rect">
            <a:avLst/>
          </a:prstGeom>
          <a:noFill/>
          <a:ln/>
        </p:spPr>
        <p:txBody>
          <a:bodyPr wrap="square" lIns="0" tIns="0" rIns="0" bIns="0" rtlCol="0" anchor="t"/>
          <a:lstStyle/>
          <a:p>
            <a:pPr>
              <a:lnSpc>
                <a:spcPct val="140000"/>
              </a:lnSpc>
            </a:pPr>
            <a:r>
              <a:rPr lang="en-US" sz="1400" dirty="0">
                <a:solidFill>
                  <a:srgbClr val="6B7280"/>
                </a:solidFill>
                <a:latin typeface="Quattrocento Sans" pitchFamily="34" charset="0"/>
                <a:ea typeface="Quattrocento Sans" pitchFamily="34" charset="-122"/>
                <a:cs typeface="Quattrocento Sans" pitchFamily="34" charset="-120"/>
              </a:rPr>
              <a:t>Document Object Model for dynamic page manipulation</a:t>
            </a:r>
            <a:endParaRPr lang="en-US" sz="1600" dirty="0"/>
          </a:p>
        </p:txBody>
      </p:sp>
      <p:sp>
        <p:nvSpPr>
          <p:cNvPr id="25" name="Shape 22"/>
          <p:cNvSpPr/>
          <p:nvPr/>
        </p:nvSpPr>
        <p:spPr>
          <a:xfrm>
            <a:off x="4445000" y="3111500"/>
            <a:ext cx="3429000" cy="1460500"/>
          </a:xfrm>
          <a:prstGeom prst="roundRect">
            <a:avLst>
              <a:gd name="adj" fmla="val 10000"/>
            </a:avLst>
          </a:prstGeom>
          <a:solidFill>
            <a:srgbClr val="FFFFFF">
              <a:alpha val="90196"/>
            </a:srgbClr>
          </a:solidFill>
          <a:ln w="12700">
            <a:solidFill>
              <a:srgbClr val="D8B4FE"/>
            </a:solidFill>
            <a:prstDash val="solid"/>
          </a:ln>
          <a:effectLst>
            <a:outerShdw blurRad="101600" dist="38100" dir="5400000" algn="bl" rotWithShape="0">
              <a:srgbClr val="6B21A8">
                <a:alpha val="6275"/>
              </a:srgbClr>
            </a:outerShdw>
          </a:effectLst>
        </p:spPr>
        <p:txBody>
          <a:bodyPr/>
          <a:lstStyle/>
          <a:p>
            <a:endParaRPr lang="en-US"/>
          </a:p>
        </p:txBody>
      </p:sp>
      <p:sp>
        <p:nvSpPr>
          <p:cNvPr id="26" name="Shape 23"/>
          <p:cNvSpPr/>
          <p:nvPr/>
        </p:nvSpPr>
        <p:spPr>
          <a:xfrm>
            <a:off x="4699000" y="3263900"/>
            <a:ext cx="355600" cy="406400"/>
          </a:xfrm>
          <a:custGeom>
            <a:avLst/>
            <a:gdLst/>
            <a:ahLst/>
            <a:cxnLst/>
            <a:rect l="l" t="t" r="r" b="b"/>
            <a:pathLst>
              <a:path w="355600" h="406400">
                <a:moveTo>
                  <a:pt x="61357" y="1984"/>
                </a:moveTo>
                <a:cubicBezTo>
                  <a:pt x="67786" y="-1270"/>
                  <a:pt x="75565" y="-556"/>
                  <a:pt x="81280" y="3810"/>
                </a:cubicBezTo>
                <a:lnTo>
                  <a:pt x="335280" y="194231"/>
                </a:lnTo>
                <a:cubicBezTo>
                  <a:pt x="341868" y="199152"/>
                  <a:pt x="344488" y="207724"/>
                  <a:pt x="341947" y="215503"/>
                </a:cubicBezTo>
                <a:cubicBezTo>
                  <a:pt x="339407" y="223282"/>
                  <a:pt x="332105" y="228521"/>
                  <a:pt x="323850" y="228521"/>
                </a:cubicBezTo>
                <a:lnTo>
                  <a:pt x="202962" y="228521"/>
                </a:lnTo>
                <a:lnTo>
                  <a:pt x="273526" y="369570"/>
                </a:lnTo>
                <a:cubicBezTo>
                  <a:pt x="279797" y="382111"/>
                  <a:pt x="274717" y="397351"/>
                  <a:pt x="262176" y="403622"/>
                </a:cubicBezTo>
                <a:cubicBezTo>
                  <a:pt x="249634" y="409892"/>
                  <a:pt x="234394" y="404812"/>
                  <a:pt x="228124" y="392271"/>
                </a:cubicBezTo>
                <a:lnTo>
                  <a:pt x="157559" y="251222"/>
                </a:lnTo>
                <a:lnTo>
                  <a:pt x="85090" y="347901"/>
                </a:lnTo>
                <a:cubicBezTo>
                  <a:pt x="80169" y="354489"/>
                  <a:pt x="71596" y="357108"/>
                  <a:pt x="63817" y="354568"/>
                </a:cubicBezTo>
                <a:cubicBezTo>
                  <a:pt x="56039" y="352028"/>
                  <a:pt x="50800" y="344726"/>
                  <a:pt x="50800" y="336550"/>
                </a:cubicBezTo>
                <a:lnTo>
                  <a:pt x="50800" y="19050"/>
                </a:lnTo>
                <a:cubicBezTo>
                  <a:pt x="50800" y="11827"/>
                  <a:pt x="54848" y="5239"/>
                  <a:pt x="61357" y="1984"/>
                </a:cubicBezTo>
                <a:close/>
              </a:path>
            </a:pathLst>
          </a:custGeom>
          <a:solidFill>
            <a:srgbClr val="6B21A8"/>
          </a:solidFill>
          <a:ln/>
        </p:spPr>
        <p:txBody>
          <a:bodyPr/>
          <a:lstStyle/>
          <a:p>
            <a:endParaRPr lang="en-US"/>
          </a:p>
        </p:txBody>
      </p:sp>
      <p:sp>
        <p:nvSpPr>
          <p:cNvPr id="27" name="Text 24"/>
          <p:cNvSpPr/>
          <p:nvPr/>
        </p:nvSpPr>
        <p:spPr>
          <a:xfrm>
            <a:off x="5181600" y="3263900"/>
            <a:ext cx="2540000" cy="355600"/>
          </a:xfrm>
          <a:prstGeom prst="rect">
            <a:avLst/>
          </a:prstGeom>
          <a:noFill/>
          <a:ln/>
        </p:spPr>
        <p:txBody>
          <a:bodyPr wrap="none" lIns="0" tIns="0" rIns="0" bIns="0" rtlCol="0" anchor="ctr"/>
          <a:lstStyle/>
          <a:p>
            <a:pPr>
              <a:lnSpc>
                <a:spcPct val="100000"/>
              </a:lnSpc>
            </a:pPr>
            <a:r>
              <a:rPr lang="en-US" sz="1700" b="1" dirty="0">
                <a:solidFill>
                  <a:srgbClr val="6B21A8"/>
                </a:solidFill>
                <a:latin typeface="Liter" pitchFamily="34" charset="0"/>
                <a:ea typeface="Liter" pitchFamily="34" charset="-122"/>
                <a:cs typeface="Liter" pitchFamily="34" charset="-120"/>
              </a:rPr>
              <a:t>Events</a:t>
            </a:r>
            <a:endParaRPr lang="en-US" sz="1600" dirty="0"/>
          </a:p>
        </p:txBody>
      </p:sp>
      <p:sp>
        <p:nvSpPr>
          <p:cNvPr id="28" name="Text 25"/>
          <p:cNvSpPr/>
          <p:nvPr/>
        </p:nvSpPr>
        <p:spPr>
          <a:xfrm>
            <a:off x="4673600" y="3746500"/>
            <a:ext cx="3048000" cy="635000"/>
          </a:xfrm>
          <a:prstGeom prst="rect">
            <a:avLst/>
          </a:prstGeom>
          <a:noFill/>
          <a:ln/>
        </p:spPr>
        <p:txBody>
          <a:bodyPr wrap="square" lIns="0" tIns="0" rIns="0" bIns="0" rtlCol="0" anchor="t"/>
          <a:lstStyle/>
          <a:p>
            <a:pPr>
              <a:lnSpc>
                <a:spcPct val="140000"/>
              </a:lnSpc>
            </a:pPr>
            <a:r>
              <a:rPr lang="en-US" sz="1400" dirty="0">
                <a:solidFill>
                  <a:srgbClr val="6B7280"/>
                </a:solidFill>
                <a:latin typeface="Quattrocento Sans" pitchFamily="34" charset="0"/>
                <a:ea typeface="Quattrocento Sans" pitchFamily="34" charset="-122"/>
                <a:cs typeface="Quattrocento Sans" pitchFamily="34" charset="-120"/>
              </a:rPr>
              <a:t>click, submit, hover for user interactions</a:t>
            </a:r>
            <a:endParaRPr lang="en-US" sz="1600" dirty="0"/>
          </a:p>
        </p:txBody>
      </p:sp>
      <p:sp>
        <p:nvSpPr>
          <p:cNvPr id="29" name="Shape 26"/>
          <p:cNvSpPr/>
          <p:nvPr/>
        </p:nvSpPr>
        <p:spPr>
          <a:xfrm>
            <a:off x="8128000" y="3111500"/>
            <a:ext cx="3429000" cy="1460500"/>
          </a:xfrm>
          <a:prstGeom prst="roundRect">
            <a:avLst>
              <a:gd name="adj" fmla="val 10000"/>
            </a:avLst>
          </a:prstGeom>
          <a:solidFill>
            <a:srgbClr val="FFFFFF">
              <a:alpha val="90196"/>
            </a:srgbClr>
          </a:solidFill>
          <a:ln w="12700">
            <a:solidFill>
              <a:srgbClr val="D8B4FE"/>
            </a:solidFill>
            <a:prstDash val="solid"/>
          </a:ln>
          <a:effectLst>
            <a:outerShdw blurRad="101600" dist="38100" dir="5400000" algn="bl" rotWithShape="0">
              <a:srgbClr val="6B21A8">
                <a:alpha val="6275"/>
              </a:srgbClr>
            </a:outerShdw>
          </a:effectLst>
        </p:spPr>
        <p:txBody>
          <a:bodyPr/>
          <a:lstStyle/>
          <a:p>
            <a:endParaRPr lang="en-US"/>
          </a:p>
        </p:txBody>
      </p:sp>
      <p:sp>
        <p:nvSpPr>
          <p:cNvPr id="30" name="Shape 27"/>
          <p:cNvSpPr/>
          <p:nvPr/>
        </p:nvSpPr>
        <p:spPr>
          <a:xfrm>
            <a:off x="8356600" y="3263900"/>
            <a:ext cx="406400" cy="406400"/>
          </a:xfrm>
          <a:custGeom>
            <a:avLst/>
            <a:gdLst/>
            <a:ahLst/>
            <a:cxnLst/>
            <a:rect l="l" t="t" r="r" b="b"/>
            <a:pathLst>
              <a:path w="406400" h="406400">
                <a:moveTo>
                  <a:pt x="203200" y="406400"/>
                </a:moveTo>
                <a:cubicBezTo>
                  <a:pt x="315349" y="406400"/>
                  <a:pt x="406400" y="315349"/>
                  <a:pt x="406400" y="203200"/>
                </a:cubicBezTo>
                <a:cubicBezTo>
                  <a:pt x="406400" y="91051"/>
                  <a:pt x="315349" y="0"/>
                  <a:pt x="203200" y="0"/>
                </a:cubicBezTo>
                <a:cubicBezTo>
                  <a:pt x="91051" y="0"/>
                  <a:pt x="0" y="91051"/>
                  <a:pt x="0" y="203200"/>
                </a:cubicBezTo>
                <a:cubicBezTo>
                  <a:pt x="0" y="315349"/>
                  <a:pt x="91051" y="406400"/>
                  <a:pt x="203200" y="406400"/>
                </a:cubicBezTo>
                <a:close/>
                <a:moveTo>
                  <a:pt x="270193" y="168831"/>
                </a:moveTo>
                <a:lnTo>
                  <a:pt x="206692" y="270431"/>
                </a:lnTo>
                <a:cubicBezTo>
                  <a:pt x="203359" y="275749"/>
                  <a:pt x="197644" y="279083"/>
                  <a:pt x="191373" y="279400"/>
                </a:cubicBezTo>
                <a:cubicBezTo>
                  <a:pt x="185102" y="279718"/>
                  <a:pt x="179070" y="276860"/>
                  <a:pt x="175339" y="271780"/>
                </a:cubicBezTo>
                <a:lnTo>
                  <a:pt x="137239" y="220980"/>
                </a:lnTo>
                <a:cubicBezTo>
                  <a:pt x="130889" y="212566"/>
                  <a:pt x="132636" y="200660"/>
                  <a:pt x="141049" y="194310"/>
                </a:cubicBezTo>
                <a:cubicBezTo>
                  <a:pt x="149463" y="187960"/>
                  <a:pt x="161369" y="189706"/>
                  <a:pt x="167719" y="198120"/>
                </a:cubicBezTo>
                <a:lnTo>
                  <a:pt x="189151" y="226695"/>
                </a:lnTo>
                <a:lnTo>
                  <a:pt x="237887" y="148669"/>
                </a:lnTo>
                <a:cubicBezTo>
                  <a:pt x="243443" y="139779"/>
                  <a:pt x="255191" y="137001"/>
                  <a:pt x="264160" y="142637"/>
                </a:cubicBezTo>
                <a:cubicBezTo>
                  <a:pt x="273129" y="148273"/>
                  <a:pt x="275828" y="159941"/>
                  <a:pt x="270193" y="168910"/>
                </a:cubicBezTo>
                <a:close/>
              </a:path>
            </a:pathLst>
          </a:custGeom>
          <a:solidFill>
            <a:srgbClr val="6B21A8"/>
          </a:solidFill>
          <a:ln/>
        </p:spPr>
        <p:txBody>
          <a:bodyPr/>
          <a:lstStyle/>
          <a:p>
            <a:endParaRPr lang="en-US"/>
          </a:p>
        </p:txBody>
      </p:sp>
      <p:sp>
        <p:nvSpPr>
          <p:cNvPr id="31" name="Text 28"/>
          <p:cNvSpPr/>
          <p:nvPr/>
        </p:nvSpPr>
        <p:spPr>
          <a:xfrm>
            <a:off x="8864600" y="3263900"/>
            <a:ext cx="2540000" cy="355600"/>
          </a:xfrm>
          <a:prstGeom prst="rect">
            <a:avLst/>
          </a:prstGeom>
          <a:noFill/>
          <a:ln/>
        </p:spPr>
        <p:txBody>
          <a:bodyPr wrap="none" lIns="0" tIns="0" rIns="0" bIns="0" rtlCol="0" anchor="ctr"/>
          <a:lstStyle/>
          <a:p>
            <a:pPr>
              <a:lnSpc>
                <a:spcPct val="100000"/>
              </a:lnSpc>
            </a:pPr>
            <a:r>
              <a:rPr lang="en-US" sz="1700" b="1" dirty="0">
                <a:solidFill>
                  <a:srgbClr val="6B21A8"/>
                </a:solidFill>
                <a:latin typeface="Liter" pitchFamily="34" charset="0"/>
                <a:ea typeface="Liter" pitchFamily="34" charset="-122"/>
                <a:cs typeface="Liter" pitchFamily="34" charset="-120"/>
              </a:rPr>
              <a:t>Form Validation</a:t>
            </a:r>
            <a:endParaRPr lang="en-US" sz="1600" dirty="0"/>
          </a:p>
        </p:txBody>
      </p:sp>
      <p:sp>
        <p:nvSpPr>
          <p:cNvPr id="32" name="Text 29"/>
          <p:cNvSpPr/>
          <p:nvPr/>
        </p:nvSpPr>
        <p:spPr>
          <a:xfrm>
            <a:off x="8356600" y="3746500"/>
            <a:ext cx="3048000" cy="635000"/>
          </a:xfrm>
          <a:prstGeom prst="rect">
            <a:avLst/>
          </a:prstGeom>
          <a:noFill/>
          <a:ln/>
        </p:spPr>
        <p:txBody>
          <a:bodyPr wrap="square" lIns="0" tIns="0" rIns="0" bIns="0" rtlCol="0" anchor="t"/>
          <a:lstStyle/>
          <a:p>
            <a:pPr>
              <a:lnSpc>
                <a:spcPct val="140000"/>
              </a:lnSpc>
            </a:pPr>
            <a:r>
              <a:rPr lang="en-US" sz="1400" dirty="0">
                <a:solidFill>
                  <a:srgbClr val="6B7280"/>
                </a:solidFill>
                <a:latin typeface="Quattrocento Sans" pitchFamily="34" charset="0"/>
                <a:ea typeface="Quattrocento Sans" pitchFamily="34" charset="-122"/>
                <a:cs typeface="Quattrocento Sans" pitchFamily="34" charset="-120"/>
              </a:rPr>
              <a:t>Validate user input before submission</a:t>
            </a:r>
            <a:endParaRPr lang="en-US" sz="1600" dirty="0"/>
          </a:p>
        </p:txBody>
      </p:sp>
      <p:sp>
        <p:nvSpPr>
          <p:cNvPr id="33" name="Shape 30"/>
          <p:cNvSpPr/>
          <p:nvPr/>
        </p:nvSpPr>
        <p:spPr>
          <a:xfrm>
            <a:off x="11811000" y="3111500"/>
            <a:ext cx="3683000" cy="1460500"/>
          </a:xfrm>
          <a:prstGeom prst="roundRect">
            <a:avLst>
              <a:gd name="adj" fmla="val 10000"/>
            </a:avLst>
          </a:prstGeom>
          <a:solidFill>
            <a:srgbClr val="FFFFFF">
              <a:alpha val="90196"/>
            </a:srgbClr>
          </a:solidFill>
          <a:ln w="12700">
            <a:solidFill>
              <a:srgbClr val="D8B4FE"/>
            </a:solidFill>
            <a:prstDash val="solid"/>
          </a:ln>
          <a:effectLst>
            <a:outerShdw blurRad="101600" dist="38100" dir="5400000" algn="bl" rotWithShape="0">
              <a:srgbClr val="6B21A8">
                <a:alpha val="6275"/>
              </a:srgbClr>
            </a:outerShdw>
          </a:effectLst>
        </p:spPr>
        <p:txBody>
          <a:bodyPr/>
          <a:lstStyle/>
          <a:p>
            <a:endParaRPr lang="en-US"/>
          </a:p>
        </p:txBody>
      </p:sp>
      <p:sp>
        <p:nvSpPr>
          <p:cNvPr id="34" name="Shape 31"/>
          <p:cNvSpPr/>
          <p:nvPr/>
        </p:nvSpPr>
        <p:spPr>
          <a:xfrm>
            <a:off x="12014200" y="3263900"/>
            <a:ext cx="457200" cy="406400"/>
          </a:xfrm>
          <a:custGeom>
            <a:avLst/>
            <a:gdLst/>
            <a:ahLst/>
            <a:cxnLst/>
            <a:rect l="l" t="t" r="r" b="b"/>
            <a:pathLst>
              <a:path w="457200" h="406400">
                <a:moveTo>
                  <a:pt x="245666" y="-15002"/>
                </a:moveTo>
                <a:cubicBezTo>
                  <a:pt x="242411" y="-21352"/>
                  <a:pt x="235823" y="-25400"/>
                  <a:pt x="228679" y="-25400"/>
                </a:cubicBezTo>
                <a:cubicBezTo>
                  <a:pt x="221536" y="-25400"/>
                  <a:pt x="214948" y="-21352"/>
                  <a:pt x="211693" y="-15002"/>
                </a:cubicBezTo>
                <a:lnTo>
                  <a:pt x="153273" y="99457"/>
                </a:lnTo>
                <a:lnTo>
                  <a:pt x="26353" y="119618"/>
                </a:lnTo>
                <a:cubicBezTo>
                  <a:pt x="19288" y="120729"/>
                  <a:pt x="13414" y="125730"/>
                  <a:pt x="11192" y="132556"/>
                </a:cubicBezTo>
                <a:cubicBezTo>
                  <a:pt x="8969" y="139383"/>
                  <a:pt x="10795" y="146844"/>
                  <a:pt x="15796" y="151924"/>
                </a:cubicBezTo>
                <a:lnTo>
                  <a:pt x="106601" y="242808"/>
                </a:lnTo>
                <a:lnTo>
                  <a:pt x="86598" y="369729"/>
                </a:lnTo>
                <a:cubicBezTo>
                  <a:pt x="85487" y="376793"/>
                  <a:pt x="88424" y="383937"/>
                  <a:pt x="94218" y="388144"/>
                </a:cubicBezTo>
                <a:cubicBezTo>
                  <a:pt x="100013" y="392351"/>
                  <a:pt x="107633" y="392986"/>
                  <a:pt x="114062" y="389731"/>
                </a:cubicBezTo>
                <a:lnTo>
                  <a:pt x="228679" y="331470"/>
                </a:lnTo>
                <a:lnTo>
                  <a:pt x="343218" y="389731"/>
                </a:lnTo>
                <a:cubicBezTo>
                  <a:pt x="349568" y="392986"/>
                  <a:pt x="357267" y="392351"/>
                  <a:pt x="363061" y="388144"/>
                </a:cubicBezTo>
                <a:cubicBezTo>
                  <a:pt x="368856" y="383937"/>
                  <a:pt x="371793" y="376873"/>
                  <a:pt x="370681" y="369729"/>
                </a:cubicBezTo>
                <a:lnTo>
                  <a:pt x="350599" y="242808"/>
                </a:lnTo>
                <a:lnTo>
                  <a:pt x="441404" y="151924"/>
                </a:lnTo>
                <a:cubicBezTo>
                  <a:pt x="446484" y="146844"/>
                  <a:pt x="448231" y="139383"/>
                  <a:pt x="446008" y="132556"/>
                </a:cubicBezTo>
                <a:cubicBezTo>
                  <a:pt x="443786" y="125730"/>
                  <a:pt x="437991" y="120729"/>
                  <a:pt x="430847" y="119618"/>
                </a:cubicBezTo>
                <a:lnTo>
                  <a:pt x="304006" y="99457"/>
                </a:lnTo>
                <a:lnTo>
                  <a:pt x="245666" y="-15002"/>
                </a:lnTo>
                <a:close/>
              </a:path>
            </a:pathLst>
          </a:custGeom>
          <a:solidFill>
            <a:srgbClr val="6B21A8"/>
          </a:solidFill>
          <a:ln/>
        </p:spPr>
        <p:txBody>
          <a:bodyPr/>
          <a:lstStyle/>
          <a:p>
            <a:endParaRPr lang="en-US"/>
          </a:p>
        </p:txBody>
      </p:sp>
      <p:sp>
        <p:nvSpPr>
          <p:cNvPr id="35" name="Text 32"/>
          <p:cNvSpPr/>
          <p:nvPr/>
        </p:nvSpPr>
        <p:spPr>
          <a:xfrm>
            <a:off x="12547600" y="3263900"/>
            <a:ext cx="2794000" cy="355600"/>
          </a:xfrm>
          <a:prstGeom prst="rect">
            <a:avLst/>
          </a:prstGeom>
          <a:noFill/>
          <a:ln/>
        </p:spPr>
        <p:txBody>
          <a:bodyPr wrap="none" lIns="0" tIns="0" rIns="0" bIns="0" rtlCol="0" anchor="ctr"/>
          <a:lstStyle/>
          <a:p>
            <a:pPr>
              <a:lnSpc>
                <a:spcPct val="100000"/>
              </a:lnSpc>
            </a:pPr>
            <a:r>
              <a:rPr lang="en-US" sz="1700" b="1" dirty="0">
                <a:solidFill>
                  <a:srgbClr val="6B21A8"/>
                </a:solidFill>
                <a:latin typeface="Liter" pitchFamily="34" charset="0"/>
                <a:ea typeface="Liter" pitchFamily="34" charset="-122"/>
                <a:cs typeface="Liter" pitchFamily="34" charset="-120"/>
              </a:rPr>
              <a:t>ES6 Features</a:t>
            </a:r>
            <a:endParaRPr lang="en-US" sz="1600" dirty="0"/>
          </a:p>
        </p:txBody>
      </p:sp>
      <p:sp>
        <p:nvSpPr>
          <p:cNvPr id="36" name="Text 33"/>
          <p:cNvSpPr/>
          <p:nvPr/>
        </p:nvSpPr>
        <p:spPr>
          <a:xfrm>
            <a:off x="12039600" y="3746500"/>
            <a:ext cx="3302000" cy="635000"/>
          </a:xfrm>
          <a:prstGeom prst="rect">
            <a:avLst/>
          </a:prstGeom>
          <a:noFill/>
          <a:ln/>
        </p:spPr>
        <p:txBody>
          <a:bodyPr wrap="square" lIns="0" tIns="0" rIns="0" bIns="0" rtlCol="0" anchor="t"/>
          <a:lstStyle/>
          <a:p>
            <a:pPr>
              <a:lnSpc>
                <a:spcPct val="140000"/>
              </a:lnSpc>
            </a:pPr>
            <a:r>
              <a:rPr lang="en-US" sz="1400" dirty="0">
                <a:solidFill>
                  <a:srgbClr val="6B7280"/>
                </a:solidFill>
                <a:latin typeface="Quattrocento Sans" pitchFamily="34" charset="0"/>
                <a:ea typeface="Quattrocento Sans" pitchFamily="34" charset="-122"/>
                <a:cs typeface="Quattrocento Sans" pitchFamily="34" charset="-120"/>
              </a:rPr>
              <a:t>Arrow functions, template literals, destructuring</a:t>
            </a:r>
            <a:endParaRPr lang="en-US" sz="1600" dirty="0"/>
          </a:p>
        </p:txBody>
      </p:sp>
      <p:sp>
        <p:nvSpPr>
          <p:cNvPr id="37" name="Text 34"/>
          <p:cNvSpPr/>
          <p:nvPr/>
        </p:nvSpPr>
        <p:spPr>
          <a:xfrm>
            <a:off x="762000" y="4953000"/>
            <a:ext cx="5080000" cy="444500"/>
          </a:xfrm>
          <a:prstGeom prst="rect">
            <a:avLst/>
          </a:prstGeom>
          <a:noFill/>
          <a:ln/>
        </p:spPr>
        <p:txBody>
          <a:bodyPr wrap="none" lIns="0" tIns="0" rIns="0" bIns="0" rtlCol="0" anchor="ctr"/>
          <a:lstStyle/>
          <a:p>
            <a:pPr>
              <a:lnSpc>
                <a:spcPct val="130000"/>
              </a:lnSpc>
            </a:pPr>
            <a:r>
              <a:rPr lang="en-US" sz="2200" b="1" dirty="0">
                <a:solidFill>
                  <a:srgbClr val="6B21A8"/>
                </a:solidFill>
                <a:latin typeface="Liter" pitchFamily="34" charset="0"/>
                <a:ea typeface="Liter" pitchFamily="34" charset="-122"/>
                <a:cs typeface="Liter" pitchFamily="34" charset="-120"/>
              </a:rPr>
              <a:t>DOM Interaction Flow</a:t>
            </a:r>
            <a:endParaRPr lang="en-US" sz="2200" dirty="0"/>
          </a:p>
        </p:txBody>
      </p:sp>
      <p:sp>
        <p:nvSpPr>
          <p:cNvPr id="38" name="Shape 35"/>
          <p:cNvSpPr/>
          <p:nvPr/>
        </p:nvSpPr>
        <p:spPr>
          <a:xfrm>
            <a:off x="762000" y="5524500"/>
            <a:ext cx="14732000" cy="2540000"/>
          </a:xfrm>
          <a:prstGeom prst="roundRect">
            <a:avLst>
              <a:gd name="adj" fmla="val 6000"/>
            </a:avLst>
          </a:prstGeom>
          <a:gradFill flip="none" rotWithShape="1">
            <a:gsLst>
              <a:gs pos="0">
                <a:srgbClr val="F3E8FF"/>
              </a:gs>
              <a:gs pos="100000">
                <a:srgbClr val="E9D5FF"/>
              </a:gs>
            </a:gsLst>
            <a:lin ang="0" scaled="1"/>
          </a:gradFill>
          <a:ln/>
        </p:spPr>
        <p:txBody>
          <a:bodyPr/>
          <a:lstStyle/>
          <a:p>
            <a:endParaRPr lang="en-US"/>
          </a:p>
        </p:txBody>
      </p:sp>
      <p:sp>
        <p:nvSpPr>
          <p:cNvPr id="39" name="Shape 36"/>
          <p:cNvSpPr/>
          <p:nvPr/>
        </p:nvSpPr>
        <p:spPr>
          <a:xfrm>
            <a:off x="1270000" y="5842000"/>
            <a:ext cx="2540000" cy="1905000"/>
          </a:xfrm>
          <a:prstGeom prst="roundRect">
            <a:avLst>
              <a:gd name="adj" fmla="val 8000"/>
            </a:avLst>
          </a:prstGeom>
          <a:solidFill>
            <a:srgbClr val="6B21A8"/>
          </a:solidFill>
          <a:ln/>
          <a:effectLst>
            <a:outerShdw blurRad="127000" dist="50800" dir="5400000" algn="bl" rotWithShape="0">
              <a:srgbClr val="6B21A8">
                <a:alpha val="18824"/>
              </a:srgbClr>
            </a:outerShdw>
          </a:effectLst>
        </p:spPr>
        <p:txBody>
          <a:bodyPr/>
          <a:lstStyle/>
          <a:p>
            <a:endParaRPr lang="en-US"/>
          </a:p>
        </p:txBody>
      </p:sp>
      <p:sp>
        <p:nvSpPr>
          <p:cNvPr id="40" name="Shape 37"/>
          <p:cNvSpPr/>
          <p:nvPr/>
        </p:nvSpPr>
        <p:spPr>
          <a:xfrm>
            <a:off x="2159000" y="6032500"/>
            <a:ext cx="635000" cy="635000"/>
          </a:xfrm>
          <a:custGeom>
            <a:avLst/>
            <a:gdLst/>
            <a:ahLst/>
            <a:cxnLst/>
            <a:rect l="l" t="t" r="r" b="b"/>
            <a:pathLst>
              <a:path w="635000" h="635000">
                <a:moveTo>
                  <a:pt x="436438" y="347266"/>
                </a:moveTo>
                <a:lnTo>
                  <a:pt x="199678" y="347266"/>
                </a:lnTo>
                <a:cubicBezTo>
                  <a:pt x="203274" y="427261"/>
                  <a:pt x="221010" y="500931"/>
                  <a:pt x="246187" y="554881"/>
                </a:cubicBezTo>
                <a:cubicBezTo>
                  <a:pt x="260325" y="585267"/>
                  <a:pt x="275580" y="606723"/>
                  <a:pt x="289719" y="619869"/>
                </a:cubicBezTo>
                <a:cubicBezTo>
                  <a:pt x="303609" y="632892"/>
                  <a:pt x="313159" y="635000"/>
                  <a:pt x="318120" y="635000"/>
                </a:cubicBezTo>
                <a:cubicBezTo>
                  <a:pt x="323081" y="635000"/>
                  <a:pt x="332631" y="632892"/>
                  <a:pt x="346521" y="619869"/>
                </a:cubicBezTo>
                <a:cubicBezTo>
                  <a:pt x="360660" y="606723"/>
                  <a:pt x="375915" y="585143"/>
                  <a:pt x="390054" y="554881"/>
                </a:cubicBezTo>
                <a:cubicBezTo>
                  <a:pt x="415230" y="500931"/>
                  <a:pt x="432966" y="427261"/>
                  <a:pt x="436563" y="347266"/>
                </a:cubicBezTo>
                <a:close/>
                <a:moveTo>
                  <a:pt x="199554" y="287734"/>
                </a:moveTo>
                <a:lnTo>
                  <a:pt x="436314" y="287734"/>
                </a:lnTo>
                <a:cubicBezTo>
                  <a:pt x="432842" y="207739"/>
                  <a:pt x="415106" y="134069"/>
                  <a:pt x="389930" y="80119"/>
                </a:cubicBezTo>
                <a:cubicBezTo>
                  <a:pt x="375791" y="49857"/>
                  <a:pt x="360536" y="28277"/>
                  <a:pt x="346397" y="15131"/>
                </a:cubicBezTo>
                <a:cubicBezTo>
                  <a:pt x="332507" y="2108"/>
                  <a:pt x="322957" y="0"/>
                  <a:pt x="317996" y="0"/>
                </a:cubicBezTo>
                <a:cubicBezTo>
                  <a:pt x="313035" y="0"/>
                  <a:pt x="303485" y="2108"/>
                  <a:pt x="289595" y="15131"/>
                </a:cubicBezTo>
                <a:cubicBezTo>
                  <a:pt x="275456" y="28277"/>
                  <a:pt x="260201" y="49857"/>
                  <a:pt x="246062" y="80119"/>
                </a:cubicBezTo>
                <a:cubicBezTo>
                  <a:pt x="220886" y="134069"/>
                  <a:pt x="203150" y="207739"/>
                  <a:pt x="199554" y="287734"/>
                </a:cubicBezTo>
                <a:close/>
                <a:moveTo>
                  <a:pt x="140022" y="287734"/>
                </a:moveTo>
                <a:cubicBezTo>
                  <a:pt x="144363" y="181570"/>
                  <a:pt x="171772" y="82972"/>
                  <a:pt x="211832" y="18231"/>
                </a:cubicBezTo>
                <a:cubicBezTo>
                  <a:pt x="97606" y="58663"/>
                  <a:pt x="13519" y="162719"/>
                  <a:pt x="1860" y="287734"/>
                </a:cubicBezTo>
                <a:lnTo>
                  <a:pt x="140022" y="287734"/>
                </a:lnTo>
                <a:close/>
                <a:moveTo>
                  <a:pt x="1860" y="347266"/>
                </a:moveTo>
                <a:cubicBezTo>
                  <a:pt x="13519" y="472281"/>
                  <a:pt x="97606" y="576337"/>
                  <a:pt x="211832" y="616769"/>
                </a:cubicBezTo>
                <a:cubicBezTo>
                  <a:pt x="171772" y="552028"/>
                  <a:pt x="144363" y="453430"/>
                  <a:pt x="140022" y="347266"/>
                </a:cubicBezTo>
                <a:lnTo>
                  <a:pt x="1860" y="347266"/>
                </a:lnTo>
                <a:close/>
                <a:moveTo>
                  <a:pt x="495970" y="347266"/>
                </a:moveTo>
                <a:cubicBezTo>
                  <a:pt x="491629" y="453430"/>
                  <a:pt x="464220" y="552028"/>
                  <a:pt x="424160" y="616769"/>
                </a:cubicBezTo>
                <a:cubicBezTo>
                  <a:pt x="538386" y="576213"/>
                  <a:pt x="622474" y="472281"/>
                  <a:pt x="634132" y="347266"/>
                </a:cubicBezTo>
                <a:lnTo>
                  <a:pt x="495970" y="347266"/>
                </a:lnTo>
                <a:close/>
                <a:moveTo>
                  <a:pt x="634132" y="287734"/>
                </a:moveTo>
                <a:cubicBezTo>
                  <a:pt x="622474" y="162719"/>
                  <a:pt x="538386" y="58663"/>
                  <a:pt x="424160" y="18231"/>
                </a:cubicBezTo>
                <a:cubicBezTo>
                  <a:pt x="464220" y="82972"/>
                  <a:pt x="491629" y="181570"/>
                  <a:pt x="495970" y="287734"/>
                </a:cubicBezTo>
                <a:lnTo>
                  <a:pt x="634132" y="287734"/>
                </a:lnTo>
                <a:close/>
              </a:path>
            </a:pathLst>
          </a:custGeom>
          <a:solidFill>
            <a:srgbClr val="FFFFFF"/>
          </a:solidFill>
          <a:ln/>
        </p:spPr>
        <p:txBody>
          <a:bodyPr/>
          <a:lstStyle/>
          <a:p>
            <a:endParaRPr lang="en-US"/>
          </a:p>
        </p:txBody>
      </p:sp>
      <p:sp>
        <p:nvSpPr>
          <p:cNvPr id="41" name="Text 38"/>
          <p:cNvSpPr/>
          <p:nvPr/>
        </p:nvSpPr>
        <p:spPr>
          <a:xfrm>
            <a:off x="1270000" y="6794500"/>
            <a:ext cx="2540000" cy="698500"/>
          </a:xfrm>
          <a:prstGeom prst="rect">
            <a:avLst/>
          </a:prstGeom>
          <a:noFill/>
          <a:ln/>
        </p:spPr>
        <p:txBody>
          <a:bodyPr wrap="square" lIns="0" tIns="0" rIns="0" bIns="0" rtlCol="0" anchor="t"/>
          <a:lstStyle/>
          <a:p>
            <a:pPr algn="ctr">
              <a:lnSpc>
                <a:spcPct val="140000"/>
              </a:lnSpc>
            </a:pPr>
            <a:r>
              <a:rPr lang="en-US" sz="1500" b="1" dirty="0">
                <a:solidFill>
                  <a:srgbClr val="FFFFFF"/>
                </a:solidFill>
                <a:latin typeface="Quattrocento Sans" pitchFamily="34" charset="0"/>
                <a:ea typeface="Quattrocento Sans" pitchFamily="34" charset="-122"/>
                <a:cs typeface="Quattrocento Sans" pitchFamily="34" charset="-120"/>
              </a:rPr>
              <a:t>Browser</a:t>
            </a:r>
            <a:endParaRPr lang="en-US" sz="1600" dirty="0"/>
          </a:p>
          <a:p>
            <a:pPr algn="ctr">
              <a:lnSpc>
                <a:spcPct val="140000"/>
              </a:lnSpc>
            </a:pPr>
            <a:r>
              <a:rPr lang="en-US" sz="1200" dirty="0">
                <a:solidFill>
                  <a:srgbClr val="FFFFFF"/>
                </a:solidFill>
                <a:latin typeface="Quattrocento Sans" pitchFamily="34" charset="0"/>
                <a:ea typeface="Quattrocento Sans" pitchFamily="34" charset="-122"/>
                <a:cs typeface="Quattrocento Sans" pitchFamily="34" charset="-120"/>
              </a:rPr>
              <a:t>Renders HTML page</a:t>
            </a:r>
            <a:endParaRPr lang="en-US" sz="1600" dirty="0"/>
          </a:p>
        </p:txBody>
      </p:sp>
      <p:sp>
        <p:nvSpPr>
          <p:cNvPr id="42" name="Shape 39"/>
          <p:cNvSpPr/>
          <p:nvPr/>
        </p:nvSpPr>
        <p:spPr>
          <a:xfrm>
            <a:off x="3937000" y="6731000"/>
            <a:ext cx="1016000" cy="0"/>
          </a:xfrm>
          <a:prstGeom prst="straightConnector1">
            <a:avLst/>
          </a:prstGeom>
          <a:noFill/>
          <a:ln w="25400">
            <a:solidFill>
              <a:srgbClr val="6B21A8"/>
            </a:solidFill>
            <a:prstDash val="solid"/>
            <a:headEnd type="none"/>
            <a:tailEnd type="arrow"/>
          </a:ln>
        </p:spPr>
        <p:txBody>
          <a:bodyPr/>
          <a:lstStyle/>
          <a:p>
            <a:endParaRPr lang="en-US"/>
          </a:p>
        </p:txBody>
      </p:sp>
      <p:sp>
        <p:nvSpPr>
          <p:cNvPr id="43" name="Shape 40"/>
          <p:cNvSpPr/>
          <p:nvPr/>
        </p:nvSpPr>
        <p:spPr>
          <a:xfrm>
            <a:off x="5080000" y="5842000"/>
            <a:ext cx="2540000" cy="1905000"/>
          </a:xfrm>
          <a:prstGeom prst="roundRect">
            <a:avLst>
              <a:gd name="adj" fmla="val 8000"/>
            </a:avLst>
          </a:prstGeom>
          <a:solidFill>
            <a:srgbClr val="A855F7"/>
          </a:solidFill>
          <a:ln/>
          <a:effectLst>
            <a:outerShdw blurRad="127000" dist="50800" dir="5400000" algn="bl" rotWithShape="0">
              <a:srgbClr val="A855F7">
                <a:alpha val="18824"/>
              </a:srgbClr>
            </a:outerShdw>
          </a:effectLst>
        </p:spPr>
        <p:txBody>
          <a:bodyPr/>
          <a:lstStyle/>
          <a:p>
            <a:endParaRPr lang="en-US"/>
          </a:p>
        </p:txBody>
      </p:sp>
      <p:sp>
        <p:nvSpPr>
          <p:cNvPr id="44" name="Shape 41"/>
          <p:cNvSpPr/>
          <p:nvPr/>
        </p:nvSpPr>
        <p:spPr>
          <a:xfrm>
            <a:off x="5969000" y="6032500"/>
            <a:ext cx="635000" cy="635000"/>
          </a:xfrm>
          <a:custGeom>
            <a:avLst/>
            <a:gdLst/>
            <a:ahLst/>
            <a:cxnLst/>
            <a:rect l="l" t="t" r="r" b="b"/>
            <a:pathLst>
              <a:path w="635000" h="635000">
                <a:moveTo>
                  <a:pt x="238125" y="79375"/>
                </a:moveTo>
                <a:cubicBezTo>
                  <a:pt x="238125" y="57423"/>
                  <a:pt x="255860" y="39688"/>
                  <a:pt x="277813" y="39688"/>
                </a:cubicBezTo>
                <a:lnTo>
                  <a:pt x="357188" y="39688"/>
                </a:lnTo>
                <a:cubicBezTo>
                  <a:pt x="379140" y="39688"/>
                  <a:pt x="396875" y="57423"/>
                  <a:pt x="396875" y="79375"/>
                </a:cubicBezTo>
                <a:lnTo>
                  <a:pt x="396875" y="158750"/>
                </a:lnTo>
                <a:cubicBezTo>
                  <a:pt x="396875" y="180702"/>
                  <a:pt x="379140" y="198438"/>
                  <a:pt x="357188" y="198438"/>
                </a:cubicBezTo>
                <a:lnTo>
                  <a:pt x="347266" y="198438"/>
                </a:lnTo>
                <a:lnTo>
                  <a:pt x="347266" y="277813"/>
                </a:lnTo>
                <a:lnTo>
                  <a:pt x="496094" y="277813"/>
                </a:lnTo>
                <a:cubicBezTo>
                  <a:pt x="545455" y="277813"/>
                  <a:pt x="585391" y="317748"/>
                  <a:pt x="585391" y="367109"/>
                </a:cubicBezTo>
                <a:lnTo>
                  <a:pt x="585391" y="436563"/>
                </a:lnTo>
                <a:lnTo>
                  <a:pt x="595313" y="436563"/>
                </a:lnTo>
                <a:cubicBezTo>
                  <a:pt x="617265" y="436563"/>
                  <a:pt x="635000" y="454298"/>
                  <a:pt x="635000" y="476250"/>
                </a:cubicBezTo>
                <a:lnTo>
                  <a:pt x="635000" y="555625"/>
                </a:lnTo>
                <a:cubicBezTo>
                  <a:pt x="635000" y="577577"/>
                  <a:pt x="617265" y="595313"/>
                  <a:pt x="595313" y="595313"/>
                </a:cubicBezTo>
                <a:lnTo>
                  <a:pt x="515937" y="595313"/>
                </a:lnTo>
                <a:cubicBezTo>
                  <a:pt x="493985" y="595313"/>
                  <a:pt x="476250" y="577577"/>
                  <a:pt x="476250" y="555625"/>
                </a:cubicBezTo>
                <a:lnTo>
                  <a:pt x="476250" y="476250"/>
                </a:lnTo>
                <a:cubicBezTo>
                  <a:pt x="476250" y="454298"/>
                  <a:pt x="493985" y="436563"/>
                  <a:pt x="515937" y="436563"/>
                </a:cubicBezTo>
                <a:lnTo>
                  <a:pt x="525859" y="436563"/>
                </a:lnTo>
                <a:lnTo>
                  <a:pt x="525859" y="367109"/>
                </a:lnTo>
                <a:cubicBezTo>
                  <a:pt x="525859" y="350614"/>
                  <a:pt x="512589" y="337344"/>
                  <a:pt x="496094" y="337344"/>
                </a:cubicBezTo>
                <a:lnTo>
                  <a:pt x="347266" y="337344"/>
                </a:lnTo>
                <a:lnTo>
                  <a:pt x="347266" y="436563"/>
                </a:lnTo>
                <a:lnTo>
                  <a:pt x="357188" y="436563"/>
                </a:lnTo>
                <a:cubicBezTo>
                  <a:pt x="379140" y="436563"/>
                  <a:pt x="396875" y="454298"/>
                  <a:pt x="396875" y="476250"/>
                </a:cubicBezTo>
                <a:lnTo>
                  <a:pt x="396875" y="555625"/>
                </a:lnTo>
                <a:cubicBezTo>
                  <a:pt x="396875" y="577577"/>
                  <a:pt x="379140" y="595313"/>
                  <a:pt x="357188" y="595313"/>
                </a:cubicBezTo>
                <a:lnTo>
                  <a:pt x="277813" y="595313"/>
                </a:lnTo>
                <a:cubicBezTo>
                  <a:pt x="255860" y="595313"/>
                  <a:pt x="238125" y="577577"/>
                  <a:pt x="238125" y="555625"/>
                </a:cubicBezTo>
                <a:lnTo>
                  <a:pt x="238125" y="476250"/>
                </a:lnTo>
                <a:cubicBezTo>
                  <a:pt x="238125" y="454298"/>
                  <a:pt x="255860" y="436563"/>
                  <a:pt x="277813" y="436563"/>
                </a:cubicBezTo>
                <a:lnTo>
                  <a:pt x="287734" y="436563"/>
                </a:lnTo>
                <a:lnTo>
                  <a:pt x="287734" y="337344"/>
                </a:lnTo>
                <a:lnTo>
                  <a:pt x="138906" y="337344"/>
                </a:lnTo>
                <a:cubicBezTo>
                  <a:pt x="122411" y="337344"/>
                  <a:pt x="109141" y="350614"/>
                  <a:pt x="109141" y="367109"/>
                </a:cubicBezTo>
                <a:lnTo>
                  <a:pt x="109141" y="436563"/>
                </a:lnTo>
                <a:lnTo>
                  <a:pt x="119062" y="436563"/>
                </a:lnTo>
                <a:cubicBezTo>
                  <a:pt x="141015" y="436563"/>
                  <a:pt x="158750" y="454298"/>
                  <a:pt x="158750" y="476250"/>
                </a:cubicBezTo>
                <a:lnTo>
                  <a:pt x="158750" y="555625"/>
                </a:lnTo>
                <a:cubicBezTo>
                  <a:pt x="158750" y="577577"/>
                  <a:pt x="141015" y="595313"/>
                  <a:pt x="119062" y="595313"/>
                </a:cubicBezTo>
                <a:lnTo>
                  <a:pt x="39688" y="595313"/>
                </a:lnTo>
                <a:cubicBezTo>
                  <a:pt x="17735" y="595313"/>
                  <a:pt x="0" y="577577"/>
                  <a:pt x="0" y="555625"/>
                </a:cubicBezTo>
                <a:lnTo>
                  <a:pt x="0" y="476250"/>
                </a:lnTo>
                <a:cubicBezTo>
                  <a:pt x="0" y="454298"/>
                  <a:pt x="17735" y="436563"/>
                  <a:pt x="39688" y="436563"/>
                </a:cubicBezTo>
                <a:lnTo>
                  <a:pt x="49609" y="436563"/>
                </a:lnTo>
                <a:lnTo>
                  <a:pt x="49609" y="367109"/>
                </a:lnTo>
                <a:cubicBezTo>
                  <a:pt x="49609" y="317748"/>
                  <a:pt x="89545" y="277813"/>
                  <a:pt x="138906" y="277813"/>
                </a:cubicBezTo>
                <a:lnTo>
                  <a:pt x="287734" y="277813"/>
                </a:lnTo>
                <a:lnTo>
                  <a:pt x="287734" y="198438"/>
                </a:lnTo>
                <a:lnTo>
                  <a:pt x="277813" y="198438"/>
                </a:lnTo>
                <a:cubicBezTo>
                  <a:pt x="255860" y="198438"/>
                  <a:pt x="238125" y="180702"/>
                  <a:pt x="238125" y="158750"/>
                </a:cubicBezTo>
                <a:lnTo>
                  <a:pt x="238125" y="79375"/>
                </a:lnTo>
                <a:close/>
              </a:path>
            </a:pathLst>
          </a:custGeom>
          <a:solidFill>
            <a:srgbClr val="FFFFFF"/>
          </a:solidFill>
          <a:ln/>
        </p:spPr>
        <p:txBody>
          <a:bodyPr/>
          <a:lstStyle/>
          <a:p>
            <a:endParaRPr lang="en-US"/>
          </a:p>
        </p:txBody>
      </p:sp>
      <p:sp>
        <p:nvSpPr>
          <p:cNvPr id="45" name="Text 42"/>
          <p:cNvSpPr/>
          <p:nvPr/>
        </p:nvSpPr>
        <p:spPr>
          <a:xfrm>
            <a:off x="5080000" y="6794500"/>
            <a:ext cx="2540000" cy="698500"/>
          </a:xfrm>
          <a:prstGeom prst="rect">
            <a:avLst/>
          </a:prstGeom>
          <a:noFill/>
          <a:ln/>
        </p:spPr>
        <p:txBody>
          <a:bodyPr wrap="square" lIns="0" tIns="0" rIns="0" bIns="0" rtlCol="0" anchor="t"/>
          <a:lstStyle/>
          <a:p>
            <a:pPr algn="ctr">
              <a:lnSpc>
                <a:spcPct val="140000"/>
              </a:lnSpc>
            </a:pPr>
            <a:r>
              <a:rPr lang="en-US" sz="1500" b="1" dirty="0">
                <a:solidFill>
                  <a:srgbClr val="FFFFFF"/>
                </a:solidFill>
                <a:latin typeface="Quattrocento Sans" pitchFamily="34" charset="0"/>
                <a:ea typeface="Quattrocento Sans" pitchFamily="34" charset="-122"/>
                <a:cs typeface="Quattrocento Sans" pitchFamily="34" charset="-120"/>
              </a:rPr>
              <a:t>DOM Tree</a:t>
            </a:r>
            <a:endParaRPr lang="en-US" sz="1600" dirty="0"/>
          </a:p>
          <a:p>
            <a:pPr algn="ctr">
              <a:lnSpc>
                <a:spcPct val="140000"/>
              </a:lnSpc>
            </a:pPr>
            <a:r>
              <a:rPr lang="en-US" sz="1200" dirty="0">
                <a:solidFill>
                  <a:srgbClr val="FFFFFF"/>
                </a:solidFill>
                <a:latin typeface="Quattrocento Sans" pitchFamily="34" charset="0"/>
                <a:ea typeface="Quattrocento Sans" pitchFamily="34" charset="-122"/>
                <a:cs typeface="Quattrocento Sans" pitchFamily="34" charset="-120"/>
              </a:rPr>
              <a:t>Parsed structure</a:t>
            </a:r>
            <a:endParaRPr lang="en-US" sz="1600" dirty="0"/>
          </a:p>
        </p:txBody>
      </p:sp>
      <p:sp>
        <p:nvSpPr>
          <p:cNvPr id="46" name="Shape 43"/>
          <p:cNvSpPr/>
          <p:nvPr/>
        </p:nvSpPr>
        <p:spPr>
          <a:xfrm>
            <a:off x="7747000" y="6731000"/>
            <a:ext cx="1016000" cy="0"/>
          </a:xfrm>
          <a:prstGeom prst="straightConnector1">
            <a:avLst/>
          </a:prstGeom>
          <a:noFill/>
          <a:ln w="25400">
            <a:solidFill>
              <a:srgbClr val="A855F7"/>
            </a:solidFill>
            <a:prstDash val="solid"/>
            <a:headEnd type="none"/>
            <a:tailEnd type="arrow"/>
          </a:ln>
        </p:spPr>
        <p:txBody>
          <a:bodyPr/>
          <a:lstStyle/>
          <a:p>
            <a:endParaRPr lang="en-US"/>
          </a:p>
        </p:txBody>
      </p:sp>
      <p:sp>
        <p:nvSpPr>
          <p:cNvPr id="47" name="Shape 44"/>
          <p:cNvSpPr/>
          <p:nvPr/>
        </p:nvSpPr>
        <p:spPr>
          <a:xfrm>
            <a:off x="8890000" y="5842000"/>
            <a:ext cx="2540000" cy="1905000"/>
          </a:xfrm>
          <a:prstGeom prst="roundRect">
            <a:avLst>
              <a:gd name="adj" fmla="val 8000"/>
            </a:avLst>
          </a:prstGeom>
          <a:solidFill>
            <a:srgbClr val="7C3AED"/>
          </a:solidFill>
          <a:ln/>
          <a:effectLst>
            <a:outerShdw blurRad="127000" dist="50800" dir="5400000" algn="bl" rotWithShape="0">
              <a:srgbClr val="7C3AED">
                <a:alpha val="18824"/>
              </a:srgbClr>
            </a:outerShdw>
          </a:effectLst>
        </p:spPr>
        <p:txBody>
          <a:bodyPr/>
          <a:lstStyle/>
          <a:p>
            <a:endParaRPr lang="en-US"/>
          </a:p>
        </p:txBody>
      </p:sp>
      <p:sp>
        <p:nvSpPr>
          <p:cNvPr id="48" name="Shape 45"/>
          <p:cNvSpPr/>
          <p:nvPr/>
        </p:nvSpPr>
        <p:spPr>
          <a:xfrm>
            <a:off x="9818688" y="6032500"/>
            <a:ext cx="555625" cy="635000"/>
          </a:xfrm>
          <a:custGeom>
            <a:avLst/>
            <a:gdLst/>
            <a:ahLst/>
            <a:cxnLst/>
            <a:rect l="l" t="t" r="r" b="b"/>
            <a:pathLst>
              <a:path w="555625" h="635000">
                <a:moveTo>
                  <a:pt x="0" y="39688"/>
                </a:moveTo>
                <a:lnTo>
                  <a:pt x="0" y="595313"/>
                </a:lnTo>
                <a:lnTo>
                  <a:pt x="555625" y="595313"/>
                </a:lnTo>
                <a:lnTo>
                  <a:pt x="555625" y="39688"/>
                </a:lnTo>
                <a:lnTo>
                  <a:pt x="0" y="39688"/>
                </a:lnTo>
                <a:close/>
                <a:moveTo>
                  <a:pt x="302369" y="473025"/>
                </a:moveTo>
                <a:cubicBezTo>
                  <a:pt x="302369" y="527100"/>
                  <a:pt x="270619" y="551780"/>
                  <a:pt x="224358" y="551780"/>
                </a:cubicBezTo>
                <a:cubicBezTo>
                  <a:pt x="182563" y="551780"/>
                  <a:pt x="158378" y="530200"/>
                  <a:pt x="145976" y="504031"/>
                </a:cubicBezTo>
                <a:lnTo>
                  <a:pt x="188516" y="478358"/>
                </a:lnTo>
                <a:cubicBezTo>
                  <a:pt x="196701" y="492869"/>
                  <a:pt x="204143" y="505147"/>
                  <a:pt x="222126" y="505147"/>
                </a:cubicBezTo>
                <a:cubicBezTo>
                  <a:pt x="239241" y="505147"/>
                  <a:pt x="250155" y="498450"/>
                  <a:pt x="250155" y="472281"/>
                </a:cubicBezTo>
                <a:lnTo>
                  <a:pt x="250155" y="294804"/>
                </a:lnTo>
                <a:lnTo>
                  <a:pt x="302369" y="294804"/>
                </a:lnTo>
                <a:lnTo>
                  <a:pt x="302369" y="473025"/>
                </a:lnTo>
                <a:close/>
                <a:moveTo>
                  <a:pt x="425896" y="551780"/>
                </a:moveTo>
                <a:cubicBezTo>
                  <a:pt x="377403" y="551780"/>
                  <a:pt x="346025" y="528712"/>
                  <a:pt x="330771" y="498450"/>
                </a:cubicBezTo>
                <a:lnTo>
                  <a:pt x="373311" y="473894"/>
                </a:lnTo>
                <a:cubicBezTo>
                  <a:pt x="384473" y="492125"/>
                  <a:pt x="399107" y="505644"/>
                  <a:pt x="424780" y="505644"/>
                </a:cubicBezTo>
                <a:cubicBezTo>
                  <a:pt x="446360" y="505644"/>
                  <a:pt x="460251" y="494854"/>
                  <a:pt x="460251" y="479847"/>
                </a:cubicBezTo>
                <a:cubicBezTo>
                  <a:pt x="460251" y="461987"/>
                  <a:pt x="446112" y="455662"/>
                  <a:pt x="422176" y="445120"/>
                </a:cubicBezTo>
                <a:lnTo>
                  <a:pt x="409153" y="439539"/>
                </a:lnTo>
                <a:cubicBezTo>
                  <a:pt x="371450" y="423540"/>
                  <a:pt x="346521" y="403324"/>
                  <a:pt x="346521" y="360784"/>
                </a:cubicBezTo>
                <a:cubicBezTo>
                  <a:pt x="346521" y="321593"/>
                  <a:pt x="376411" y="291827"/>
                  <a:pt x="422920" y="291827"/>
                </a:cubicBezTo>
                <a:cubicBezTo>
                  <a:pt x="456158" y="291827"/>
                  <a:pt x="479971" y="303361"/>
                  <a:pt x="497086" y="333623"/>
                </a:cubicBezTo>
                <a:lnTo>
                  <a:pt x="456406" y="359668"/>
                </a:lnTo>
                <a:cubicBezTo>
                  <a:pt x="447477" y="343669"/>
                  <a:pt x="437803" y="337344"/>
                  <a:pt x="422796" y="337344"/>
                </a:cubicBezTo>
                <a:cubicBezTo>
                  <a:pt x="407541" y="337344"/>
                  <a:pt x="397867" y="347018"/>
                  <a:pt x="397867" y="359668"/>
                </a:cubicBezTo>
                <a:cubicBezTo>
                  <a:pt x="397867" y="375295"/>
                  <a:pt x="407541" y="381620"/>
                  <a:pt x="429989" y="391418"/>
                </a:cubicBezTo>
                <a:lnTo>
                  <a:pt x="443012" y="396999"/>
                </a:lnTo>
                <a:cubicBezTo>
                  <a:pt x="487412" y="415975"/>
                  <a:pt x="512341" y="435446"/>
                  <a:pt x="512341" y="479103"/>
                </a:cubicBezTo>
                <a:cubicBezTo>
                  <a:pt x="512341" y="525983"/>
                  <a:pt x="475382" y="551780"/>
                  <a:pt x="425896" y="551780"/>
                </a:cubicBezTo>
                <a:close/>
              </a:path>
            </a:pathLst>
          </a:custGeom>
          <a:solidFill>
            <a:srgbClr val="FFFFFF"/>
          </a:solidFill>
          <a:ln/>
        </p:spPr>
        <p:txBody>
          <a:bodyPr/>
          <a:lstStyle/>
          <a:p>
            <a:endParaRPr lang="en-US"/>
          </a:p>
        </p:txBody>
      </p:sp>
      <p:sp>
        <p:nvSpPr>
          <p:cNvPr id="49" name="Text 46"/>
          <p:cNvSpPr/>
          <p:nvPr/>
        </p:nvSpPr>
        <p:spPr>
          <a:xfrm>
            <a:off x="8890000" y="6794500"/>
            <a:ext cx="2540000" cy="698500"/>
          </a:xfrm>
          <a:prstGeom prst="rect">
            <a:avLst/>
          </a:prstGeom>
          <a:noFill/>
          <a:ln/>
        </p:spPr>
        <p:txBody>
          <a:bodyPr wrap="square" lIns="0" tIns="0" rIns="0" bIns="0" rtlCol="0" anchor="t"/>
          <a:lstStyle/>
          <a:p>
            <a:pPr algn="ctr">
              <a:lnSpc>
                <a:spcPct val="140000"/>
              </a:lnSpc>
            </a:pPr>
            <a:r>
              <a:rPr lang="en-US" sz="1500" b="1" dirty="0">
                <a:solidFill>
                  <a:srgbClr val="FFFFFF"/>
                </a:solidFill>
                <a:latin typeface="Quattrocento Sans" pitchFamily="34" charset="0"/>
                <a:ea typeface="Quattrocento Sans" pitchFamily="34" charset="-122"/>
                <a:cs typeface="Quattrocento Sans" pitchFamily="34" charset="-120"/>
              </a:rPr>
              <a:t>JavaScript</a:t>
            </a:r>
            <a:endParaRPr lang="en-US" sz="1600" dirty="0"/>
          </a:p>
          <a:p>
            <a:pPr algn="ctr">
              <a:lnSpc>
                <a:spcPct val="140000"/>
              </a:lnSpc>
            </a:pPr>
            <a:r>
              <a:rPr lang="en-US" sz="1200" dirty="0">
                <a:solidFill>
                  <a:srgbClr val="FFFFFF"/>
                </a:solidFill>
                <a:latin typeface="Quattrocento Sans" pitchFamily="34" charset="0"/>
                <a:ea typeface="Quattrocento Sans" pitchFamily="34" charset="-122"/>
                <a:cs typeface="Quattrocento Sans" pitchFamily="34" charset="-120"/>
              </a:rPr>
              <a:t>Manipulates DOM</a:t>
            </a:r>
            <a:endParaRPr lang="en-US" sz="1600" dirty="0"/>
          </a:p>
        </p:txBody>
      </p:sp>
      <p:sp>
        <p:nvSpPr>
          <p:cNvPr id="50" name="Shape 47"/>
          <p:cNvSpPr/>
          <p:nvPr/>
        </p:nvSpPr>
        <p:spPr>
          <a:xfrm>
            <a:off x="11557000" y="6731000"/>
            <a:ext cx="1016000" cy="0"/>
          </a:xfrm>
          <a:prstGeom prst="straightConnector1">
            <a:avLst/>
          </a:prstGeom>
          <a:noFill/>
          <a:ln w="25400">
            <a:solidFill>
              <a:srgbClr val="7C3AED"/>
            </a:solidFill>
            <a:prstDash val="solid"/>
            <a:headEnd type="none"/>
            <a:tailEnd type="arrow"/>
          </a:ln>
        </p:spPr>
        <p:txBody>
          <a:bodyPr/>
          <a:lstStyle/>
          <a:p>
            <a:endParaRPr lang="en-US"/>
          </a:p>
        </p:txBody>
      </p:sp>
      <p:sp>
        <p:nvSpPr>
          <p:cNvPr id="51" name="Shape 48"/>
          <p:cNvSpPr/>
          <p:nvPr/>
        </p:nvSpPr>
        <p:spPr>
          <a:xfrm>
            <a:off x="12700000" y="5842000"/>
            <a:ext cx="2540000" cy="1905000"/>
          </a:xfrm>
          <a:prstGeom prst="roundRect">
            <a:avLst>
              <a:gd name="adj" fmla="val 8000"/>
            </a:avLst>
          </a:prstGeom>
          <a:solidFill>
            <a:srgbClr val="8B5CF6"/>
          </a:solidFill>
          <a:ln/>
          <a:effectLst>
            <a:outerShdw blurRad="127000" dist="50800" dir="5400000" algn="bl" rotWithShape="0">
              <a:srgbClr val="8B5CF6">
                <a:alpha val="18824"/>
              </a:srgbClr>
            </a:outerShdw>
          </a:effectLst>
        </p:spPr>
        <p:txBody>
          <a:bodyPr/>
          <a:lstStyle/>
          <a:p>
            <a:endParaRPr lang="en-US"/>
          </a:p>
        </p:txBody>
      </p:sp>
      <p:sp>
        <p:nvSpPr>
          <p:cNvPr id="52" name="Shape 49"/>
          <p:cNvSpPr/>
          <p:nvPr/>
        </p:nvSpPr>
        <p:spPr>
          <a:xfrm>
            <a:off x="13589000" y="6032500"/>
            <a:ext cx="635000" cy="635000"/>
          </a:xfrm>
          <a:custGeom>
            <a:avLst/>
            <a:gdLst/>
            <a:ahLst/>
            <a:cxnLst/>
            <a:rect l="l" t="t" r="r" b="b"/>
            <a:pathLst>
              <a:path w="635000" h="635000">
                <a:moveTo>
                  <a:pt x="81731" y="283394"/>
                </a:moveTo>
                <a:cubicBezTo>
                  <a:pt x="98227" y="168052"/>
                  <a:pt x="197569" y="79375"/>
                  <a:pt x="317500" y="79375"/>
                </a:cubicBezTo>
                <a:cubicBezTo>
                  <a:pt x="383232" y="79375"/>
                  <a:pt x="442764" y="106040"/>
                  <a:pt x="485924" y="149076"/>
                </a:cubicBezTo>
                <a:cubicBezTo>
                  <a:pt x="486172" y="149324"/>
                  <a:pt x="486420" y="149572"/>
                  <a:pt x="486668" y="149820"/>
                </a:cubicBezTo>
                <a:lnTo>
                  <a:pt x="496094" y="158750"/>
                </a:lnTo>
                <a:lnTo>
                  <a:pt x="436687" y="158750"/>
                </a:lnTo>
                <a:cubicBezTo>
                  <a:pt x="414734" y="158750"/>
                  <a:pt x="396999" y="176485"/>
                  <a:pt x="396999" y="198438"/>
                </a:cubicBezTo>
                <a:cubicBezTo>
                  <a:pt x="396999" y="220390"/>
                  <a:pt x="414734" y="238125"/>
                  <a:pt x="436687" y="238125"/>
                </a:cubicBezTo>
                <a:lnTo>
                  <a:pt x="595437" y="238125"/>
                </a:lnTo>
                <a:cubicBezTo>
                  <a:pt x="617389" y="238125"/>
                  <a:pt x="635124" y="220390"/>
                  <a:pt x="635124" y="198438"/>
                </a:cubicBezTo>
                <a:lnTo>
                  <a:pt x="635124" y="39688"/>
                </a:lnTo>
                <a:cubicBezTo>
                  <a:pt x="635124" y="17735"/>
                  <a:pt x="617389" y="0"/>
                  <a:pt x="595437" y="0"/>
                </a:cubicBezTo>
                <a:cubicBezTo>
                  <a:pt x="573484" y="0"/>
                  <a:pt x="555749" y="17735"/>
                  <a:pt x="555749" y="39688"/>
                </a:cubicBezTo>
                <a:lnTo>
                  <a:pt x="555749" y="105916"/>
                </a:lnTo>
                <a:lnTo>
                  <a:pt x="541734" y="92646"/>
                </a:lnTo>
                <a:cubicBezTo>
                  <a:pt x="484312" y="35471"/>
                  <a:pt x="404937" y="0"/>
                  <a:pt x="317500" y="0"/>
                </a:cubicBezTo>
                <a:cubicBezTo>
                  <a:pt x="157510" y="0"/>
                  <a:pt x="25177" y="118318"/>
                  <a:pt x="3225" y="272231"/>
                </a:cubicBezTo>
                <a:cubicBezTo>
                  <a:pt x="124" y="293936"/>
                  <a:pt x="15131" y="314027"/>
                  <a:pt x="36835" y="317128"/>
                </a:cubicBezTo>
                <a:cubicBezTo>
                  <a:pt x="58539" y="320229"/>
                  <a:pt x="78631" y="305098"/>
                  <a:pt x="81731" y="283518"/>
                </a:cubicBezTo>
                <a:close/>
                <a:moveTo>
                  <a:pt x="631775" y="362769"/>
                </a:moveTo>
                <a:cubicBezTo>
                  <a:pt x="634876" y="341064"/>
                  <a:pt x="619745" y="320973"/>
                  <a:pt x="598165" y="317872"/>
                </a:cubicBezTo>
                <a:cubicBezTo>
                  <a:pt x="576585" y="314771"/>
                  <a:pt x="556369" y="329902"/>
                  <a:pt x="553269" y="351482"/>
                </a:cubicBezTo>
                <a:cubicBezTo>
                  <a:pt x="536773" y="466824"/>
                  <a:pt x="437431" y="555501"/>
                  <a:pt x="317500" y="555501"/>
                </a:cubicBezTo>
                <a:cubicBezTo>
                  <a:pt x="251768" y="555501"/>
                  <a:pt x="192236" y="528836"/>
                  <a:pt x="149076" y="485800"/>
                </a:cubicBezTo>
                <a:cubicBezTo>
                  <a:pt x="148828" y="485552"/>
                  <a:pt x="148580" y="485304"/>
                  <a:pt x="148332" y="485056"/>
                </a:cubicBezTo>
                <a:lnTo>
                  <a:pt x="138906" y="476126"/>
                </a:lnTo>
                <a:lnTo>
                  <a:pt x="198313" y="476126"/>
                </a:lnTo>
                <a:cubicBezTo>
                  <a:pt x="220266" y="476126"/>
                  <a:pt x="238001" y="458391"/>
                  <a:pt x="238001" y="436438"/>
                </a:cubicBezTo>
                <a:cubicBezTo>
                  <a:pt x="238001" y="414486"/>
                  <a:pt x="220266" y="396751"/>
                  <a:pt x="198313" y="396751"/>
                </a:cubicBezTo>
                <a:lnTo>
                  <a:pt x="39688" y="396875"/>
                </a:lnTo>
                <a:cubicBezTo>
                  <a:pt x="29146" y="396875"/>
                  <a:pt x="18976" y="401092"/>
                  <a:pt x="11534" y="408657"/>
                </a:cubicBezTo>
                <a:cubicBezTo>
                  <a:pt x="4093" y="416223"/>
                  <a:pt x="-124" y="426269"/>
                  <a:pt x="0" y="436935"/>
                </a:cubicBezTo>
                <a:lnTo>
                  <a:pt x="1240" y="594444"/>
                </a:lnTo>
                <a:cubicBezTo>
                  <a:pt x="1364" y="616396"/>
                  <a:pt x="19348" y="634008"/>
                  <a:pt x="41300" y="633760"/>
                </a:cubicBezTo>
                <a:cubicBezTo>
                  <a:pt x="63252" y="633512"/>
                  <a:pt x="80863" y="615652"/>
                  <a:pt x="80615" y="593700"/>
                </a:cubicBezTo>
                <a:lnTo>
                  <a:pt x="80119" y="529828"/>
                </a:lnTo>
                <a:lnTo>
                  <a:pt x="93390" y="542354"/>
                </a:lnTo>
                <a:cubicBezTo>
                  <a:pt x="150813" y="599529"/>
                  <a:pt x="230063" y="635000"/>
                  <a:pt x="317500" y="635000"/>
                </a:cubicBezTo>
                <a:cubicBezTo>
                  <a:pt x="477490" y="635000"/>
                  <a:pt x="609823" y="516682"/>
                  <a:pt x="631775" y="362769"/>
                </a:cubicBezTo>
                <a:close/>
              </a:path>
            </a:pathLst>
          </a:custGeom>
          <a:solidFill>
            <a:srgbClr val="FFFFFF"/>
          </a:solidFill>
          <a:ln/>
        </p:spPr>
        <p:txBody>
          <a:bodyPr/>
          <a:lstStyle/>
          <a:p>
            <a:endParaRPr lang="en-US"/>
          </a:p>
        </p:txBody>
      </p:sp>
      <p:sp>
        <p:nvSpPr>
          <p:cNvPr id="53" name="Text 50"/>
          <p:cNvSpPr/>
          <p:nvPr/>
        </p:nvSpPr>
        <p:spPr>
          <a:xfrm>
            <a:off x="12700000" y="6794500"/>
            <a:ext cx="2540000" cy="698500"/>
          </a:xfrm>
          <a:prstGeom prst="rect">
            <a:avLst/>
          </a:prstGeom>
          <a:noFill/>
          <a:ln/>
        </p:spPr>
        <p:txBody>
          <a:bodyPr wrap="square" lIns="0" tIns="0" rIns="0" bIns="0" rtlCol="0" anchor="t"/>
          <a:lstStyle/>
          <a:p>
            <a:pPr algn="ctr">
              <a:lnSpc>
                <a:spcPct val="140000"/>
              </a:lnSpc>
            </a:pPr>
            <a:r>
              <a:rPr lang="en-US" sz="1500" b="1" dirty="0">
                <a:solidFill>
                  <a:srgbClr val="FFFFFF"/>
                </a:solidFill>
                <a:latin typeface="Quattrocento Sans" pitchFamily="34" charset="0"/>
                <a:ea typeface="Quattrocento Sans" pitchFamily="34" charset="-122"/>
                <a:cs typeface="Quattrocento Sans" pitchFamily="34" charset="-120"/>
              </a:rPr>
              <a:t>Updated Page</a:t>
            </a:r>
            <a:endParaRPr lang="en-US" sz="1600" dirty="0"/>
          </a:p>
          <a:p>
            <a:pPr algn="ctr">
              <a:lnSpc>
                <a:spcPct val="140000"/>
              </a:lnSpc>
            </a:pPr>
            <a:r>
              <a:rPr lang="en-US" sz="1200" dirty="0">
                <a:solidFill>
                  <a:srgbClr val="FFFFFF"/>
                </a:solidFill>
                <a:latin typeface="Quattrocento Sans" pitchFamily="34" charset="0"/>
                <a:ea typeface="Quattrocento Sans" pitchFamily="34" charset="-122"/>
                <a:cs typeface="Quattrocento Sans" pitchFamily="34" charset="-120"/>
              </a:rPr>
              <a:t>Dynamic content</a:t>
            </a:r>
            <a:endParaRPr lang="en-US" sz="1600" dirty="0"/>
          </a:p>
        </p:txBody>
      </p:sp>
      <p:sp>
        <p:nvSpPr>
          <p:cNvPr id="54" name="Text 51"/>
          <p:cNvSpPr/>
          <p:nvPr/>
        </p:nvSpPr>
        <p:spPr>
          <a:xfrm>
            <a:off x="14986000" y="8636000"/>
            <a:ext cx="762000" cy="317500"/>
          </a:xfrm>
          <a:prstGeom prst="rect">
            <a:avLst/>
          </a:prstGeom>
          <a:noFill/>
          <a:ln/>
        </p:spPr>
        <p:txBody>
          <a:bodyPr wrap="none" lIns="0" tIns="0" rIns="0" bIns="0" rtlCol="0" anchor="ctr"/>
          <a:lstStyle/>
          <a:p>
            <a:pPr algn="r">
              <a:lnSpc>
                <a:spcPct val="100000"/>
              </a:lnSpc>
            </a:pPr>
            <a:r>
              <a:rPr lang="en-US" sz="1200" dirty="0">
                <a:solidFill>
                  <a:srgbClr val="D8B4FE"/>
                </a:solidFill>
                <a:latin typeface="Liter" pitchFamily="34" charset="0"/>
                <a:ea typeface="Liter" pitchFamily="34" charset="-122"/>
                <a:cs typeface="Liter" pitchFamily="34" charset="-120"/>
              </a:rPr>
              <a:t>09 / 15</a:t>
            </a:r>
            <a:endParaRPr lang="en-US" sz="16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762000" y="508000"/>
            <a:ext cx="7620000" cy="508000"/>
          </a:xfrm>
          <a:prstGeom prst="rect">
            <a:avLst/>
          </a:prstGeom>
          <a:noFill/>
          <a:ln/>
        </p:spPr>
        <p:txBody>
          <a:bodyPr wrap="none" lIns="0" tIns="0" rIns="0" bIns="0" rtlCol="0" anchor="ctr"/>
          <a:lstStyle/>
          <a:p>
            <a:pPr>
              <a:lnSpc>
                <a:spcPct val="130000"/>
              </a:lnSpc>
            </a:pPr>
            <a:r>
              <a:rPr lang="en-US" sz="2800" b="1" dirty="0">
                <a:solidFill>
                  <a:srgbClr val="6B21A8"/>
                </a:solidFill>
                <a:latin typeface="Liter" pitchFamily="34" charset="0"/>
                <a:ea typeface="Liter" pitchFamily="34" charset="-122"/>
                <a:cs typeface="Liter" pitchFamily="34" charset="-120"/>
              </a:rPr>
              <a:t>PHP — Hypertext Preprocessor</a:t>
            </a:r>
            <a:endParaRPr lang="en-US" sz="2800" dirty="0"/>
          </a:p>
        </p:txBody>
      </p:sp>
      <p:sp>
        <p:nvSpPr>
          <p:cNvPr id="4" name="Shape 1"/>
          <p:cNvSpPr/>
          <p:nvPr/>
        </p:nvSpPr>
        <p:spPr>
          <a:xfrm>
            <a:off x="762000" y="1079500"/>
            <a:ext cx="1016000" cy="50800"/>
          </a:xfrm>
          <a:prstGeom prst="rect">
            <a:avLst/>
          </a:prstGeom>
          <a:solidFill>
            <a:srgbClr val="6B21A8"/>
          </a:solidFill>
          <a:ln/>
        </p:spPr>
        <p:txBody>
          <a:bodyPr/>
          <a:lstStyle/>
          <a:p>
            <a:endParaRPr lang="en-US"/>
          </a:p>
        </p:txBody>
      </p:sp>
      <p:sp>
        <p:nvSpPr>
          <p:cNvPr id="5" name="Shape 2"/>
          <p:cNvSpPr/>
          <p:nvPr/>
        </p:nvSpPr>
        <p:spPr>
          <a:xfrm>
            <a:off x="762000" y="1371600"/>
            <a:ext cx="1524000" cy="381000"/>
          </a:xfrm>
          <a:prstGeom prst="roundRect">
            <a:avLst>
              <a:gd name="adj" fmla="val 16000"/>
            </a:avLst>
          </a:prstGeom>
          <a:solidFill>
            <a:srgbClr val="7C3AED"/>
          </a:solidFill>
          <a:ln/>
        </p:spPr>
        <p:txBody>
          <a:bodyPr/>
          <a:lstStyle/>
          <a:p>
            <a:endParaRPr lang="en-US"/>
          </a:p>
        </p:txBody>
      </p:sp>
      <p:sp>
        <p:nvSpPr>
          <p:cNvPr id="6" name="Text 3"/>
          <p:cNvSpPr/>
          <p:nvPr/>
        </p:nvSpPr>
        <p:spPr>
          <a:xfrm>
            <a:off x="762000" y="1371600"/>
            <a:ext cx="1524000" cy="381000"/>
          </a:xfrm>
          <a:prstGeom prst="rect">
            <a:avLst/>
          </a:prstGeom>
          <a:noFill/>
          <a:ln/>
        </p:spPr>
        <p:txBody>
          <a:bodyPr wrap="none" lIns="0" tIns="0" rIns="0" bIns="0" rtlCol="0" anchor="ctr"/>
          <a:lstStyle/>
          <a:p>
            <a:pPr algn="ctr">
              <a:lnSpc>
                <a:spcPct val="100000"/>
              </a:lnSpc>
            </a:pPr>
            <a:r>
              <a:rPr lang="en-US" sz="1200" kern="0" spc="100" dirty="0">
                <a:solidFill>
                  <a:srgbClr val="FFFFFF"/>
                </a:solidFill>
                <a:latin typeface="Liter" pitchFamily="34" charset="0"/>
                <a:ea typeface="Liter" pitchFamily="34" charset="-122"/>
                <a:cs typeface="Liter" pitchFamily="34" charset="-120"/>
              </a:rPr>
              <a:t>SERVER-SIDE</a:t>
            </a:r>
            <a:endParaRPr lang="en-US" sz="1600" dirty="0"/>
          </a:p>
        </p:txBody>
      </p:sp>
      <p:sp>
        <p:nvSpPr>
          <p:cNvPr id="7" name="Text 4"/>
          <p:cNvSpPr/>
          <p:nvPr/>
        </p:nvSpPr>
        <p:spPr>
          <a:xfrm>
            <a:off x="762000" y="2032000"/>
            <a:ext cx="7112000" cy="863600"/>
          </a:xfrm>
          <a:prstGeom prst="rect">
            <a:avLst/>
          </a:prstGeom>
          <a:noFill/>
          <a:ln/>
        </p:spPr>
        <p:txBody>
          <a:bodyPr wrap="square" lIns="0" tIns="0" rIns="0" bIns="0" rtlCol="0" anchor="t"/>
          <a:lstStyle/>
          <a:p>
            <a:pPr>
              <a:lnSpc>
                <a:spcPct val="150000"/>
              </a:lnSpc>
            </a:pPr>
            <a:r>
              <a:rPr lang="en-US" sz="1800" dirty="0">
                <a:solidFill>
                  <a:srgbClr val="1E1B2E"/>
                </a:solidFill>
                <a:latin typeface="Quattrocento Sans" pitchFamily="34" charset="0"/>
                <a:ea typeface="Quattrocento Sans" pitchFamily="34" charset="-122"/>
                <a:cs typeface="Quattrocento Sans" pitchFamily="34" charset="-120"/>
              </a:rPr>
              <a:t>PHP is a </a:t>
            </a:r>
            <a:r>
              <a:rPr lang="en-US" sz="1800" b="1" dirty="0">
                <a:solidFill>
                  <a:srgbClr val="1E1B2E"/>
                </a:solidFill>
                <a:latin typeface="Quattrocento Sans" pitchFamily="34" charset="0"/>
                <a:ea typeface="Quattrocento Sans" pitchFamily="34" charset="-122"/>
                <a:cs typeface="Quattrocento Sans" pitchFamily="34" charset="-120"/>
              </a:rPr>
              <a:t>server-side scripting language</a:t>
            </a:r>
            <a:r>
              <a:rPr lang="en-US" sz="1800" dirty="0">
                <a:solidFill>
                  <a:srgbClr val="1E1B2E"/>
                </a:solidFill>
                <a:latin typeface="Quattrocento Sans" pitchFamily="34" charset="0"/>
                <a:ea typeface="Quattrocento Sans" pitchFamily="34" charset="-122"/>
                <a:cs typeface="Quattrocento Sans" pitchFamily="34" charset="-120"/>
              </a:rPr>
              <a:t> used for creating dynamic websites and web applications.</a:t>
            </a:r>
            <a:endParaRPr lang="en-US" sz="1600" dirty="0"/>
          </a:p>
        </p:txBody>
      </p:sp>
      <p:sp>
        <p:nvSpPr>
          <p:cNvPr id="8" name="Text 5"/>
          <p:cNvSpPr/>
          <p:nvPr/>
        </p:nvSpPr>
        <p:spPr>
          <a:xfrm>
            <a:off x="762000" y="2921000"/>
            <a:ext cx="3810000" cy="381000"/>
          </a:xfrm>
          <a:prstGeom prst="rect">
            <a:avLst/>
          </a:prstGeom>
          <a:noFill/>
          <a:ln/>
        </p:spPr>
        <p:txBody>
          <a:bodyPr wrap="none" lIns="0" tIns="0" rIns="0" bIns="0" rtlCol="0" anchor="ctr"/>
          <a:lstStyle/>
          <a:p>
            <a:pPr>
              <a:lnSpc>
                <a:spcPct val="100000"/>
              </a:lnSpc>
            </a:pPr>
            <a:r>
              <a:rPr lang="en-US" sz="2000" b="1" dirty="0">
                <a:solidFill>
                  <a:srgbClr val="6B21A8"/>
                </a:solidFill>
                <a:latin typeface="Liter" pitchFamily="34" charset="0"/>
                <a:ea typeface="Liter" pitchFamily="34" charset="-122"/>
                <a:cs typeface="Liter" pitchFamily="34" charset="-120"/>
              </a:rPr>
              <a:t>PHP Topics</a:t>
            </a:r>
            <a:endParaRPr lang="en-US" sz="1600" dirty="0"/>
          </a:p>
        </p:txBody>
      </p:sp>
      <p:sp>
        <p:nvSpPr>
          <p:cNvPr id="9" name="Shape 6"/>
          <p:cNvSpPr/>
          <p:nvPr/>
        </p:nvSpPr>
        <p:spPr>
          <a:xfrm>
            <a:off x="762000" y="3492500"/>
            <a:ext cx="3302000" cy="609600"/>
          </a:xfrm>
          <a:prstGeom prst="roundRect">
            <a:avLst>
              <a:gd name="adj" fmla="val 12000"/>
            </a:avLst>
          </a:prstGeom>
          <a:solidFill>
            <a:srgbClr val="F3E8FF"/>
          </a:solidFill>
          <a:ln/>
        </p:spPr>
        <p:txBody>
          <a:bodyPr/>
          <a:lstStyle/>
          <a:p>
            <a:endParaRPr lang="en-US"/>
          </a:p>
        </p:txBody>
      </p:sp>
      <p:sp>
        <p:nvSpPr>
          <p:cNvPr id="10" name="Shape 7"/>
          <p:cNvSpPr/>
          <p:nvPr/>
        </p:nvSpPr>
        <p:spPr>
          <a:xfrm>
            <a:off x="919162" y="3619500"/>
            <a:ext cx="371475" cy="330200"/>
          </a:xfrm>
          <a:custGeom>
            <a:avLst/>
            <a:gdLst/>
            <a:ahLst/>
            <a:cxnLst/>
            <a:rect l="l" t="t" r="r" b="b"/>
            <a:pathLst>
              <a:path w="371475" h="330200">
                <a:moveTo>
                  <a:pt x="232688" y="774"/>
                </a:moveTo>
                <a:cubicBezTo>
                  <a:pt x="221724" y="-2386"/>
                  <a:pt x="210309" y="3999"/>
                  <a:pt x="207149" y="14962"/>
                </a:cubicBezTo>
                <a:lnTo>
                  <a:pt x="124599" y="303887"/>
                </a:lnTo>
                <a:cubicBezTo>
                  <a:pt x="121439" y="314851"/>
                  <a:pt x="127824" y="326266"/>
                  <a:pt x="138787" y="329426"/>
                </a:cubicBezTo>
                <a:cubicBezTo>
                  <a:pt x="149751" y="332586"/>
                  <a:pt x="161166" y="326201"/>
                  <a:pt x="164326" y="315238"/>
                </a:cubicBezTo>
                <a:lnTo>
                  <a:pt x="246876" y="26313"/>
                </a:lnTo>
                <a:cubicBezTo>
                  <a:pt x="250036" y="15349"/>
                  <a:pt x="243651" y="3934"/>
                  <a:pt x="232688" y="774"/>
                </a:cubicBezTo>
                <a:close/>
                <a:moveTo>
                  <a:pt x="274350" y="88548"/>
                </a:moveTo>
                <a:cubicBezTo>
                  <a:pt x="266288" y="96609"/>
                  <a:pt x="266288" y="109701"/>
                  <a:pt x="274350" y="117763"/>
                </a:cubicBezTo>
                <a:lnTo>
                  <a:pt x="321687" y="165100"/>
                </a:lnTo>
                <a:lnTo>
                  <a:pt x="274350" y="212437"/>
                </a:lnTo>
                <a:cubicBezTo>
                  <a:pt x="266288" y="220499"/>
                  <a:pt x="266288" y="233591"/>
                  <a:pt x="274350" y="241652"/>
                </a:cubicBezTo>
                <a:cubicBezTo>
                  <a:pt x="282411" y="249714"/>
                  <a:pt x="295503" y="249714"/>
                  <a:pt x="303565" y="241652"/>
                </a:cubicBezTo>
                <a:lnTo>
                  <a:pt x="365477" y="179740"/>
                </a:lnTo>
                <a:cubicBezTo>
                  <a:pt x="373539" y="171678"/>
                  <a:pt x="373539" y="158586"/>
                  <a:pt x="365477" y="150525"/>
                </a:cubicBezTo>
                <a:lnTo>
                  <a:pt x="303565" y="88612"/>
                </a:lnTo>
                <a:cubicBezTo>
                  <a:pt x="295503" y="80551"/>
                  <a:pt x="282411" y="80551"/>
                  <a:pt x="274350" y="88612"/>
                </a:cubicBezTo>
                <a:close/>
                <a:moveTo>
                  <a:pt x="97190" y="88548"/>
                </a:moveTo>
                <a:cubicBezTo>
                  <a:pt x="89128" y="80486"/>
                  <a:pt x="76036" y="80486"/>
                  <a:pt x="67975" y="88548"/>
                </a:cubicBezTo>
                <a:lnTo>
                  <a:pt x="6062" y="150460"/>
                </a:lnTo>
                <a:cubicBezTo>
                  <a:pt x="-1999" y="158522"/>
                  <a:pt x="-1999" y="171614"/>
                  <a:pt x="6062" y="179675"/>
                </a:cubicBezTo>
                <a:lnTo>
                  <a:pt x="67975" y="241588"/>
                </a:lnTo>
                <a:cubicBezTo>
                  <a:pt x="76036" y="249649"/>
                  <a:pt x="89128" y="249649"/>
                  <a:pt x="97190" y="241588"/>
                </a:cubicBezTo>
                <a:cubicBezTo>
                  <a:pt x="105251" y="233526"/>
                  <a:pt x="105251" y="220434"/>
                  <a:pt x="97190" y="212373"/>
                </a:cubicBezTo>
                <a:lnTo>
                  <a:pt x="49852" y="165100"/>
                </a:lnTo>
                <a:lnTo>
                  <a:pt x="97125" y="117763"/>
                </a:lnTo>
                <a:cubicBezTo>
                  <a:pt x="105187" y="109701"/>
                  <a:pt x="105187" y="96609"/>
                  <a:pt x="97125" y="88548"/>
                </a:cubicBezTo>
                <a:close/>
              </a:path>
            </a:pathLst>
          </a:custGeom>
          <a:solidFill>
            <a:srgbClr val="6B21A8"/>
          </a:solidFill>
          <a:ln/>
        </p:spPr>
        <p:txBody>
          <a:bodyPr/>
          <a:lstStyle/>
          <a:p>
            <a:endParaRPr lang="en-US"/>
          </a:p>
        </p:txBody>
      </p:sp>
      <p:sp>
        <p:nvSpPr>
          <p:cNvPr id="11" name="Text 8"/>
          <p:cNvSpPr/>
          <p:nvPr/>
        </p:nvSpPr>
        <p:spPr>
          <a:xfrm>
            <a:off x="1371600" y="3492500"/>
            <a:ext cx="2540000" cy="609600"/>
          </a:xfrm>
          <a:prstGeom prst="rect">
            <a:avLst/>
          </a:prstGeom>
          <a:noFill/>
          <a:ln/>
        </p:spPr>
        <p:txBody>
          <a:bodyPr wrap="none" lIns="0" tIns="0" rIns="0" bIns="0" rtlCol="0" anchor="ctr"/>
          <a:lstStyle/>
          <a:p>
            <a:pPr>
              <a:lnSpc>
                <a:spcPct val="100000"/>
              </a:lnSpc>
            </a:pPr>
            <a:r>
              <a:rPr lang="en-US" sz="1600" b="1" dirty="0">
                <a:solidFill>
                  <a:srgbClr val="1E1B2E"/>
                </a:solidFill>
                <a:latin typeface="Quattrocento Sans" pitchFamily="34" charset="0"/>
                <a:ea typeface="Quattrocento Sans" pitchFamily="34" charset="-122"/>
                <a:cs typeface="Quattrocento Sans" pitchFamily="34" charset="-120"/>
              </a:rPr>
              <a:t>Syntax</a:t>
            </a:r>
            <a:r>
              <a:rPr lang="en-US" sz="1600" dirty="0">
                <a:solidFill>
                  <a:srgbClr val="1E1B2E"/>
                </a:solidFill>
                <a:latin typeface="Quattrocento Sans" pitchFamily="34" charset="0"/>
                <a:ea typeface="Quattrocento Sans" pitchFamily="34" charset="-122"/>
                <a:cs typeface="Quattrocento Sans" pitchFamily="34" charset="-120"/>
              </a:rPr>
              <a:t> &amp; Basics</a:t>
            </a:r>
            <a:endParaRPr lang="en-US" sz="1600" dirty="0"/>
          </a:p>
        </p:txBody>
      </p:sp>
      <p:sp>
        <p:nvSpPr>
          <p:cNvPr id="12" name="Shape 9"/>
          <p:cNvSpPr/>
          <p:nvPr/>
        </p:nvSpPr>
        <p:spPr>
          <a:xfrm>
            <a:off x="762000" y="4254500"/>
            <a:ext cx="3302000" cy="609600"/>
          </a:xfrm>
          <a:prstGeom prst="roundRect">
            <a:avLst>
              <a:gd name="adj" fmla="val 12000"/>
            </a:avLst>
          </a:prstGeom>
          <a:solidFill>
            <a:srgbClr val="F3E8FF"/>
          </a:solidFill>
          <a:ln/>
        </p:spPr>
        <p:txBody>
          <a:bodyPr/>
          <a:lstStyle/>
          <a:p>
            <a:endParaRPr lang="en-US"/>
          </a:p>
        </p:txBody>
      </p:sp>
      <p:sp>
        <p:nvSpPr>
          <p:cNvPr id="13" name="Shape 10"/>
          <p:cNvSpPr/>
          <p:nvPr/>
        </p:nvSpPr>
        <p:spPr>
          <a:xfrm>
            <a:off x="960438" y="4381500"/>
            <a:ext cx="288925" cy="330200"/>
          </a:xfrm>
          <a:custGeom>
            <a:avLst/>
            <a:gdLst/>
            <a:ahLst/>
            <a:cxnLst/>
            <a:rect l="l" t="t" r="r" b="b"/>
            <a:pathLst>
              <a:path w="288925" h="330200">
                <a:moveTo>
                  <a:pt x="238234" y="82550"/>
                </a:moveTo>
                <a:lnTo>
                  <a:pt x="216113" y="51594"/>
                </a:lnTo>
                <a:lnTo>
                  <a:pt x="72876" y="51594"/>
                </a:lnTo>
                <a:lnTo>
                  <a:pt x="50755" y="82550"/>
                </a:lnTo>
                <a:lnTo>
                  <a:pt x="238234" y="82550"/>
                </a:lnTo>
                <a:close/>
                <a:moveTo>
                  <a:pt x="0" y="95771"/>
                </a:moveTo>
                <a:cubicBezTo>
                  <a:pt x="0" y="87193"/>
                  <a:pt x="2709" y="78809"/>
                  <a:pt x="7675" y="71780"/>
                </a:cubicBezTo>
                <a:lnTo>
                  <a:pt x="39276" y="27603"/>
                </a:lnTo>
                <a:cubicBezTo>
                  <a:pt x="47015" y="16768"/>
                  <a:pt x="59526" y="10319"/>
                  <a:pt x="72812" y="10319"/>
                </a:cubicBezTo>
                <a:lnTo>
                  <a:pt x="216049" y="10319"/>
                </a:lnTo>
                <a:cubicBezTo>
                  <a:pt x="229399" y="10319"/>
                  <a:pt x="241910" y="16768"/>
                  <a:pt x="249649" y="27603"/>
                </a:cubicBezTo>
                <a:lnTo>
                  <a:pt x="281186" y="71780"/>
                </a:lnTo>
                <a:cubicBezTo>
                  <a:pt x="286216" y="78809"/>
                  <a:pt x="288861" y="87193"/>
                  <a:pt x="288861" y="95771"/>
                </a:cubicBezTo>
                <a:lnTo>
                  <a:pt x="288925" y="268288"/>
                </a:lnTo>
                <a:cubicBezTo>
                  <a:pt x="288925" y="291053"/>
                  <a:pt x="270416" y="309563"/>
                  <a:pt x="247650" y="309563"/>
                </a:cubicBezTo>
                <a:lnTo>
                  <a:pt x="41275" y="309563"/>
                </a:lnTo>
                <a:cubicBezTo>
                  <a:pt x="18509" y="309563"/>
                  <a:pt x="0" y="291053"/>
                  <a:pt x="0" y="268288"/>
                </a:cubicBezTo>
                <a:lnTo>
                  <a:pt x="0" y="95771"/>
                </a:lnTo>
                <a:close/>
              </a:path>
            </a:pathLst>
          </a:custGeom>
          <a:solidFill>
            <a:srgbClr val="6B21A8"/>
          </a:solidFill>
          <a:ln/>
        </p:spPr>
        <p:txBody>
          <a:bodyPr/>
          <a:lstStyle/>
          <a:p>
            <a:endParaRPr lang="en-US"/>
          </a:p>
        </p:txBody>
      </p:sp>
      <p:sp>
        <p:nvSpPr>
          <p:cNvPr id="14" name="Text 11"/>
          <p:cNvSpPr/>
          <p:nvPr/>
        </p:nvSpPr>
        <p:spPr>
          <a:xfrm>
            <a:off x="1371600" y="4254500"/>
            <a:ext cx="2540000" cy="609600"/>
          </a:xfrm>
          <a:prstGeom prst="rect">
            <a:avLst/>
          </a:prstGeom>
          <a:noFill/>
          <a:ln/>
        </p:spPr>
        <p:txBody>
          <a:bodyPr wrap="none" lIns="0" tIns="0" rIns="0" bIns="0" rtlCol="0" anchor="ctr"/>
          <a:lstStyle/>
          <a:p>
            <a:pPr>
              <a:lnSpc>
                <a:spcPct val="100000"/>
              </a:lnSpc>
            </a:pPr>
            <a:r>
              <a:rPr lang="en-US" sz="1600" b="1" dirty="0">
                <a:solidFill>
                  <a:srgbClr val="1E1B2E"/>
                </a:solidFill>
                <a:latin typeface="Quattrocento Sans" pitchFamily="34" charset="0"/>
                <a:ea typeface="Quattrocento Sans" pitchFamily="34" charset="-122"/>
                <a:cs typeface="Quattrocento Sans" pitchFamily="34" charset="-120"/>
              </a:rPr>
              <a:t>Variables</a:t>
            </a:r>
            <a:endParaRPr lang="en-US" sz="1600" dirty="0"/>
          </a:p>
        </p:txBody>
      </p:sp>
      <p:sp>
        <p:nvSpPr>
          <p:cNvPr id="15" name="Shape 12"/>
          <p:cNvSpPr/>
          <p:nvPr/>
        </p:nvSpPr>
        <p:spPr>
          <a:xfrm>
            <a:off x="762000" y="5016500"/>
            <a:ext cx="3302000" cy="609600"/>
          </a:xfrm>
          <a:prstGeom prst="roundRect">
            <a:avLst>
              <a:gd name="adj" fmla="val 12000"/>
            </a:avLst>
          </a:prstGeom>
          <a:solidFill>
            <a:srgbClr val="F3E8FF"/>
          </a:solidFill>
          <a:ln/>
        </p:spPr>
        <p:txBody>
          <a:bodyPr/>
          <a:lstStyle/>
          <a:p>
            <a:endParaRPr lang="en-US"/>
          </a:p>
        </p:txBody>
      </p:sp>
      <p:sp>
        <p:nvSpPr>
          <p:cNvPr id="16" name="Shape 13"/>
          <p:cNvSpPr/>
          <p:nvPr/>
        </p:nvSpPr>
        <p:spPr>
          <a:xfrm>
            <a:off x="939800" y="5143500"/>
            <a:ext cx="330200" cy="330200"/>
          </a:xfrm>
          <a:custGeom>
            <a:avLst/>
            <a:gdLst/>
            <a:ahLst/>
            <a:cxnLst/>
            <a:rect l="l" t="t" r="r" b="b"/>
            <a:pathLst>
              <a:path w="330200" h="330200">
                <a:moveTo>
                  <a:pt x="165100" y="0"/>
                </a:moveTo>
                <a:cubicBezTo>
                  <a:pt x="172323" y="0"/>
                  <a:pt x="179095" y="3805"/>
                  <a:pt x="182771" y="9996"/>
                </a:cubicBezTo>
                <a:lnTo>
                  <a:pt x="244683" y="113184"/>
                </a:lnTo>
                <a:cubicBezTo>
                  <a:pt x="248488" y="119569"/>
                  <a:pt x="248617" y="127501"/>
                  <a:pt x="244941" y="133950"/>
                </a:cubicBezTo>
                <a:cubicBezTo>
                  <a:pt x="241265" y="140399"/>
                  <a:pt x="234429" y="144463"/>
                  <a:pt x="227013" y="144463"/>
                </a:cubicBezTo>
                <a:lnTo>
                  <a:pt x="103188" y="144463"/>
                </a:lnTo>
                <a:cubicBezTo>
                  <a:pt x="95771" y="144463"/>
                  <a:pt x="88870" y="140464"/>
                  <a:pt x="85259" y="134015"/>
                </a:cubicBezTo>
                <a:cubicBezTo>
                  <a:pt x="81647" y="127566"/>
                  <a:pt x="81712" y="119633"/>
                  <a:pt x="85517" y="113248"/>
                </a:cubicBezTo>
                <a:lnTo>
                  <a:pt x="147429" y="10061"/>
                </a:lnTo>
                <a:cubicBezTo>
                  <a:pt x="151105" y="3805"/>
                  <a:pt x="157877" y="0"/>
                  <a:pt x="165100" y="0"/>
                </a:cubicBezTo>
                <a:close/>
                <a:moveTo>
                  <a:pt x="82550" y="175419"/>
                </a:moveTo>
                <a:cubicBezTo>
                  <a:pt x="122416" y="175419"/>
                  <a:pt x="154781" y="207784"/>
                  <a:pt x="154781" y="247650"/>
                </a:cubicBezTo>
                <a:cubicBezTo>
                  <a:pt x="154781" y="287516"/>
                  <a:pt x="122416" y="319881"/>
                  <a:pt x="82550" y="319881"/>
                </a:cubicBezTo>
                <a:cubicBezTo>
                  <a:pt x="42684" y="319881"/>
                  <a:pt x="10319" y="287516"/>
                  <a:pt x="10319" y="247650"/>
                </a:cubicBezTo>
                <a:cubicBezTo>
                  <a:pt x="10319" y="207784"/>
                  <a:pt x="42684" y="175419"/>
                  <a:pt x="82550" y="175419"/>
                </a:cubicBezTo>
                <a:close/>
                <a:moveTo>
                  <a:pt x="211534" y="185738"/>
                </a:moveTo>
                <a:lnTo>
                  <a:pt x="283766" y="185738"/>
                </a:lnTo>
                <a:cubicBezTo>
                  <a:pt x="298018" y="185738"/>
                  <a:pt x="309563" y="197282"/>
                  <a:pt x="309563" y="211534"/>
                </a:cubicBezTo>
                <a:lnTo>
                  <a:pt x="309563" y="283766"/>
                </a:lnTo>
                <a:cubicBezTo>
                  <a:pt x="309563" y="298018"/>
                  <a:pt x="298018" y="309563"/>
                  <a:pt x="283766" y="309563"/>
                </a:cubicBezTo>
                <a:lnTo>
                  <a:pt x="211534" y="309563"/>
                </a:lnTo>
                <a:cubicBezTo>
                  <a:pt x="197282" y="309563"/>
                  <a:pt x="185738" y="298018"/>
                  <a:pt x="185738" y="283766"/>
                </a:cubicBezTo>
                <a:lnTo>
                  <a:pt x="185738" y="211534"/>
                </a:lnTo>
                <a:cubicBezTo>
                  <a:pt x="185738" y="197282"/>
                  <a:pt x="197282" y="185738"/>
                  <a:pt x="211534" y="185738"/>
                </a:cubicBezTo>
                <a:close/>
              </a:path>
            </a:pathLst>
          </a:custGeom>
          <a:solidFill>
            <a:srgbClr val="6B21A8"/>
          </a:solidFill>
          <a:ln/>
        </p:spPr>
        <p:txBody>
          <a:bodyPr/>
          <a:lstStyle/>
          <a:p>
            <a:endParaRPr lang="en-US"/>
          </a:p>
        </p:txBody>
      </p:sp>
      <p:sp>
        <p:nvSpPr>
          <p:cNvPr id="17" name="Text 14"/>
          <p:cNvSpPr/>
          <p:nvPr/>
        </p:nvSpPr>
        <p:spPr>
          <a:xfrm>
            <a:off x="1371600" y="5016500"/>
            <a:ext cx="2540000" cy="609600"/>
          </a:xfrm>
          <a:prstGeom prst="rect">
            <a:avLst/>
          </a:prstGeom>
          <a:noFill/>
          <a:ln/>
        </p:spPr>
        <p:txBody>
          <a:bodyPr wrap="none" lIns="0" tIns="0" rIns="0" bIns="0" rtlCol="0" anchor="ctr"/>
          <a:lstStyle/>
          <a:p>
            <a:pPr>
              <a:lnSpc>
                <a:spcPct val="100000"/>
              </a:lnSpc>
            </a:pPr>
            <a:r>
              <a:rPr lang="en-US" sz="1600" b="1" dirty="0">
                <a:solidFill>
                  <a:srgbClr val="1E1B2E"/>
                </a:solidFill>
                <a:latin typeface="Quattrocento Sans" pitchFamily="34" charset="0"/>
                <a:ea typeface="Quattrocento Sans" pitchFamily="34" charset="-122"/>
                <a:cs typeface="Quattrocento Sans" pitchFamily="34" charset="-120"/>
              </a:rPr>
              <a:t>Data Types</a:t>
            </a:r>
            <a:endParaRPr lang="en-US" sz="1600" dirty="0"/>
          </a:p>
        </p:txBody>
      </p:sp>
      <p:sp>
        <p:nvSpPr>
          <p:cNvPr id="18" name="Shape 15"/>
          <p:cNvSpPr/>
          <p:nvPr/>
        </p:nvSpPr>
        <p:spPr>
          <a:xfrm>
            <a:off x="4318000" y="3492500"/>
            <a:ext cx="3302000" cy="609600"/>
          </a:xfrm>
          <a:prstGeom prst="roundRect">
            <a:avLst>
              <a:gd name="adj" fmla="val 12000"/>
            </a:avLst>
          </a:prstGeom>
          <a:solidFill>
            <a:srgbClr val="F3E8FF"/>
          </a:solidFill>
          <a:ln/>
        </p:spPr>
        <p:txBody>
          <a:bodyPr/>
          <a:lstStyle/>
          <a:p>
            <a:endParaRPr lang="en-US"/>
          </a:p>
        </p:txBody>
      </p:sp>
      <p:sp>
        <p:nvSpPr>
          <p:cNvPr id="19" name="Shape 16"/>
          <p:cNvSpPr/>
          <p:nvPr/>
        </p:nvSpPr>
        <p:spPr>
          <a:xfrm>
            <a:off x="4454525" y="3619500"/>
            <a:ext cx="412750" cy="330200"/>
          </a:xfrm>
          <a:custGeom>
            <a:avLst/>
            <a:gdLst/>
            <a:ahLst/>
            <a:cxnLst/>
            <a:rect l="l" t="t" r="r" b="b"/>
            <a:pathLst>
              <a:path w="412750" h="330200">
                <a:moveTo>
                  <a:pt x="268223" y="135756"/>
                </a:moveTo>
                <a:cubicBezTo>
                  <a:pt x="276091" y="133628"/>
                  <a:pt x="284346" y="137368"/>
                  <a:pt x="287893" y="144656"/>
                </a:cubicBezTo>
                <a:lnTo>
                  <a:pt x="299889" y="168905"/>
                </a:lnTo>
                <a:cubicBezTo>
                  <a:pt x="306531" y="169808"/>
                  <a:pt x="313045" y="171614"/>
                  <a:pt x="319172" y="174129"/>
                </a:cubicBezTo>
                <a:lnTo>
                  <a:pt x="341744" y="159102"/>
                </a:lnTo>
                <a:cubicBezTo>
                  <a:pt x="348516" y="154588"/>
                  <a:pt x="357480" y="155491"/>
                  <a:pt x="363220" y="161230"/>
                </a:cubicBezTo>
                <a:lnTo>
                  <a:pt x="375603" y="173613"/>
                </a:lnTo>
                <a:cubicBezTo>
                  <a:pt x="381342" y="179353"/>
                  <a:pt x="382245" y="188382"/>
                  <a:pt x="377731" y="195089"/>
                </a:cubicBezTo>
                <a:lnTo>
                  <a:pt x="362704" y="217597"/>
                </a:lnTo>
                <a:cubicBezTo>
                  <a:pt x="363929" y="220628"/>
                  <a:pt x="365026" y="223788"/>
                  <a:pt x="365929" y="227077"/>
                </a:cubicBezTo>
                <a:cubicBezTo>
                  <a:pt x="366832" y="230366"/>
                  <a:pt x="367412" y="233591"/>
                  <a:pt x="367863" y="236880"/>
                </a:cubicBezTo>
                <a:lnTo>
                  <a:pt x="392177" y="248875"/>
                </a:lnTo>
                <a:cubicBezTo>
                  <a:pt x="399465" y="252487"/>
                  <a:pt x="403205" y="260742"/>
                  <a:pt x="401077" y="268545"/>
                </a:cubicBezTo>
                <a:lnTo>
                  <a:pt x="396562" y="285442"/>
                </a:lnTo>
                <a:cubicBezTo>
                  <a:pt x="394434" y="293246"/>
                  <a:pt x="387147" y="298534"/>
                  <a:pt x="379021" y="298018"/>
                </a:cubicBezTo>
                <a:lnTo>
                  <a:pt x="351934" y="296277"/>
                </a:lnTo>
                <a:cubicBezTo>
                  <a:pt x="347871" y="301501"/>
                  <a:pt x="343163" y="306338"/>
                  <a:pt x="337810" y="310465"/>
                </a:cubicBezTo>
                <a:lnTo>
                  <a:pt x="339551" y="337488"/>
                </a:lnTo>
                <a:cubicBezTo>
                  <a:pt x="340067" y="345614"/>
                  <a:pt x="334779" y="352966"/>
                  <a:pt x="326975" y="355029"/>
                </a:cubicBezTo>
                <a:lnTo>
                  <a:pt x="310078" y="359544"/>
                </a:lnTo>
                <a:cubicBezTo>
                  <a:pt x="302210" y="361672"/>
                  <a:pt x="294020" y="357932"/>
                  <a:pt x="290408" y="350644"/>
                </a:cubicBezTo>
                <a:lnTo>
                  <a:pt x="278413" y="326395"/>
                </a:lnTo>
                <a:cubicBezTo>
                  <a:pt x="271770" y="325492"/>
                  <a:pt x="265256" y="323686"/>
                  <a:pt x="259130" y="321171"/>
                </a:cubicBezTo>
                <a:lnTo>
                  <a:pt x="236557" y="336198"/>
                </a:lnTo>
                <a:cubicBezTo>
                  <a:pt x="229786" y="340712"/>
                  <a:pt x="220821" y="339809"/>
                  <a:pt x="215081" y="334070"/>
                </a:cubicBezTo>
                <a:lnTo>
                  <a:pt x="202699" y="321687"/>
                </a:lnTo>
                <a:cubicBezTo>
                  <a:pt x="196959" y="315947"/>
                  <a:pt x="196056" y="306983"/>
                  <a:pt x="200571" y="300211"/>
                </a:cubicBezTo>
                <a:lnTo>
                  <a:pt x="215597" y="277639"/>
                </a:lnTo>
                <a:cubicBezTo>
                  <a:pt x="214372" y="274608"/>
                  <a:pt x="213276" y="271448"/>
                  <a:pt x="212373" y="268159"/>
                </a:cubicBezTo>
                <a:cubicBezTo>
                  <a:pt x="211470" y="264869"/>
                  <a:pt x="210889" y="261580"/>
                  <a:pt x="210438" y="258356"/>
                </a:cubicBezTo>
                <a:lnTo>
                  <a:pt x="186124" y="246360"/>
                </a:lnTo>
                <a:cubicBezTo>
                  <a:pt x="178837" y="242749"/>
                  <a:pt x="175161" y="234494"/>
                  <a:pt x="177225" y="226690"/>
                </a:cubicBezTo>
                <a:lnTo>
                  <a:pt x="181739" y="209793"/>
                </a:lnTo>
                <a:cubicBezTo>
                  <a:pt x="183867" y="201990"/>
                  <a:pt x="191155" y="196701"/>
                  <a:pt x="199281" y="197217"/>
                </a:cubicBezTo>
                <a:lnTo>
                  <a:pt x="226303" y="198958"/>
                </a:lnTo>
                <a:cubicBezTo>
                  <a:pt x="230366" y="193735"/>
                  <a:pt x="235074" y="188898"/>
                  <a:pt x="240427" y="184770"/>
                </a:cubicBezTo>
                <a:lnTo>
                  <a:pt x="238686" y="157812"/>
                </a:lnTo>
                <a:cubicBezTo>
                  <a:pt x="238170" y="149686"/>
                  <a:pt x="243458" y="142334"/>
                  <a:pt x="251262" y="140271"/>
                </a:cubicBezTo>
                <a:lnTo>
                  <a:pt x="268159" y="135756"/>
                </a:lnTo>
                <a:close/>
                <a:moveTo>
                  <a:pt x="289183" y="219273"/>
                </a:moveTo>
                <a:cubicBezTo>
                  <a:pt x="273522" y="219291"/>
                  <a:pt x="260821" y="232021"/>
                  <a:pt x="260839" y="247682"/>
                </a:cubicBezTo>
                <a:cubicBezTo>
                  <a:pt x="260856" y="263344"/>
                  <a:pt x="273586" y="276044"/>
                  <a:pt x="289247" y="276027"/>
                </a:cubicBezTo>
                <a:cubicBezTo>
                  <a:pt x="304909" y="276009"/>
                  <a:pt x="317610" y="263279"/>
                  <a:pt x="317592" y="247618"/>
                </a:cubicBezTo>
                <a:cubicBezTo>
                  <a:pt x="317574" y="231956"/>
                  <a:pt x="304844" y="219256"/>
                  <a:pt x="289183" y="219273"/>
                </a:cubicBezTo>
                <a:close/>
                <a:moveTo>
                  <a:pt x="145043" y="-29344"/>
                </a:moveTo>
                <a:lnTo>
                  <a:pt x="161940" y="-24829"/>
                </a:lnTo>
                <a:cubicBezTo>
                  <a:pt x="169743" y="-22701"/>
                  <a:pt x="175032" y="-15349"/>
                  <a:pt x="174516" y="-7288"/>
                </a:cubicBezTo>
                <a:lnTo>
                  <a:pt x="172775" y="19670"/>
                </a:lnTo>
                <a:cubicBezTo>
                  <a:pt x="178127" y="23798"/>
                  <a:pt x="182835" y="28570"/>
                  <a:pt x="186898" y="33858"/>
                </a:cubicBezTo>
                <a:lnTo>
                  <a:pt x="213985" y="32117"/>
                </a:lnTo>
                <a:cubicBezTo>
                  <a:pt x="222047" y="31601"/>
                  <a:pt x="229399" y="36890"/>
                  <a:pt x="231527" y="44693"/>
                </a:cubicBezTo>
                <a:lnTo>
                  <a:pt x="236041" y="61590"/>
                </a:lnTo>
                <a:cubicBezTo>
                  <a:pt x="238105" y="69394"/>
                  <a:pt x="234429" y="77649"/>
                  <a:pt x="227141" y="81260"/>
                </a:cubicBezTo>
                <a:lnTo>
                  <a:pt x="202828" y="93256"/>
                </a:lnTo>
                <a:cubicBezTo>
                  <a:pt x="202376" y="96545"/>
                  <a:pt x="201732" y="99834"/>
                  <a:pt x="200893" y="103059"/>
                </a:cubicBezTo>
                <a:cubicBezTo>
                  <a:pt x="200055" y="106283"/>
                  <a:pt x="198894" y="109508"/>
                  <a:pt x="197669" y="112539"/>
                </a:cubicBezTo>
                <a:lnTo>
                  <a:pt x="212695" y="135111"/>
                </a:lnTo>
                <a:cubicBezTo>
                  <a:pt x="217210" y="141883"/>
                  <a:pt x="216307" y="150847"/>
                  <a:pt x="210567" y="156587"/>
                </a:cubicBezTo>
                <a:lnTo>
                  <a:pt x="198184" y="168970"/>
                </a:lnTo>
                <a:cubicBezTo>
                  <a:pt x="192445" y="174709"/>
                  <a:pt x="183480" y="175612"/>
                  <a:pt x="176709" y="171098"/>
                </a:cubicBezTo>
                <a:lnTo>
                  <a:pt x="154136" y="156071"/>
                </a:lnTo>
                <a:cubicBezTo>
                  <a:pt x="148010" y="158586"/>
                  <a:pt x="141496" y="160392"/>
                  <a:pt x="134853" y="161295"/>
                </a:cubicBezTo>
                <a:lnTo>
                  <a:pt x="122858" y="185544"/>
                </a:lnTo>
                <a:cubicBezTo>
                  <a:pt x="119246" y="192832"/>
                  <a:pt x="110991" y="196508"/>
                  <a:pt x="103188" y="194444"/>
                </a:cubicBezTo>
                <a:lnTo>
                  <a:pt x="86291" y="189929"/>
                </a:lnTo>
                <a:cubicBezTo>
                  <a:pt x="78423" y="187801"/>
                  <a:pt x="73199" y="180449"/>
                  <a:pt x="73715" y="172388"/>
                </a:cubicBezTo>
                <a:lnTo>
                  <a:pt x="75456" y="145365"/>
                </a:lnTo>
                <a:cubicBezTo>
                  <a:pt x="70103" y="141238"/>
                  <a:pt x="65395" y="136465"/>
                  <a:pt x="61332" y="131177"/>
                </a:cubicBezTo>
                <a:lnTo>
                  <a:pt x="34245" y="132918"/>
                </a:lnTo>
                <a:cubicBezTo>
                  <a:pt x="26184" y="133434"/>
                  <a:pt x="18832" y="128146"/>
                  <a:pt x="16703" y="120342"/>
                </a:cubicBezTo>
                <a:lnTo>
                  <a:pt x="12189" y="103445"/>
                </a:lnTo>
                <a:cubicBezTo>
                  <a:pt x="10125" y="95642"/>
                  <a:pt x="13801" y="87387"/>
                  <a:pt x="21089" y="83775"/>
                </a:cubicBezTo>
                <a:lnTo>
                  <a:pt x="45403" y="71780"/>
                </a:lnTo>
                <a:cubicBezTo>
                  <a:pt x="45854" y="68491"/>
                  <a:pt x="46499" y="65266"/>
                  <a:pt x="47337" y="61977"/>
                </a:cubicBezTo>
                <a:cubicBezTo>
                  <a:pt x="48240" y="58688"/>
                  <a:pt x="49272" y="55528"/>
                  <a:pt x="50562" y="52497"/>
                </a:cubicBezTo>
                <a:lnTo>
                  <a:pt x="35535" y="29989"/>
                </a:lnTo>
                <a:cubicBezTo>
                  <a:pt x="31021" y="23217"/>
                  <a:pt x="31924" y="14253"/>
                  <a:pt x="37663" y="8513"/>
                </a:cubicBezTo>
                <a:lnTo>
                  <a:pt x="50046" y="-3870"/>
                </a:lnTo>
                <a:cubicBezTo>
                  <a:pt x="55786" y="-9609"/>
                  <a:pt x="64750" y="-10512"/>
                  <a:pt x="71522" y="-5998"/>
                </a:cubicBezTo>
                <a:lnTo>
                  <a:pt x="94094" y="9029"/>
                </a:lnTo>
                <a:cubicBezTo>
                  <a:pt x="100221" y="6514"/>
                  <a:pt x="106735" y="4708"/>
                  <a:pt x="113377" y="3805"/>
                </a:cubicBezTo>
                <a:lnTo>
                  <a:pt x="125373" y="-20444"/>
                </a:lnTo>
                <a:cubicBezTo>
                  <a:pt x="128984" y="-27732"/>
                  <a:pt x="137175" y="-31408"/>
                  <a:pt x="145043" y="-29344"/>
                </a:cubicBezTo>
                <a:close/>
                <a:moveTo>
                  <a:pt x="124083" y="54173"/>
                </a:moveTo>
                <a:cubicBezTo>
                  <a:pt x="108422" y="54173"/>
                  <a:pt x="95706" y="66889"/>
                  <a:pt x="95706" y="82550"/>
                </a:cubicBezTo>
                <a:cubicBezTo>
                  <a:pt x="95706" y="98211"/>
                  <a:pt x="108422" y="110927"/>
                  <a:pt x="124083" y="110927"/>
                </a:cubicBezTo>
                <a:cubicBezTo>
                  <a:pt x="139744" y="110927"/>
                  <a:pt x="152460" y="98211"/>
                  <a:pt x="152460" y="82550"/>
                </a:cubicBezTo>
                <a:cubicBezTo>
                  <a:pt x="152460" y="66889"/>
                  <a:pt x="139744" y="54173"/>
                  <a:pt x="124083" y="54173"/>
                </a:cubicBezTo>
                <a:close/>
              </a:path>
            </a:pathLst>
          </a:custGeom>
          <a:solidFill>
            <a:srgbClr val="6B21A8"/>
          </a:solidFill>
          <a:ln/>
        </p:spPr>
        <p:txBody>
          <a:bodyPr/>
          <a:lstStyle/>
          <a:p>
            <a:endParaRPr lang="en-US"/>
          </a:p>
        </p:txBody>
      </p:sp>
      <p:sp>
        <p:nvSpPr>
          <p:cNvPr id="20" name="Text 17"/>
          <p:cNvSpPr/>
          <p:nvPr/>
        </p:nvSpPr>
        <p:spPr>
          <a:xfrm>
            <a:off x="4927600" y="3492500"/>
            <a:ext cx="2540000" cy="609600"/>
          </a:xfrm>
          <a:prstGeom prst="rect">
            <a:avLst/>
          </a:prstGeom>
          <a:noFill/>
          <a:ln/>
        </p:spPr>
        <p:txBody>
          <a:bodyPr wrap="none" lIns="0" tIns="0" rIns="0" bIns="0" rtlCol="0" anchor="ctr"/>
          <a:lstStyle/>
          <a:p>
            <a:pPr>
              <a:lnSpc>
                <a:spcPct val="100000"/>
              </a:lnSpc>
            </a:pPr>
            <a:r>
              <a:rPr lang="en-US" sz="1600" b="1" dirty="0">
                <a:solidFill>
                  <a:srgbClr val="1E1B2E"/>
                </a:solidFill>
                <a:latin typeface="Quattrocento Sans" pitchFamily="34" charset="0"/>
                <a:ea typeface="Quattrocento Sans" pitchFamily="34" charset="-122"/>
                <a:cs typeface="Quattrocento Sans" pitchFamily="34" charset="-120"/>
              </a:rPr>
              <a:t>Functions</a:t>
            </a:r>
            <a:endParaRPr lang="en-US" sz="1600" dirty="0"/>
          </a:p>
        </p:txBody>
      </p:sp>
      <p:sp>
        <p:nvSpPr>
          <p:cNvPr id="21" name="Shape 18"/>
          <p:cNvSpPr/>
          <p:nvPr/>
        </p:nvSpPr>
        <p:spPr>
          <a:xfrm>
            <a:off x="4318000" y="4254500"/>
            <a:ext cx="3302000" cy="609600"/>
          </a:xfrm>
          <a:prstGeom prst="roundRect">
            <a:avLst>
              <a:gd name="adj" fmla="val 12000"/>
            </a:avLst>
          </a:prstGeom>
          <a:solidFill>
            <a:srgbClr val="F3E8FF"/>
          </a:solidFill>
          <a:ln/>
        </p:spPr>
        <p:txBody>
          <a:bodyPr/>
          <a:lstStyle/>
          <a:p>
            <a:endParaRPr lang="en-US"/>
          </a:p>
        </p:txBody>
      </p:sp>
      <p:sp>
        <p:nvSpPr>
          <p:cNvPr id="22" name="Shape 19"/>
          <p:cNvSpPr/>
          <p:nvPr/>
        </p:nvSpPr>
        <p:spPr>
          <a:xfrm>
            <a:off x="4495800" y="4381500"/>
            <a:ext cx="330200" cy="330200"/>
          </a:xfrm>
          <a:custGeom>
            <a:avLst/>
            <a:gdLst/>
            <a:ahLst/>
            <a:cxnLst/>
            <a:rect l="l" t="t" r="r" b="b"/>
            <a:pathLst>
              <a:path w="330200" h="330200">
                <a:moveTo>
                  <a:pt x="309627" y="123825"/>
                </a:moveTo>
                <a:lnTo>
                  <a:pt x="314722" y="123825"/>
                </a:lnTo>
                <a:cubicBezTo>
                  <a:pt x="323299" y="123825"/>
                  <a:pt x="330200" y="116924"/>
                  <a:pt x="330200" y="108347"/>
                </a:cubicBezTo>
                <a:lnTo>
                  <a:pt x="330200" y="15478"/>
                </a:lnTo>
                <a:cubicBezTo>
                  <a:pt x="330200" y="9222"/>
                  <a:pt x="326459" y="3547"/>
                  <a:pt x="320655" y="1161"/>
                </a:cubicBezTo>
                <a:cubicBezTo>
                  <a:pt x="314851" y="-1225"/>
                  <a:pt x="308208" y="129"/>
                  <a:pt x="303758" y="4514"/>
                </a:cubicBezTo>
                <a:lnTo>
                  <a:pt x="270416" y="37921"/>
                </a:lnTo>
                <a:cubicBezTo>
                  <a:pt x="241846" y="14253"/>
                  <a:pt x="205085" y="0"/>
                  <a:pt x="165100" y="0"/>
                </a:cubicBezTo>
                <a:cubicBezTo>
                  <a:pt x="81905" y="0"/>
                  <a:pt x="13092" y="61526"/>
                  <a:pt x="1677" y="141560"/>
                </a:cubicBezTo>
                <a:cubicBezTo>
                  <a:pt x="64" y="152846"/>
                  <a:pt x="7868" y="163294"/>
                  <a:pt x="19154" y="164907"/>
                </a:cubicBezTo>
                <a:cubicBezTo>
                  <a:pt x="30440" y="166519"/>
                  <a:pt x="40888" y="158651"/>
                  <a:pt x="42500" y="147429"/>
                </a:cubicBezTo>
                <a:cubicBezTo>
                  <a:pt x="51078" y="87387"/>
                  <a:pt x="102736" y="41275"/>
                  <a:pt x="165100" y="41275"/>
                </a:cubicBezTo>
                <a:cubicBezTo>
                  <a:pt x="193735" y="41275"/>
                  <a:pt x="220047" y="50949"/>
                  <a:pt x="241007" y="67265"/>
                </a:cubicBezTo>
                <a:lnTo>
                  <a:pt x="210889" y="97383"/>
                </a:lnTo>
                <a:cubicBezTo>
                  <a:pt x="206439" y="101833"/>
                  <a:pt x="205150" y="108476"/>
                  <a:pt x="207536" y="114280"/>
                </a:cubicBezTo>
                <a:cubicBezTo>
                  <a:pt x="209922" y="120084"/>
                  <a:pt x="215597" y="123825"/>
                  <a:pt x="221853" y="123825"/>
                </a:cubicBezTo>
                <a:lnTo>
                  <a:pt x="309627" y="123825"/>
                </a:lnTo>
                <a:close/>
                <a:moveTo>
                  <a:pt x="328588" y="188640"/>
                </a:moveTo>
                <a:cubicBezTo>
                  <a:pt x="330200" y="177354"/>
                  <a:pt x="322332" y="166906"/>
                  <a:pt x="311110" y="165293"/>
                </a:cubicBezTo>
                <a:cubicBezTo>
                  <a:pt x="299889" y="163681"/>
                  <a:pt x="289376" y="171549"/>
                  <a:pt x="287764" y="182771"/>
                </a:cubicBezTo>
                <a:cubicBezTo>
                  <a:pt x="279187" y="242749"/>
                  <a:pt x="227528" y="288861"/>
                  <a:pt x="165164" y="288861"/>
                </a:cubicBezTo>
                <a:cubicBezTo>
                  <a:pt x="136530" y="288861"/>
                  <a:pt x="110217" y="279187"/>
                  <a:pt x="89257" y="262870"/>
                </a:cubicBezTo>
                <a:lnTo>
                  <a:pt x="119311" y="232817"/>
                </a:lnTo>
                <a:cubicBezTo>
                  <a:pt x="123761" y="228367"/>
                  <a:pt x="125050" y="221724"/>
                  <a:pt x="122664" y="215920"/>
                </a:cubicBezTo>
                <a:cubicBezTo>
                  <a:pt x="120278" y="210116"/>
                  <a:pt x="114603" y="206375"/>
                  <a:pt x="108347" y="206375"/>
                </a:cubicBezTo>
                <a:lnTo>
                  <a:pt x="15478" y="206375"/>
                </a:lnTo>
                <a:cubicBezTo>
                  <a:pt x="6901" y="206375"/>
                  <a:pt x="0" y="213276"/>
                  <a:pt x="0" y="221853"/>
                </a:cubicBezTo>
                <a:lnTo>
                  <a:pt x="0" y="314722"/>
                </a:lnTo>
                <a:cubicBezTo>
                  <a:pt x="0" y="320978"/>
                  <a:pt x="3741" y="326653"/>
                  <a:pt x="9545" y="329039"/>
                </a:cubicBezTo>
                <a:cubicBezTo>
                  <a:pt x="15349" y="331425"/>
                  <a:pt x="21992" y="330071"/>
                  <a:pt x="26442" y="325686"/>
                </a:cubicBezTo>
                <a:lnTo>
                  <a:pt x="59849" y="292279"/>
                </a:lnTo>
                <a:cubicBezTo>
                  <a:pt x="88354" y="315947"/>
                  <a:pt x="125115" y="330200"/>
                  <a:pt x="165100" y="330200"/>
                </a:cubicBezTo>
                <a:cubicBezTo>
                  <a:pt x="248295" y="330200"/>
                  <a:pt x="317108" y="268674"/>
                  <a:pt x="328523" y="188640"/>
                </a:cubicBezTo>
                <a:close/>
              </a:path>
            </a:pathLst>
          </a:custGeom>
          <a:solidFill>
            <a:srgbClr val="6B21A8"/>
          </a:solidFill>
          <a:ln/>
        </p:spPr>
        <p:txBody>
          <a:bodyPr/>
          <a:lstStyle/>
          <a:p>
            <a:endParaRPr lang="en-US"/>
          </a:p>
        </p:txBody>
      </p:sp>
      <p:sp>
        <p:nvSpPr>
          <p:cNvPr id="23" name="Text 20"/>
          <p:cNvSpPr/>
          <p:nvPr/>
        </p:nvSpPr>
        <p:spPr>
          <a:xfrm>
            <a:off x="4927600" y="4254500"/>
            <a:ext cx="2540000" cy="609600"/>
          </a:xfrm>
          <a:prstGeom prst="rect">
            <a:avLst/>
          </a:prstGeom>
          <a:noFill/>
          <a:ln/>
        </p:spPr>
        <p:txBody>
          <a:bodyPr wrap="none" lIns="0" tIns="0" rIns="0" bIns="0" rtlCol="0" anchor="ctr"/>
          <a:lstStyle/>
          <a:p>
            <a:pPr>
              <a:lnSpc>
                <a:spcPct val="100000"/>
              </a:lnSpc>
            </a:pPr>
            <a:r>
              <a:rPr lang="en-US" sz="1600" b="1" dirty="0">
                <a:solidFill>
                  <a:srgbClr val="1E1B2E"/>
                </a:solidFill>
                <a:latin typeface="Quattrocento Sans" pitchFamily="34" charset="0"/>
                <a:ea typeface="Quattrocento Sans" pitchFamily="34" charset="-122"/>
                <a:cs typeface="Quattrocento Sans" pitchFamily="34" charset="-120"/>
              </a:rPr>
              <a:t>Loops</a:t>
            </a:r>
            <a:endParaRPr lang="en-US" sz="1600" dirty="0"/>
          </a:p>
        </p:txBody>
      </p:sp>
      <p:sp>
        <p:nvSpPr>
          <p:cNvPr id="24" name="Shape 21"/>
          <p:cNvSpPr/>
          <p:nvPr/>
        </p:nvSpPr>
        <p:spPr>
          <a:xfrm>
            <a:off x="4318000" y="5016500"/>
            <a:ext cx="3302000" cy="609600"/>
          </a:xfrm>
          <a:prstGeom prst="roundRect">
            <a:avLst>
              <a:gd name="adj" fmla="val 12000"/>
            </a:avLst>
          </a:prstGeom>
          <a:solidFill>
            <a:srgbClr val="F3E8FF"/>
          </a:solidFill>
          <a:ln/>
        </p:spPr>
        <p:txBody>
          <a:bodyPr/>
          <a:lstStyle/>
          <a:p>
            <a:endParaRPr lang="en-US"/>
          </a:p>
        </p:txBody>
      </p:sp>
      <p:sp>
        <p:nvSpPr>
          <p:cNvPr id="25" name="Shape 22"/>
          <p:cNvSpPr/>
          <p:nvPr/>
        </p:nvSpPr>
        <p:spPr>
          <a:xfrm>
            <a:off x="4495800" y="5143500"/>
            <a:ext cx="330200" cy="330200"/>
          </a:xfrm>
          <a:custGeom>
            <a:avLst/>
            <a:gdLst/>
            <a:ahLst/>
            <a:cxnLst/>
            <a:rect l="l" t="t" r="r" b="b"/>
            <a:pathLst>
              <a:path w="330200" h="330200">
                <a:moveTo>
                  <a:pt x="0" y="46434"/>
                </a:moveTo>
                <a:cubicBezTo>
                  <a:pt x="0" y="37921"/>
                  <a:pt x="6901" y="30956"/>
                  <a:pt x="15478" y="30956"/>
                </a:cubicBezTo>
                <a:lnTo>
                  <a:pt x="46434" y="30956"/>
                </a:lnTo>
                <a:cubicBezTo>
                  <a:pt x="55012" y="30956"/>
                  <a:pt x="61912" y="37857"/>
                  <a:pt x="61912" y="46434"/>
                </a:cubicBezTo>
                <a:lnTo>
                  <a:pt x="61912" y="113506"/>
                </a:lnTo>
                <a:lnTo>
                  <a:pt x="77391" y="113506"/>
                </a:lnTo>
                <a:cubicBezTo>
                  <a:pt x="85968" y="113506"/>
                  <a:pt x="92869" y="120407"/>
                  <a:pt x="92869" y="128984"/>
                </a:cubicBezTo>
                <a:cubicBezTo>
                  <a:pt x="92869" y="137562"/>
                  <a:pt x="85968" y="144463"/>
                  <a:pt x="77391" y="144463"/>
                </a:cubicBezTo>
                <a:lnTo>
                  <a:pt x="15478" y="144463"/>
                </a:lnTo>
                <a:cubicBezTo>
                  <a:pt x="6901" y="144463"/>
                  <a:pt x="0" y="137562"/>
                  <a:pt x="0" y="128984"/>
                </a:cubicBezTo>
                <a:cubicBezTo>
                  <a:pt x="0" y="120407"/>
                  <a:pt x="6901" y="113506"/>
                  <a:pt x="15478" y="113506"/>
                </a:cubicBezTo>
                <a:lnTo>
                  <a:pt x="30956" y="113506"/>
                </a:lnTo>
                <a:lnTo>
                  <a:pt x="30956" y="61912"/>
                </a:lnTo>
                <a:lnTo>
                  <a:pt x="15478" y="61912"/>
                </a:lnTo>
                <a:cubicBezTo>
                  <a:pt x="6901" y="61912"/>
                  <a:pt x="0" y="55012"/>
                  <a:pt x="0" y="46434"/>
                </a:cubicBezTo>
                <a:close/>
                <a:moveTo>
                  <a:pt x="19606" y="194250"/>
                </a:moveTo>
                <a:cubicBezTo>
                  <a:pt x="26958" y="188704"/>
                  <a:pt x="35922" y="185738"/>
                  <a:pt x="45145" y="185738"/>
                </a:cubicBezTo>
                <a:lnTo>
                  <a:pt x="48305" y="185738"/>
                </a:lnTo>
                <a:cubicBezTo>
                  <a:pt x="70039" y="185738"/>
                  <a:pt x="87709" y="203408"/>
                  <a:pt x="87709" y="225142"/>
                </a:cubicBezTo>
                <a:cubicBezTo>
                  <a:pt x="87709" y="237783"/>
                  <a:pt x="81647" y="249585"/>
                  <a:pt x="71457" y="257001"/>
                </a:cubicBezTo>
                <a:lnTo>
                  <a:pt x="55979" y="268288"/>
                </a:lnTo>
                <a:lnTo>
                  <a:pt x="77391" y="268288"/>
                </a:lnTo>
                <a:cubicBezTo>
                  <a:pt x="85968" y="268288"/>
                  <a:pt x="92869" y="275188"/>
                  <a:pt x="92869" y="283766"/>
                </a:cubicBezTo>
                <a:cubicBezTo>
                  <a:pt x="92869" y="292343"/>
                  <a:pt x="85968" y="299244"/>
                  <a:pt x="77391" y="299244"/>
                </a:cubicBezTo>
                <a:lnTo>
                  <a:pt x="18896" y="299244"/>
                </a:lnTo>
                <a:cubicBezTo>
                  <a:pt x="8448" y="299244"/>
                  <a:pt x="0" y="290795"/>
                  <a:pt x="0" y="280348"/>
                </a:cubicBezTo>
                <a:cubicBezTo>
                  <a:pt x="0" y="274285"/>
                  <a:pt x="2902" y="268610"/>
                  <a:pt x="7804" y="265063"/>
                </a:cubicBezTo>
                <a:lnTo>
                  <a:pt x="53271" y="231978"/>
                </a:lnTo>
                <a:cubicBezTo>
                  <a:pt x="55463" y="230366"/>
                  <a:pt x="56753" y="227851"/>
                  <a:pt x="56753" y="225142"/>
                </a:cubicBezTo>
                <a:cubicBezTo>
                  <a:pt x="56753" y="220499"/>
                  <a:pt x="52948" y="216694"/>
                  <a:pt x="48305" y="216694"/>
                </a:cubicBezTo>
                <a:lnTo>
                  <a:pt x="45145" y="216694"/>
                </a:lnTo>
                <a:cubicBezTo>
                  <a:pt x="42629" y="216694"/>
                  <a:pt x="40179" y="217532"/>
                  <a:pt x="38179" y="219015"/>
                </a:cubicBezTo>
                <a:lnTo>
                  <a:pt x="24765" y="229076"/>
                </a:lnTo>
                <a:cubicBezTo>
                  <a:pt x="17929" y="234236"/>
                  <a:pt x="8255" y="232817"/>
                  <a:pt x="3096" y="225981"/>
                </a:cubicBezTo>
                <a:cubicBezTo>
                  <a:pt x="-2064" y="219144"/>
                  <a:pt x="-645" y="209471"/>
                  <a:pt x="6191" y="204311"/>
                </a:cubicBezTo>
                <a:lnTo>
                  <a:pt x="19606" y="194250"/>
                </a:lnTo>
                <a:close/>
                <a:moveTo>
                  <a:pt x="144463" y="41275"/>
                </a:moveTo>
                <a:lnTo>
                  <a:pt x="309563" y="41275"/>
                </a:lnTo>
                <a:cubicBezTo>
                  <a:pt x="320978" y="41275"/>
                  <a:pt x="330200" y="50497"/>
                  <a:pt x="330200" y="61912"/>
                </a:cubicBezTo>
                <a:cubicBezTo>
                  <a:pt x="330200" y="73328"/>
                  <a:pt x="320978" y="82550"/>
                  <a:pt x="309563" y="82550"/>
                </a:cubicBezTo>
                <a:lnTo>
                  <a:pt x="144463" y="82550"/>
                </a:lnTo>
                <a:cubicBezTo>
                  <a:pt x="133047" y="82550"/>
                  <a:pt x="123825" y="73328"/>
                  <a:pt x="123825" y="61912"/>
                </a:cubicBezTo>
                <a:cubicBezTo>
                  <a:pt x="123825" y="50497"/>
                  <a:pt x="133047" y="41275"/>
                  <a:pt x="144463" y="41275"/>
                </a:cubicBezTo>
                <a:close/>
                <a:moveTo>
                  <a:pt x="144463" y="144463"/>
                </a:moveTo>
                <a:lnTo>
                  <a:pt x="309563" y="144463"/>
                </a:lnTo>
                <a:cubicBezTo>
                  <a:pt x="320978" y="144463"/>
                  <a:pt x="330200" y="153685"/>
                  <a:pt x="330200" y="165100"/>
                </a:cubicBezTo>
                <a:cubicBezTo>
                  <a:pt x="330200" y="176515"/>
                  <a:pt x="320978" y="185738"/>
                  <a:pt x="309563" y="185738"/>
                </a:cubicBezTo>
                <a:lnTo>
                  <a:pt x="144463" y="185738"/>
                </a:lnTo>
                <a:cubicBezTo>
                  <a:pt x="133047" y="185738"/>
                  <a:pt x="123825" y="176515"/>
                  <a:pt x="123825" y="165100"/>
                </a:cubicBezTo>
                <a:cubicBezTo>
                  <a:pt x="123825" y="153685"/>
                  <a:pt x="133047" y="144463"/>
                  <a:pt x="144463" y="144463"/>
                </a:cubicBezTo>
                <a:close/>
                <a:moveTo>
                  <a:pt x="144463" y="247650"/>
                </a:moveTo>
                <a:lnTo>
                  <a:pt x="309563" y="247650"/>
                </a:lnTo>
                <a:cubicBezTo>
                  <a:pt x="320978" y="247650"/>
                  <a:pt x="330200" y="256872"/>
                  <a:pt x="330200" y="268288"/>
                </a:cubicBezTo>
                <a:cubicBezTo>
                  <a:pt x="330200" y="279703"/>
                  <a:pt x="320978" y="288925"/>
                  <a:pt x="309563" y="288925"/>
                </a:cubicBezTo>
                <a:lnTo>
                  <a:pt x="144463" y="288925"/>
                </a:lnTo>
                <a:cubicBezTo>
                  <a:pt x="133047" y="288925"/>
                  <a:pt x="123825" y="279703"/>
                  <a:pt x="123825" y="268288"/>
                </a:cubicBezTo>
                <a:cubicBezTo>
                  <a:pt x="123825" y="256872"/>
                  <a:pt x="133047" y="247650"/>
                  <a:pt x="144463" y="247650"/>
                </a:cubicBezTo>
                <a:close/>
              </a:path>
            </a:pathLst>
          </a:custGeom>
          <a:solidFill>
            <a:srgbClr val="6B21A8"/>
          </a:solidFill>
          <a:ln/>
        </p:spPr>
        <p:txBody>
          <a:bodyPr/>
          <a:lstStyle/>
          <a:p>
            <a:endParaRPr lang="en-US"/>
          </a:p>
        </p:txBody>
      </p:sp>
      <p:sp>
        <p:nvSpPr>
          <p:cNvPr id="26" name="Text 23"/>
          <p:cNvSpPr/>
          <p:nvPr/>
        </p:nvSpPr>
        <p:spPr>
          <a:xfrm>
            <a:off x="4927600" y="5016500"/>
            <a:ext cx="2540000" cy="609600"/>
          </a:xfrm>
          <a:prstGeom prst="rect">
            <a:avLst/>
          </a:prstGeom>
          <a:noFill/>
          <a:ln/>
        </p:spPr>
        <p:txBody>
          <a:bodyPr wrap="none" lIns="0" tIns="0" rIns="0" bIns="0" rtlCol="0" anchor="ctr"/>
          <a:lstStyle/>
          <a:p>
            <a:pPr>
              <a:lnSpc>
                <a:spcPct val="100000"/>
              </a:lnSpc>
            </a:pPr>
            <a:r>
              <a:rPr lang="en-US" sz="1600" b="1" dirty="0">
                <a:solidFill>
                  <a:srgbClr val="1E1B2E"/>
                </a:solidFill>
                <a:latin typeface="Quattrocento Sans" pitchFamily="34" charset="0"/>
                <a:ea typeface="Quattrocento Sans" pitchFamily="34" charset="-122"/>
                <a:cs typeface="Quattrocento Sans" pitchFamily="34" charset="-120"/>
              </a:rPr>
              <a:t>Arrays</a:t>
            </a:r>
            <a:endParaRPr lang="en-US" sz="1600" dirty="0"/>
          </a:p>
        </p:txBody>
      </p:sp>
      <p:sp>
        <p:nvSpPr>
          <p:cNvPr id="27" name="Text 24"/>
          <p:cNvSpPr/>
          <p:nvPr/>
        </p:nvSpPr>
        <p:spPr>
          <a:xfrm>
            <a:off x="8382000" y="2032000"/>
            <a:ext cx="5080000" cy="381000"/>
          </a:xfrm>
          <a:prstGeom prst="rect">
            <a:avLst/>
          </a:prstGeom>
          <a:noFill/>
          <a:ln/>
        </p:spPr>
        <p:txBody>
          <a:bodyPr wrap="none" lIns="0" tIns="0" rIns="0" bIns="0" rtlCol="0" anchor="ctr"/>
          <a:lstStyle/>
          <a:p>
            <a:pPr>
              <a:lnSpc>
                <a:spcPct val="100000"/>
              </a:lnSpc>
            </a:pPr>
            <a:r>
              <a:rPr lang="en-US" sz="2000" b="1" dirty="0">
                <a:solidFill>
                  <a:srgbClr val="6B21A8"/>
                </a:solidFill>
                <a:latin typeface="Liter" pitchFamily="34" charset="0"/>
                <a:ea typeface="Liter" pitchFamily="34" charset="-122"/>
                <a:cs typeface="Liter" pitchFamily="34" charset="-120"/>
              </a:rPr>
              <a:t>Client → Server → Browser</a:t>
            </a:r>
            <a:endParaRPr lang="en-US" sz="1600" dirty="0"/>
          </a:p>
        </p:txBody>
      </p:sp>
      <p:sp>
        <p:nvSpPr>
          <p:cNvPr id="28" name="Shape 25"/>
          <p:cNvSpPr/>
          <p:nvPr/>
        </p:nvSpPr>
        <p:spPr>
          <a:xfrm>
            <a:off x="8382000" y="2667000"/>
            <a:ext cx="7112000" cy="3302000"/>
          </a:xfrm>
          <a:prstGeom prst="roundRect">
            <a:avLst>
              <a:gd name="adj" fmla="val 8000"/>
            </a:avLst>
          </a:prstGeom>
          <a:gradFill flip="none" rotWithShape="1">
            <a:gsLst>
              <a:gs pos="0">
                <a:srgbClr val="F3E8FF"/>
              </a:gs>
              <a:gs pos="100000">
                <a:srgbClr val="E9D5FF"/>
              </a:gs>
            </a:gsLst>
            <a:lin ang="10800000" scaled="1"/>
          </a:gradFill>
          <a:ln/>
        </p:spPr>
        <p:txBody>
          <a:bodyPr/>
          <a:lstStyle/>
          <a:p>
            <a:endParaRPr lang="en-US"/>
          </a:p>
        </p:txBody>
      </p:sp>
      <p:sp>
        <p:nvSpPr>
          <p:cNvPr id="29" name="Shape 26"/>
          <p:cNvSpPr/>
          <p:nvPr/>
        </p:nvSpPr>
        <p:spPr>
          <a:xfrm>
            <a:off x="8763000" y="3048000"/>
            <a:ext cx="1905000" cy="1016000"/>
          </a:xfrm>
          <a:prstGeom prst="roundRect">
            <a:avLst>
              <a:gd name="adj" fmla="val 12000"/>
            </a:avLst>
          </a:prstGeom>
          <a:solidFill>
            <a:srgbClr val="6B21A8"/>
          </a:solidFill>
          <a:ln/>
          <a:effectLst>
            <a:outerShdw blurRad="101600" dist="38100" dir="5400000" algn="bl" rotWithShape="0">
              <a:srgbClr val="6B21A8">
                <a:alpha val="18824"/>
              </a:srgbClr>
            </a:outerShdw>
          </a:effectLst>
        </p:spPr>
        <p:txBody>
          <a:bodyPr/>
          <a:lstStyle/>
          <a:p>
            <a:endParaRPr lang="en-US"/>
          </a:p>
        </p:txBody>
      </p:sp>
      <p:sp>
        <p:nvSpPr>
          <p:cNvPr id="30" name="Shape 27"/>
          <p:cNvSpPr/>
          <p:nvPr/>
        </p:nvSpPr>
        <p:spPr>
          <a:xfrm>
            <a:off x="9451975" y="3149600"/>
            <a:ext cx="400050" cy="457200"/>
          </a:xfrm>
          <a:custGeom>
            <a:avLst/>
            <a:gdLst/>
            <a:ahLst/>
            <a:cxnLst/>
            <a:rect l="l" t="t" r="r" b="b"/>
            <a:pathLst>
              <a:path w="400050" h="457200">
                <a:moveTo>
                  <a:pt x="200025" y="221456"/>
                </a:moveTo>
                <a:cubicBezTo>
                  <a:pt x="259166" y="221456"/>
                  <a:pt x="307181" y="173441"/>
                  <a:pt x="307181" y="114300"/>
                </a:cubicBezTo>
                <a:cubicBezTo>
                  <a:pt x="307181" y="55159"/>
                  <a:pt x="259166" y="7144"/>
                  <a:pt x="200025" y="7144"/>
                </a:cubicBezTo>
                <a:cubicBezTo>
                  <a:pt x="140884" y="7144"/>
                  <a:pt x="92869" y="55159"/>
                  <a:pt x="92869" y="114300"/>
                </a:cubicBezTo>
                <a:cubicBezTo>
                  <a:pt x="92869" y="173441"/>
                  <a:pt x="140884" y="221456"/>
                  <a:pt x="200025" y="221456"/>
                </a:cubicBezTo>
                <a:close/>
                <a:moveTo>
                  <a:pt x="173504" y="271463"/>
                </a:moveTo>
                <a:cubicBezTo>
                  <a:pt x="85546" y="271463"/>
                  <a:pt x="14288" y="342721"/>
                  <a:pt x="14288" y="430679"/>
                </a:cubicBezTo>
                <a:cubicBezTo>
                  <a:pt x="14288" y="445324"/>
                  <a:pt x="26164" y="457200"/>
                  <a:pt x="40809" y="457200"/>
                </a:cubicBezTo>
                <a:lnTo>
                  <a:pt x="359241" y="457200"/>
                </a:lnTo>
                <a:cubicBezTo>
                  <a:pt x="373886" y="457200"/>
                  <a:pt x="385763" y="445324"/>
                  <a:pt x="385763" y="430679"/>
                </a:cubicBezTo>
                <a:cubicBezTo>
                  <a:pt x="385763" y="342721"/>
                  <a:pt x="314504" y="271463"/>
                  <a:pt x="226546" y="271463"/>
                </a:cubicBezTo>
                <a:lnTo>
                  <a:pt x="173504" y="271463"/>
                </a:lnTo>
                <a:close/>
              </a:path>
            </a:pathLst>
          </a:custGeom>
          <a:solidFill>
            <a:srgbClr val="FFFFFF"/>
          </a:solidFill>
          <a:ln/>
        </p:spPr>
        <p:txBody>
          <a:bodyPr/>
          <a:lstStyle/>
          <a:p>
            <a:endParaRPr lang="en-US"/>
          </a:p>
        </p:txBody>
      </p:sp>
      <p:sp>
        <p:nvSpPr>
          <p:cNvPr id="31" name="Text 28"/>
          <p:cNvSpPr/>
          <p:nvPr/>
        </p:nvSpPr>
        <p:spPr>
          <a:xfrm>
            <a:off x="8763000" y="3683000"/>
            <a:ext cx="1905000" cy="279400"/>
          </a:xfrm>
          <a:prstGeom prst="rect">
            <a:avLst/>
          </a:prstGeom>
          <a:noFill/>
          <a:ln/>
        </p:spPr>
        <p:txBody>
          <a:bodyPr wrap="none" lIns="0" tIns="0" rIns="0" bIns="0" rtlCol="0" anchor="ctr"/>
          <a:lstStyle/>
          <a:p>
            <a:pPr algn="ctr">
              <a:lnSpc>
                <a:spcPct val="100000"/>
              </a:lnSpc>
            </a:pPr>
            <a:r>
              <a:rPr lang="en-US" sz="1300" b="1" dirty="0">
                <a:solidFill>
                  <a:srgbClr val="FFFFFF"/>
                </a:solidFill>
                <a:latin typeface="Liter" pitchFamily="34" charset="0"/>
                <a:ea typeface="Liter" pitchFamily="34" charset="-122"/>
                <a:cs typeface="Liter" pitchFamily="34" charset="-120"/>
              </a:rPr>
              <a:t>CLIENT</a:t>
            </a:r>
            <a:endParaRPr lang="en-US" sz="1600" dirty="0"/>
          </a:p>
        </p:txBody>
      </p:sp>
      <p:sp>
        <p:nvSpPr>
          <p:cNvPr id="32" name="Shape 29"/>
          <p:cNvSpPr/>
          <p:nvPr/>
        </p:nvSpPr>
        <p:spPr>
          <a:xfrm>
            <a:off x="10795000" y="3492500"/>
            <a:ext cx="762000" cy="0"/>
          </a:xfrm>
          <a:prstGeom prst="straightConnector1">
            <a:avLst/>
          </a:prstGeom>
          <a:noFill/>
          <a:ln w="25400">
            <a:solidFill>
              <a:srgbClr val="6B21A8"/>
            </a:solidFill>
            <a:prstDash val="solid"/>
            <a:headEnd type="none"/>
            <a:tailEnd type="arrow"/>
          </a:ln>
        </p:spPr>
        <p:txBody>
          <a:bodyPr/>
          <a:lstStyle/>
          <a:p>
            <a:endParaRPr lang="en-US"/>
          </a:p>
        </p:txBody>
      </p:sp>
      <p:sp>
        <p:nvSpPr>
          <p:cNvPr id="33" name="Text 30"/>
          <p:cNvSpPr/>
          <p:nvPr/>
        </p:nvSpPr>
        <p:spPr>
          <a:xfrm>
            <a:off x="10795000" y="3238500"/>
            <a:ext cx="762000" cy="228600"/>
          </a:xfrm>
          <a:prstGeom prst="rect">
            <a:avLst/>
          </a:prstGeom>
          <a:noFill/>
          <a:ln/>
        </p:spPr>
        <p:txBody>
          <a:bodyPr wrap="none" lIns="0" tIns="0" rIns="0" bIns="0" rtlCol="0" anchor="ctr"/>
          <a:lstStyle/>
          <a:p>
            <a:pPr algn="ctr">
              <a:lnSpc>
                <a:spcPct val="100000"/>
              </a:lnSpc>
            </a:pPr>
            <a:r>
              <a:rPr lang="en-US" sz="1000" dirty="0">
                <a:solidFill>
                  <a:srgbClr val="6B21A8"/>
                </a:solidFill>
                <a:latin typeface="Quattrocento Sans" pitchFamily="34" charset="0"/>
                <a:ea typeface="Quattrocento Sans" pitchFamily="34" charset="-122"/>
                <a:cs typeface="Quattrocento Sans" pitchFamily="34" charset="-120"/>
              </a:rPr>
              <a:t>Request</a:t>
            </a:r>
            <a:endParaRPr lang="en-US" sz="1600" dirty="0"/>
          </a:p>
        </p:txBody>
      </p:sp>
      <p:sp>
        <p:nvSpPr>
          <p:cNvPr id="34" name="Shape 31"/>
          <p:cNvSpPr/>
          <p:nvPr/>
        </p:nvSpPr>
        <p:spPr>
          <a:xfrm>
            <a:off x="11684000" y="3048000"/>
            <a:ext cx="1905000" cy="1016000"/>
          </a:xfrm>
          <a:prstGeom prst="roundRect">
            <a:avLst>
              <a:gd name="adj" fmla="val 12000"/>
            </a:avLst>
          </a:prstGeom>
          <a:solidFill>
            <a:srgbClr val="A855F7"/>
          </a:solidFill>
          <a:ln/>
          <a:effectLst>
            <a:outerShdw blurRad="101600" dist="38100" dir="5400000" algn="bl" rotWithShape="0">
              <a:srgbClr val="A855F7">
                <a:alpha val="18824"/>
              </a:srgbClr>
            </a:outerShdw>
          </a:effectLst>
        </p:spPr>
        <p:txBody>
          <a:bodyPr/>
          <a:lstStyle/>
          <a:p>
            <a:endParaRPr lang="en-US"/>
          </a:p>
        </p:txBody>
      </p:sp>
      <p:sp>
        <p:nvSpPr>
          <p:cNvPr id="35" name="Shape 32"/>
          <p:cNvSpPr/>
          <p:nvPr/>
        </p:nvSpPr>
        <p:spPr>
          <a:xfrm>
            <a:off x="12372975" y="3149600"/>
            <a:ext cx="400050" cy="457200"/>
          </a:xfrm>
          <a:custGeom>
            <a:avLst/>
            <a:gdLst/>
            <a:ahLst/>
            <a:cxnLst/>
            <a:rect l="l" t="t" r="r" b="b"/>
            <a:pathLst>
              <a:path w="400050" h="457200">
                <a:moveTo>
                  <a:pt x="57150" y="28575"/>
                </a:moveTo>
                <a:cubicBezTo>
                  <a:pt x="25628" y="28575"/>
                  <a:pt x="0" y="54203"/>
                  <a:pt x="0" y="85725"/>
                </a:cubicBezTo>
                <a:lnTo>
                  <a:pt x="0" y="142875"/>
                </a:lnTo>
                <a:cubicBezTo>
                  <a:pt x="0" y="174397"/>
                  <a:pt x="25628" y="200025"/>
                  <a:pt x="57150" y="200025"/>
                </a:cubicBezTo>
                <a:lnTo>
                  <a:pt x="342900" y="200025"/>
                </a:lnTo>
                <a:cubicBezTo>
                  <a:pt x="374422" y="200025"/>
                  <a:pt x="400050" y="174397"/>
                  <a:pt x="400050" y="142875"/>
                </a:cubicBezTo>
                <a:lnTo>
                  <a:pt x="400050" y="85725"/>
                </a:lnTo>
                <a:cubicBezTo>
                  <a:pt x="400050" y="54203"/>
                  <a:pt x="374422" y="28575"/>
                  <a:pt x="342900" y="28575"/>
                </a:cubicBezTo>
                <a:lnTo>
                  <a:pt x="57150" y="28575"/>
                </a:lnTo>
                <a:close/>
                <a:moveTo>
                  <a:pt x="250031" y="92869"/>
                </a:moveTo>
                <a:cubicBezTo>
                  <a:pt x="261859" y="92869"/>
                  <a:pt x="271463" y="102472"/>
                  <a:pt x="271463" y="114300"/>
                </a:cubicBezTo>
                <a:cubicBezTo>
                  <a:pt x="271463" y="126128"/>
                  <a:pt x="261859" y="135731"/>
                  <a:pt x="250031" y="135731"/>
                </a:cubicBezTo>
                <a:cubicBezTo>
                  <a:pt x="238203" y="135731"/>
                  <a:pt x="228600" y="126128"/>
                  <a:pt x="228600" y="114300"/>
                </a:cubicBezTo>
                <a:cubicBezTo>
                  <a:pt x="228600" y="102472"/>
                  <a:pt x="238203" y="92869"/>
                  <a:pt x="250031" y="92869"/>
                </a:cubicBezTo>
                <a:close/>
                <a:moveTo>
                  <a:pt x="300038" y="114300"/>
                </a:moveTo>
                <a:cubicBezTo>
                  <a:pt x="300038" y="102472"/>
                  <a:pt x="309641" y="92869"/>
                  <a:pt x="321469" y="92869"/>
                </a:cubicBezTo>
                <a:cubicBezTo>
                  <a:pt x="333297" y="92869"/>
                  <a:pt x="342900" y="102472"/>
                  <a:pt x="342900" y="114300"/>
                </a:cubicBezTo>
                <a:cubicBezTo>
                  <a:pt x="342900" y="126128"/>
                  <a:pt x="333297" y="135731"/>
                  <a:pt x="321469" y="135731"/>
                </a:cubicBezTo>
                <a:cubicBezTo>
                  <a:pt x="309641" y="135731"/>
                  <a:pt x="300038" y="126128"/>
                  <a:pt x="300038" y="114300"/>
                </a:cubicBezTo>
                <a:close/>
                <a:moveTo>
                  <a:pt x="57150" y="257175"/>
                </a:moveTo>
                <a:cubicBezTo>
                  <a:pt x="25628" y="257175"/>
                  <a:pt x="0" y="282803"/>
                  <a:pt x="0" y="314325"/>
                </a:cubicBezTo>
                <a:lnTo>
                  <a:pt x="0" y="371475"/>
                </a:lnTo>
                <a:cubicBezTo>
                  <a:pt x="0" y="402997"/>
                  <a:pt x="25628" y="428625"/>
                  <a:pt x="57150" y="428625"/>
                </a:cubicBezTo>
                <a:lnTo>
                  <a:pt x="342900" y="428625"/>
                </a:lnTo>
                <a:cubicBezTo>
                  <a:pt x="374422" y="428625"/>
                  <a:pt x="400050" y="402997"/>
                  <a:pt x="400050" y="371475"/>
                </a:cubicBezTo>
                <a:lnTo>
                  <a:pt x="400050" y="314325"/>
                </a:lnTo>
                <a:cubicBezTo>
                  <a:pt x="400050" y="282803"/>
                  <a:pt x="374422" y="257175"/>
                  <a:pt x="342900" y="257175"/>
                </a:cubicBezTo>
                <a:lnTo>
                  <a:pt x="57150" y="257175"/>
                </a:lnTo>
                <a:close/>
                <a:moveTo>
                  <a:pt x="250031" y="321469"/>
                </a:moveTo>
                <a:cubicBezTo>
                  <a:pt x="261859" y="321469"/>
                  <a:pt x="271463" y="331072"/>
                  <a:pt x="271463" y="342900"/>
                </a:cubicBezTo>
                <a:cubicBezTo>
                  <a:pt x="271463" y="354728"/>
                  <a:pt x="261859" y="364331"/>
                  <a:pt x="250031" y="364331"/>
                </a:cubicBezTo>
                <a:cubicBezTo>
                  <a:pt x="238203" y="364331"/>
                  <a:pt x="228600" y="354728"/>
                  <a:pt x="228600" y="342900"/>
                </a:cubicBezTo>
                <a:cubicBezTo>
                  <a:pt x="228600" y="331072"/>
                  <a:pt x="238203" y="321469"/>
                  <a:pt x="250031" y="321469"/>
                </a:cubicBezTo>
                <a:close/>
                <a:moveTo>
                  <a:pt x="300038" y="342900"/>
                </a:moveTo>
                <a:cubicBezTo>
                  <a:pt x="300038" y="331072"/>
                  <a:pt x="309641" y="321469"/>
                  <a:pt x="321469" y="321469"/>
                </a:cubicBezTo>
                <a:cubicBezTo>
                  <a:pt x="333297" y="321469"/>
                  <a:pt x="342900" y="331072"/>
                  <a:pt x="342900" y="342900"/>
                </a:cubicBezTo>
                <a:cubicBezTo>
                  <a:pt x="342900" y="354728"/>
                  <a:pt x="333297" y="364331"/>
                  <a:pt x="321469" y="364331"/>
                </a:cubicBezTo>
                <a:cubicBezTo>
                  <a:pt x="309641" y="364331"/>
                  <a:pt x="300038" y="354728"/>
                  <a:pt x="300038" y="342900"/>
                </a:cubicBezTo>
                <a:close/>
              </a:path>
            </a:pathLst>
          </a:custGeom>
          <a:solidFill>
            <a:srgbClr val="FFFFFF"/>
          </a:solidFill>
          <a:ln/>
        </p:spPr>
        <p:txBody>
          <a:bodyPr/>
          <a:lstStyle/>
          <a:p>
            <a:endParaRPr lang="en-US"/>
          </a:p>
        </p:txBody>
      </p:sp>
      <p:sp>
        <p:nvSpPr>
          <p:cNvPr id="36" name="Text 33"/>
          <p:cNvSpPr/>
          <p:nvPr/>
        </p:nvSpPr>
        <p:spPr>
          <a:xfrm>
            <a:off x="11684000" y="3683000"/>
            <a:ext cx="1905000" cy="279400"/>
          </a:xfrm>
          <a:prstGeom prst="rect">
            <a:avLst/>
          </a:prstGeom>
          <a:noFill/>
          <a:ln/>
        </p:spPr>
        <p:txBody>
          <a:bodyPr wrap="none" lIns="0" tIns="0" rIns="0" bIns="0" rtlCol="0" anchor="ctr"/>
          <a:lstStyle/>
          <a:p>
            <a:pPr algn="ctr">
              <a:lnSpc>
                <a:spcPct val="100000"/>
              </a:lnSpc>
            </a:pPr>
            <a:r>
              <a:rPr lang="en-US" sz="1300" b="1" dirty="0">
                <a:solidFill>
                  <a:srgbClr val="FFFFFF"/>
                </a:solidFill>
                <a:latin typeface="Liter" pitchFamily="34" charset="0"/>
                <a:ea typeface="Liter" pitchFamily="34" charset="-122"/>
                <a:cs typeface="Liter" pitchFamily="34" charset="-120"/>
              </a:rPr>
              <a:t>SERVER</a:t>
            </a:r>
            <a:endParaRPr lang="en-US" sz="1600" dirty="0"/>
          </a:p>
        </p:txBody>
      </p:sp>
      <p:sp>
        <p:nvSpPr>
          <p:cNvPr id="37" name="Shape 34"/>
          <p:cNvSpPr/>
          <p:nvPr/>
        </p:nvSpPr>
        <p:spPr>
          <a:xfrm>
            <a:off x="10795000" y="4508500"/>
            <a:ext cx="762000" cy="0"/>
          </a:xfrm>
          <a:prstGeom prst="straightConnector1">
            <a:avLst/>
          </a:prstGeom>
          <a:noFill/>
          <a:ln w="25400">
            <a:solidFill>
              <a:srgbClr val="A855F7"/>
            </a:solidFill>
            <a:prstDash val="solid"/>
            <a:headEnd type="arrow"/>
            <a:tailEnd type="none"/>
          </a:ln>
        </p:spPr>
        <p:txBody>
          <a:bodyPr/>
          <a:lstStyle/>
          <a:p>
            <a:endParaRPr lang="en-US"/>
          </a:p>
        </p:txBody>
      </p:sp>
      <p:sp>
        <p:nvSpPr>
          <p:cNvPr id="38" name="Text 35"/>
          <p:cNvSpPr/>
          <p:nvPr/>
        </p:nvSpPr>
        <p:spPr>
          <a:xfrm>
            <a:off x="10731500" y="4699000"/>
            <a:ext cx="889000" cy="228600"/>
          </a:xfrm>
          <a:prstGeom prst="rect">
            <a:avLst/>
          </a:prstGeom>
          <a:noFill/>
          <a:ln/>
        </p:spPr>
        <p:txBody>
          <a:bodyPr wrap="none" lIns="0" tIns="0" rIns="0" bIns="0" rtlCol="0" anchor="ctr"/>
          <a:lstStyle/>
          <a:p>
            <a:pPr algn="ctr">
              <a:lnSpc>
                <a:spcPct val="100000"/>
              </a:lnSpc>
            </a:pPr>
            <a:r>
              <a:rPr lang="en-US" sz="1000" dirty="0">
                <a:solidFill>
                  <a:srgbClr val="A855F7"/>
                </a:solidFill>
                <a:latin typeface="Quattrocento Sans" pitchFamily="34" charset="0"/>
                <a:ea typeface="Quattrocento Sans" pitchFamily="34" charset="-122"/>
                <a:cs typeface="Quattrocento Sans" pitchFamily="34" charset="-120"/>
              </a:rPr>
              <a:t>Response</a:t>
            </a:r>
            <a:endParaRPr lang="en-US" sz="1600" dirty="0"/>
          </a:p>
        </p:txBody>
      </p:sp>
      <p:sp>
        <p:nvSpPr>
          <p:cNvPr id="39" name="Shape 36"/>
          <p:cNvSpPr/>
          <p:nvPr/>
        </p:nvSpPr>
        <p:spPr>
          <a:xfrm>
            <a:off x="8763000" y="4318000"/>
            <a:ext cx="1905000" cy="1016000"/>
          </a:xfrm>
          <a:prstGeom prst="roundRect">
            <a:avLst>
              <a:gd name="adj" fmla="val 12000"/>
            </a:avLst>
          </a:prstGeom>
          <a:solidFill>
            <a:srgbClr val="7C3AED"/>
          </a:solidFill>
          <a:ln/>
          <a:effectLst>
            <a:outerShdw blurRad="101600" dist="38100" dir="5400000" algn="bl" rotWithShape="0">
              <a:srgbClr val="7C3AED">
                <a:alpha val="18824"/>
              </a:srgbClr>
            </a:outerShdw>
          </a:effectLst>
        </p:spPr>
        <p:txBody>
          <a:bodyPr/>
          <a:lstStyle/>
          <a:p>
            <a:endParaRPr lang="en-US"/>
          </a:p>
        </p:txBody>
      </p:sp>
      <p:sp>
        <p:nvSpPr>
          <p:cNvPr id="40" name="Shape 37"/>
          <p:cNvSpPr/>
          <p:nvPr/>
        </p:nvSpPr>
        <p:spPr>
          <a:xfrm>
            <a:off x="9423400" y="4419600"/>
            <a:ext cx="457200" cy="457200"/>
          </a:xfrm>
          <a:custGeom>
            <a:avLst/>
            <a:gdLst/>
            <a:ahLst/>
            <a:cxnLst/>
            <a:rect l="l" t="t" r="r" b="b"/>
            <a:pathLst>
              <a:path w="457200" h="457200">
                <a:moveTo>
                  <a:pt x="314236" y="250031"/>
                </a:moveTo>
                <a:lnTo>
                  <a:pt x="143768" y="250031"/>
                </a:lnTo>
                <a:cubicBezTo>
                  <a:pt x="146358" y="307628"/>
                  <a:pt x="159127" y="360670"/>
                  <a:pt x="177254" y="399514"/>
                </a:cubicBezTo>
                <a:cubicBezTo>
                  <a:pt x="187434" y="421392"/>
                  <a:pt x="198418" y="436840"/>
                  <a:pt x="208597" y="446306"/>
                </a:cubicBezTo>
                <a:cubicBezTo>
                  <a:pt x="218599" y="455682"/>
                  <a:pt x="225475" y="457200"/>
                  <a:pt x="229046" y="457200"/>
                </a:cubicBezTo>
                <a:cubicBezTo>
                  <a:pt x="232618" y="457200"/>
                  <a:pt x="239494" y="455682"/>
                  <a:pt x="249495" y="446306"/>
                </a:cubicBezTo>
                <a:cubicBezTo>
                  <a:pt x="259675" y="436840"/>
                  <a:pt x="270659" y="421303"/>
                  <a:pt x="280839" y="399514"/>
                </a:cubicBezTo>
                <a:cubicBezTo>
                  <a:pt x="298966" y="360670"/>
                  <a:pt x="311735" y="307628"/>
                  <a:pt x="314325" y="250031"/>
                </a:cubicBezTo>
                <a:close/>
                <a:moveTo>
                  <a:pt x="143679" y="207169"/>
                </a:moveTo>
                <a:lnTo>
                  <a:pt x="314146" y="207169"/>
                </a:lnTo>
                <a:cubicBezTo>
                  <a:pt x="311646" y="149572"/>
                  <a:pt x="298877" y="96530"/>
                  <a:pt x="280749" y="57686"/>
                </a:cubicBezTo>
                <a:cubicBezTo>
                  <a:pt x="270570" y="35897"/>
                  <a:pt x="259586" y="20360"/>
                  <a:pt x="249406" y="10894"/>
                </a:cubicBezTo>
                <a:cubicBezTo>
                  <a:pt x="239405" y="1518"/>
                  <a:pt x="232529" y="0"/>
                  <a:pt x="228957" y="0"/>
                </a:cubicBezTo>
                <a:cubicBezTo>
                  <a:pt x="225385" y="0"/>
                  <a:pt x="218509" y="1518"/>
                  <a:pt x="208508" y="10894"/>
                </a:cubicBezTo>
                <a:cubicBezTo>
                  <a:pt x="198328" y="20360"/>
                  <a:pt x="187345" y="35897"/>
                  <a:pt x="177165" y="57686"/>
                </a:cubicBezTo>
                <a:cubicBezTo>
                  <a:pt x="159038" y="96530"/>
                  <a:pt x="146268" y="149572"/>
                  <a:pt x="143679" y="207169"/>
                </a:cubicBezTo>
                <a:close/>
                <a:moveTo>
                  <a:pt x="100816" y="207169"/>
                </a:moveTo>
                <a:cubicBezTo>
                  <a:pt x="103942" y="130731"/>
                  <a:pt x="123676" y="59740"/>
                  <a:pt x="152519" y="13127"/>
                </a:cubicBezTo>
                <a:cubicBezTo>
                  <a:pt x="70277" y="42237"/>
                  <a:pt x="9733" y="117157"/>
                  <a:pt x="1339" y="207169"/>
                </a:cubicBezTo>
                <a:lnTo>
                  <a:pt x="100816" y="207169"/>
                </a:lnTo>
                <a:close/>
                <a:moveTo>
                  <a:pt x="1339" y="250031"/>
                </a:moveTo>
                <a:cubicBezTo>
                  <a:pt x="9733" y="340043"/>
                  <a:pt x="70277" y="414963"/>
                  <a:pt x="152519" y="444073"/>
                </a:cubicBezTo>
                <a:cubicBezTo>
                  <a:pt x="123676" y="397460"/>
                  <a:pt x="103942" y="326469"/>
                  <a:pt x="100816" y="250031"/>
                </a:cubicBezTo>
                <a:lnTo>
                  <a:pt x="1339" y="250031"/>
                </a:lnTo>
                <a:close/>
                <a:moveTo>
                  <a:pt x="357098" y="250031"/>
                </a:moveTo>
                <a:cubicBezTo>
                  <a:pt x="353973" y="326469"/>
                  <a:pt x="334238" y="397460"/>
                  <a:pt x="305395" y="444073"/>
                </a:cubicBezTo>
                <a:cubicBezTo>
                  <a:pt x="387638" y="414873"/>
                  <a:pt x="448181" y="340043"/>
                  <a:pt x="456575" y="250031"/>
                </a:cubicBezTo>
                <a:lnTo>
                  <a:pt x="357098" y="250031"/>
                </a:lnTo>
                <a:close/>
                <a:moveTo>
                  <a:pt x="456575" y="207169"/>
                </a:moveTo>
                <a:cubicBezTo>
                  <a:pt x="448181" y="117157"/>
                  <a:pt x="387638" y="42237"/>
                  <a:pt x="305395" y="13127"/>
                </a:cubicBezTo>
                <a:cubicBezTo>
                  <a:pt x="334238" y="59740"/>
                  <a:pt x="353973" y="130731"/>
                  <a:pt x="357098" y="207169"/>
                </a:cubicBezTo>
                <a:lnTo>
                  <a:pt x="456575" y="207169"/>
                </a:lnTo>
                <a:close/>
              </a:path>
            </a:pathLst>
          </a:custGeom>
          <a:solidFill>
            <a:srgbClr val="FFFFFF"/>
          </a:solidFill>
          <a:ln/>
        </p:spPr>
        <p:txBody>
          <a:bodyPr/>
          <a:lstStyle/>
          <a:p>
            <a:endParaRPr lang="en-US"/>
          </a:p>
        </p:txBody>
      </p:sp>
      <p:sp>
        <p:nvSpPr>
          <p:cNvPr id="41" name="Text 38"/>
          <p:cNvSpPr/>
          <p:nvPr/>
        </p:nvSpPr>
        <p:spPr>
          <a:xfrm>
            <a:off x="8763000" y="4953000"/>
            <a:ext cx="1905000" cy="279400"/>
          </a:xfrm>
          <a:prstGeom prst="rect">
            <a:avLst/>
          </a:prstGeom>
          <a:noFill/>
          <a:ln/>
        </p:spPr>
        <p:txBody>
          <a:bodyPr wrap="none" lIns="0" tIns="0" rIns="0" bIns="0" rtlCol="0" anchor="ctr"/>
          <a:lstStyle/>
          <a:p>
            <a:pPr algn="ctr">
              <a:lnSpc>
                <a:spcPct val="100000"/>
              </a:lnSpc>
            </a:pPr>
            <a:r>
              <a:rPr lang="en-US" sz="1300" b="1" dirty="0">
                <a:solidFill>
                  <a:srgbClr val="FFFFFF"/>
                </a:solidFill>
                <a:latin typeface="Liter" pitchFamily="34" charset="0"/>
                <a:ea typeface="Liter" pitchFamily="34" charset="-122"/>
                <a:cs typeface="Liter" pitchFamily="34" charset="-120"/>
              </a:rPr>
              <a:t>BROWSER</a:t>
            </a:r>
            <a:endParaRPr lang="en-US" sz="1600" dirty="0"/>
          </a:p>
        </p:txBody>
      </p:sp>
      <p:sp>
        <p:nvSpPr>
          <p:cNvPr id="42" name="Shape 39"/>
          <p:cNvSpPr/>
          <p:nvPr/>
        </p:nvSpPr>
        <p:spPr>
          <a:xfrm>
            <a:off x="11684000" y="4318000"/>
            <a:ext cx="3302000" cy="1016000"/>
          </a:xfrm>
          <a:prstGeom prst="roundRect">
            <a:avLst>
              <a:gd name="adj" fmla="val 10000"/>
            </a:avLst>
          </a:prstGeom>
          <a:solidFill>
            <a:srgbClr val="6B21A8">
              <a:alpha val="8235"/>
            </a:srgbClr>
          </a:solidFill>
          <a:ln w="12700">
            <a:solidFill>
              <a:srgbClr val="D8B4FE"/>
            </a:solidFill>
            <a:prstDash val="solid"/>
          </a:ln>
        </p:spPr>
        <p:txBody>
          <a:bodyPr/>
          <a:lstStyle/>
          <a:p>
            <a:endParaRPr lang="en-US"/>
          </a:p>
        </p:txBody>
      </p:sp>
      <p:sp>
        <p:nvSpPr>
          <p:cNvPr id="43" name="Text 40"/>
          <p:cNvSpPr/>
          <p:nvPr/>
        </p:nvSpPr>
        <p:spPr>
          <a:xfrm>
            <a:off x="11811000" y="4381500"/>
            <a:ext cx="3048000" cy="889000"/>
          </a:xfrm>
          <a:prstGeom prst="rect">
            <a:avLst/>
          </a:prstGeom>
          <a:noFill/>
          <a:ln/>
        </p:spPr>
        <p:txBody>
          <a:bodyPr wrap="square" lIns="0" tIns="0" rIns="0" bIns="0" rtlCol="0" anchor="ctr"/>
          <a:lstStyle/>
          <a:p>
            <a:pPr algn="ctr">
              <a:lnSpc>
                <a:spcPct val="150000"/>
              </a:lnSpc>
            </a:pPr>
            <a:r>
              <a:rPr lang="en-US" sz="1400" b="1" dirty="0">
                <a:solidFill>
                  <a:srgbClr val="6B21A8"/>
                </a:solidFill>
                <a:latin typeface="Quattrocento Sans" pitchFamily="34" charset="0"/>
                <a:ea typeface="Quattrocento Sans" pitchFamily="34" charset="-122"/>
                <a:cs typeface="Quattrocento Sans" pitchFamily="34" charset="-120"/>
              </a:rPr>
              <a:t>PHP processes</a:t>
            </a:r>
            <a:r>
              <a:rPr lang="en-US" sz="1400" dirty="0">
                <a:solidFill>
                  <a:srgbClr val="1E1B2E"/>
                </a:solidFill>
                <a:latin typeface="Quattrocento Sans" pitchFamily="34" charset="0"/>
                <a:ea typeface="Quattrocento Sans" pitchFamily="34" charset="-122"/>
                <a:cs typeface="Quattrocento Sans" pitchFamily="34" charset="-120"/>
              </a:rPr>
              <a:t> the request on the server and generates HTML output</a:t>
            </a:r>
            <a:endParaRPr lang="en-US" sz="1600" dirty="0"/>
          </a:p>
        </p:txBody>
      </p:sp>
      <p:sp>
        <p:nvSpPr>
          <p:cNvPr id="44" name="Shape 41"/>
          <p:cNvSpPr/>
          <p:nvPr/>
        </p:nvSpPr>
        <p:spPr>
          <a:xfrm>
            <a:off x="762000" y="6223000"/>
            <a:ext cx="14732000" cy="1727200"/>
          </a:xfrm>
          <a:prstGeom prst="roundRect">
            <a:avLst>
              <a:gd name="adj" fmla="val 8000"/>
            </a:avLst>
          </a:prstGeom>
          <a:solidFill>
            <a:srgbClr val="1E1B2E"/>
          </a:solidFill>
          <a:ln/>
          <a:effectLst>
            <a:outerShdw blurRad="127000" dist="50800" dir="5400000" algn="bl" rotWithShape="0">
              <a:srgbClr val="1E1B2E">
                <a:alpha val="12549"/>
              </a:srgbClr>
            </a:outerShdw>
          </a:effectLst>
        </p:spPr>
        <p:txBody>
          <a:bodyPr/>
          <a:lstStyle/>
          <a:p>
            <a:endParaRPr lang="en-US"/>
          </a:p>
        </p:txBody>
      </p:sp>
      <p:sp>
        <p:nvSpPr>
          <p:cNvPr id="45" name="Text 42"/>
          <p:cNvSpPr/>
          <p:nvPr/>
        </p:nvSpPr>
        <p:spPr>
          <a:xfrm>
            <a:off x="1016000" y="6324600"/>
            <a:ext cx="2540000" cy="279400"/>
          </a:xfrm>
          <a:prstGeom prst="rect">
            <a:avLst/>
          </a:prstGeom>
          <a:noFill/>
          <a:ln/>
        </p:spPr>
        <p:txBody>
          <a:bodyPr wrap="none" lIns="0" tIns="0" rIns="0" bIns="0" rtlCol="0" anchor="ctr"/>
          <a:lstStyle/>
          <a:p>
            <a:pPr>
              <a:lnSpc>
                <a:spcPct val="100000"/>
              </a:lnSpc>
            </a:pPr>
            <a:r>
              <a:rPr lang="en-US" sz="1200" kern="0" spc="100" dirty="0">
                <a:solidFill>
                  <a:srgbClr val="A855F7"/>
                </a:solidFill>
                <a:latin typeface="Liter" pitchFamily="34" charset="0"/>
                <a:ea typeface="Liter" pitchFamily="34" charset="-122"/>
                <a:cs typeface="Liter" pitchFamily="34" charset="-120"/>
              </a:rPr>
              <a:t>PHP EXAMPLE</a:t>
            </a:r>
            <a:endParaRPr lang="en-US" sz="1600" dirty="0"/>
          </a:p>
        </p:txBody>
      </p:sp>
      <p:sp>
        <p:nvSpPr>
          <p:cNvPr id="46" name="Text 43"/>
          <p:cNvSpPr/>
          <p:nvPr/>
        </p:nvSpPr>
        <p:spPr>
          <a:xfrm>
            <a:off x="1016000" y="6604000"/>
            <a:ext cx="14224000" cy="1295400"/>
          </a:xfrm>
          <a:prstGeom prst="rect">
            <a:avLst/>
          </a:prstGeom>
          <a:noFill/>
          <a:ln/>
        </p:spPr>
        <p:txBody>
          <a:bodyPr wrap="square" lIns="0" tIns="0" rIns="0" bIns="0" rtlCol="0" anchor="t"/>
          <a:lstStyle/>
          <a:p>
            <a:pPr>
              <a:lnSpc>
                <a:spcPct val="150000"/>
              </a:lnSpc>
            </a:pPr>
            <a:r>
              <a:rPr lang="en-US" sz="1400" dirty="0">
                <a:solidFill>
                  <a:srgbClr val="A855F7"/>
                </a:solidFill>
                <a:latin typeface="Quattrocento Sans" pitchFamily="34" charset="0"/>
                <a:ea typeface="Quattrocento Sans" pitchFamily="34" charset="-122"/>
                <a:cs typeface="Quattrocento Sans" pitchFamily="34" charset="-120"/>
              </a:rPr>
              <a:t>&lt;?php</a:t>
            </a:r>
            <a:endParaRPr lang="en-US" sz="1600" dirty="0"/>
          </a:p>
          <a:p>
            <a:pPr>
              <a:lnSpc>
                <a:spcPct val="150000"/>
              </a:lnSpc>
            </a:pPr>
            <a:r>
              <a:rPr lang="en-US" sz="1400" dirty="0">
                <a:solidFill>
                  <a:srgbClr val="C4B5FD"/>
                </a:solidFill>
                <a:latin typeface="Quattrocento Sans" pitchFamily="34" charset="0"/>
                <a:ea typeface="Quattrocento Sans" pitchFamily="34" charset="-122"/>
                <a:cs typeface="Quattrocento Sans" pitchFamily="34" charset="-120"/>
              </a:rPr>
              <a:t>$name</a:t>
            </a:r>
            <a:r>
              <a:rPr lang="en-US" sz="1400" dirty="0">
                <a:solidFill>
                  <a:srgbClr val="E9D5FF"/>
                </a:solidFill>
                <a:latin typeface="Quattrocento Sans" pitchFamily="34" charset="0"/>
                <a:ea typeface="Quattrocento Sans" pitchFamily="34" charset="-122"/>
                <a:cs typeface="Quattrocento Sans" pitchFamily="34" charset="-120"/>
              </a:rPr>
              <a:t> = </a:t>
            </a:r>
            <a:r>
              <a:rPr lang="en-US" sz="1400" dirty="0">
                <a:solidFill>
                  <a:srgbClr val="86EFAC"/>
                </a:solidFill>
                <a:latin typeface="Quattrocento Sans" pitchFamily="34" charset="0"/>
                <a:ea typeface="Quattrocento Sans" pitchFamily="34" charset="-122"/>
                <a:cs typeface="Quattrocento Sans" pitchFamily="34" charset="-120"/>
              </a:rPr>
              <a:t>"Rimsha"</a:t>
            </a:r>
            <a:r>
              <a:rPr lang="en-US" sz="1400" dirty="0">
                <a:solidFill>
                  <a:srgbClr val="E9D5FF"/>
                </a:solidFill>
                <a:latin typeface="Quattrocento Sans" pitchFamily="34" charset="0"/>
                <a:ea typeface="Quattrocento Sans" pitchFamily="34" charset="-122"/>
                <a:cs typeface="Quattrocento Sans" pitchFamily="34" charset="-120"/>
              </a:rPr>
              <a:t>; </a:t>
            </a:r>
            <a:r>
              <a:rPr lang="en-US" sz="1400" dirty="0">
                <a:solidFill>
                  <a:srgbClr val="6B7280"/>
                </a:solidFill>
                <a:latin typeface="Quattrocento Sans" pitchFamily="34" charset="0"/>
                <a:ea typeface="Quattrocento Sans" pitchFamily="34" charset="-122"/>
                <a:cs typeface="Quattrocento Sans" pitchFamily="34" charset="-120"/>
              </a:rPr>
              <a:t>// Variable</a:t>
            </a:r>
            <a:endParaRPr lang="en-US" sz="1600" dirty="0"/>
          </a:p>
          <a:p>
            <a:pPr>
              <a:lnSpc>
                <a:spcPct val="150000"/>
              </a:lnSpc>
            </a:pPr>
            <a:r>
              <a:rPr lang="en-US" sz="1400" dirty="0">
                <a:solidFill>
                  <a:srgbClr val="C084FC"/>
                </a:solidFill>
                <a:latin typeface="Quattrocento Sans" pitchFamily="34" charset="0"/>
                <a:ea typeface="Quattrocento Sans" pitchFamily="34" charset="-122"/>
                <a:cs typeface="Quattrocento Sans" pitchFamily="34" charset="-120"/>
              </a:rPr>
              <a:t>echo</a:t>
            </a:r>
            <a:r>
              <a:rPr lang="en-US" sz="1400" dirty="0">
                <a:solidFill>
                  <a:srgbClr val="E9D5FF"/>
                </a:solidFill>
                <a:latin typeface="Quattrocento Sans" pitchFamily="34" charset="0"/>
                <a:ea typeface="Quattrocento Sans" pitchFamily="34" charset="-122"/>
                <a:cs typeface="Quattrocento Sans" pitchFamily="34" charset="-120"/>
              </a:rPr>
              <a:t> </a:t>
            </a:r>
            <a:r>
              <a:rPr lang="en-US" sz="1400" dirty="0">
                <a:solidFill>
                  <a:srgbClr val="86EFAC"/>
                </a:solidFill>
                <a:latin typeface="Quattrocento Sans" pitchFamily="34" charset="0"/>
                <a:ea typeface="Quattrocento Sans" pitchFamily="34" charset="-122"/>
                <a:cs typeface="Quattrocento Sans" pitchFamily="34" charset="-120"/>
              </a:rPr>
              <a:t>"Hello, "</a:t>
            </a:r>
            <a:r>
              <a:rPr lang="en-US" sz="1400" dirty="0">
                <a:solidFill>
                  <a:srgbClr val="E9D5FF"/>
                </a:solidFill>
                <a:latin typeface="Quattrocento Sans" pitchFamily="34" charset="0"/>
                <a:ea typeface="Quattrocento Sans" pitchFamily="34" charset="-122"/>
                <a:cs typeface="Quattrocento Sans" pitchFamily="34" charset="-120"/>
              </a:rPr>
              <a:t> . </a:t>
            </a:r>
            <a:r>
              <a:rPr lang="en-US" sz="1400" dirty="0">
                <a:solidFill>
                  <a:srgbClr val="C4B5FD"/>
                </a:solidFill>
                <a:latin typeface="Quattrocento Sans" pitchFamily="34" charset="0"/>
                <a:ea typeface="Quattrocento Sans" pitchFamily="34" charset="-122"/>
                <a:cs typeface="Quattrocento Sans" pitchFamily="34" charset="-120"/>
              </a:rPr>
              <a:t>$name</a:t>
            </a:r>
            <a:r>
              <a:rPr lang="en-US" sz="1400" dirty="0">
                <a:solidFill>
                  <a:srgbClr val="E9D5FF"/>
                </a:solidFill>
                <a:latin typeface="Quattrocento Sans" pitchFamily="34" charset="0"/>
                <a:ea typeface="Quattrocento Sans" pitchFamily="34" charset="-122"/>
                <a:cs typeface="Quattrocento Sans" pitchFamily="34" charset="-120"/>
              </a:rPr>
              <a:t>; </a:t>
            </a:r>
            <a:r>
              <a:rPr lang="en-US" sz="1400" dirty="0">
                <a:solidFill>
                  <a:srgbClr val="6B7280"/>
                </a:solidFill>
                <a:latin typeface="Quattrocento Sans" pitchFamily="34" charset="0"/>
                <a:ea typeface="Quattrocento Sans" pitchFamily="34" charset="-122"/>
                <a:cs typeface="Quattrocento Sans" pitchFamily="34" charset="-120"/>
              </a:rPr>
              <a:t>// Output: Hello, Rimsha</a:t>
            </a:r>
            <a:endParaRPr lang="en-US" sz="1600" dirty="0"/>
          </a:p>
          <a:p>
            <a:pPr>
              <a:lnSpc>
                <a:spcPct val="150000"/>
              </a:lnSpc>
            </a:pPr>
            <a:r>
              <a:rPr lang="en-US" sz="1400" dirty="0">
                <a:solidFill>
                  <a:srgbClr val="A855F7"/>
                </a:solidFill>
                <a:latin typeface="Quattrocento Sans" pitchFamily="34" charset="0"/>
                <a:ea typeface="Quattrocento Sans" pitchFamily="34" charset="-122"/>
                <a:cs typeface="Quattrocento Sans" pitchFamily="34" charset="-120"/>
              </a:rPr>
              <a:t>?&gt;</a:t>
            </a:r>
            <a:endParaRPr lang="en-US" sz="1600" dirty="0"/>
          </a:p>
        </p:txBody>
      </p:sp>
      <p:sp>
        <p:nvSpPr>
          <p:cNvPr id="47" name="Text 44"/>
          <p:cNvSpPr/>
          <p:nvPr/>
        </p:nvSpPr>
        <p:spPr>
          <a:xfrm>
            <a:off x="14986000" y="8636000"/>
            <a:ext cx="762000" cy="317500"/>
          </a:xfrm>
          <a:prstGeom prst="rect">
            <a:avLst/>
          </a:prstGeom>
          <a:noFill/>
          <a:ln/>
        </p:spPr>
        <p:txBody>
          <a:bodyPr wrap="none" lIns="0" tIns="0" rIns="0" bIns="0" rtlCol="0" anchor="ctr"/>
          <a:lstStyle/>
          <a:p>
            <a:pPr algn="r">
              <a:lnSpc>
                <a:spcPct val="100000"/>
              </a:lnSpc>
            </a:pPr>
            <a:r>
              <a:rPr lang="en-US" sz="1200" dirty="0">
                <a:solidFill>
                  <a:srgbClr val="D8B4FE"/>
                </a:solidFill>
                <a:latin typeface="Liter" pitchFamily="34" charset="0"/>
                <a:ea typeface="Liter" pitchFamily="34" charset="-122"/>
                <a:cs typeface="Liter" pitchFamily="34" charset="-120"/>
              </a:rPr>
              <a:t>10 / 15</a:t>
            </a:r>
            <a:endParaRPr lang="en-US" sz="16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762000" y="508000"/>
            <a:ext cx="8890000" cy="508000"/>
          </a:xfrm>
          <a:prstGeom prst="rect">
            <a:avLst/>
          </a:prstGeom>
          <a:noFill/>
          <a:ln/>
        </p:spPr>
        <p:txBody>
          <a:bodyPr wrap="none" lIns="0" tIns="0" rIns="0" bIns="0" rtlCol="0" anchor="ctr"/>
          <a:lstStyle/>
          <a:p>
            <a:pPr>
              <a:lnSpc>
                <a:spcPct val="130000"/>
              </a:lnSpc>
            </a:pPr>
            <a:r>
              <a:rPr lang="en-US" sz="2800" b="1" dirty="0">
                <a:solidFill>
                  <a:srgbClr val="6B21A8"/>
                </a:solidFill>
                <a:latin typeface="Liter" pitchFamily="34" charset="0"/>
                <a:ea typeface="Liter" pitchFamily="34" charset="-122"/>
                <a:cs typeface="Liter" pitchFamily="34" charset="-120"/>
              </a:rPr>
              <a:t>PHP Advanced Concepts</a:t>
            </a:r>
            <a:endParaRPr lang="en-US" sz="2800" dirty="0"/>
          </a:p>
        </p:txBody>
      </p:sp>
      <p:sp>
        <p:nvSpPr>
          <p:cNvPr id="4" name="Shape 1"/>
          <p:cNvSpPr/>
          <p:nvPr/>
        </p:nvSpPr>
        <p:spPr>
          <a:xfrm>
            <a:off x="762000" y="1079500"/>
            <a:ext cx="1016000" cy="50800"/>
          </a:xfrm>
          <a:prstGeom prst="rect">
            <a:avLst/>
          </a:prstGeom>
          <a:solidFill>
            <a:srgbClr val="6B21A8"/>
          </a:solidFill>
          <a:ln/>
        </p:spPr>
        <p:txBody>
          <a:bodyPr/>
          <a:lstStyle/>
          <a:p>
            <a:endParaRPr lang="en-US"/>
          </a:p>
        </p:txBody>
      </p:sp>
      <p:sp>
        <p:nvSpPr>
          <p:cNvPr id="5" name="Shape 2"/>
          <p:cNvSpPr/>
          <p:nvPr/>
        </p:nvSpPr>
        <p:spPr>
          <a:xfrm>
            <a:off x="762000" y="1397000"/>
            <a:ext cx="3429000" cy="2032000"/>
          </a:xfrm>
          <a:prstGeom prst="roundRect">
            <a:avLst>
              <a:gd name="adj" fmla="val 10000"/>
            </a:avLst>
          </a:prstGeom>
          <a:solidFill>
            <a:srgbClr val="FFFFFF">
              <a:alpha val="90196"/>
            </a:srgbClr>
          </a:solidFill>
          <a:ln w="12700">
            <a:solidFill>
              <a:srgbClr val="D8B4FE"/>
            </a:solidFill>
            <a:prstDash val="solid"/>
          </a:ln>
          <a:effectLst>
            <a:outerShdw blurRad="127000" dist="38100" dir="5400000" algn="bl" rotWithShape="0">
              <a:srgbClr val="6B21A8">
                <a:alpha val="6275"/>
              </a:srgbClr>
            </a:outerShdw>
          </a:effectLst>
        </p:spPr>
        <p:txBody>
          <a:bodyPr/>
          <a:lstStyle/>
          <a:p>
            <a:endParaRPr lang="en-US"/>
          </a:p>
        </p:txBody>
      </p:sp>
      <p:sp>
        <p:nvSpPr>
          <p:cNvPr id="6" name="Shape 3"/>
          <p:cNvSpPr/>
          <p:nvPr/>
        </p:nvSpPr>
        <p:spPr>
          <a:xfrm>
            <a:off x="1016000" y="1587500"/>
            <a:ext cx="508000" cy="508000"/>
          </a:xfrm>
          <a:custGeom>
            <a:avLst/>
            <a:gdLst/>
            <a:ahLst/>
            <a:cxnLst/>
            <a:rect l="l" t="t" r="r" b="b"/>
            <a:pathLst>
              <a:path w="508000" h="508000"/>
            </a:pathLst>
          </a:custGeom>
          <a:solidFill>
            <a:srgbClr val="6B21A8"/>
          </a:solidFill>
          <a:ln/>
        </p:spPr>
        <p:txBody>
          <a:bodyPr/>
          <a:lstStyle/>
          <a:p>
            <a:endParaRPr lang="en-US"/>
          </a:p>
        </p:txBody>
      </p:sp>
      <p:sp>
        <p:nvSpPr>
          <p:cNvPr id="7" name="Text 4"/>
          <p:cNvSpPr/>
          <p:nvPr/>
        </p:nvSpPr>
        <p:spPr>
          <a:xfrm>
            <a:off x="1651000" y="1587500"/>
            <a:ext cx="2349500" cy="355600"/>
          </a:xfrm>
          <a:prstGeom prst="rect">
            <a:avLst/>
          </a:prstGeom>
          <a:noFill/>
          <a:ln/>
        </p:spPr>
        <p:txBody>
          <a:bodyPr wrap="none" lIns="0" tIns="0" rIns="0" bIns="0" rtlCol="0" anchor="ctr"/>
          <a:lstStyle/>
          <a:p>
            <a:pPr>
              <a:lnSpc>
                <a:spcPct val="100000"/>
              </a:lnSpc>
            </a:pPr>
            <a:r>
              <a:rPr lang="en-US" sz="1700" b="1" dirty="0">
                <a:solidFill>
                  <a:srgbClr val="6B21A8"/>
                </a:solidFill>
                <a:latin typeface="Liter" pitchFamily="34" charset="0"/>
                <a:ea typeface="Liter" pitchFamily="34" charset="-122"/>
                <a:cs typeface="Liter" pitchFamily="34" charset="-120"/>
              </a:rPr>
              <a:t>Forms Handling</a:t>
            </a:r>
            <a:endParaRPr lang="en-US" sz="1600" dirty="0"/>
          </a:p>
        </p:txBody>
      </p:sp>
      <p:sp>
        <p:nvSpPr>
          <p:cNvPr id="8" name="Text 5"/>
          <p:cNvSpPr/>
          <p:nvPr/>
        </p:nvSpPr>
        <p:spPr>
          <a:xfrm>
            <a:off x="1016000" y="2222500"/>
            <a:ext cx="2921000" cy="1016000"/>
          </a:xfrm>
          <a:prstGeom prst="rect">
            <a:avLst/>
          </a:prstGeom>
          <a:noFill/>
          <a:ln/>
        </p:spPr>
        <p:txBody>
          <a:bodyPr wrap="square" lIns="0" tIns="0" rIns="0" bIns="0" rtlCol="0" anchor="t"/>
          <a:lstStyle/>
          <a:p>
            <a:pPr>
              <a:lnSpc>
                <a:spcPct val="150000"/>
              </a:lnSpc>
            </a:pPr>
            <a:r>
              <a:rPr lang="en-US" sz="1400" dirty="0">
                <a:solidFill>
                  <a:srgbClr val="6B7280"/>
                </a:solidFill>
                <a:latin typeface="Quattrocento Sans" pitchFamily="34" charset="0"/>
                <a:ea typeface="Quattrocento Sans" pitchFamily="34" charset="-122"/>
                <a:cs typeface="Quattrocento Sans" pitchFamily="34" charset="-120"/>
              </a:rPr>
              <a:t>Process user input with GET and POST methods. Collect and validate form data securely.</a:t>
            </a:r>
            <a:endParaRPr lang="en-US" sz="1600" dirty="0"/>
          </a:p>
        </p:txBody>
      </p:sp>
      <p:sp>
        <p:nvSpPr>
          <p:cNvPr id="9" name="Shape 6"/>
          <p:cNvSpPr/>
          <p:nvPr/>
        </p:nvSpPr>
        <p:spPr>
          <a:xfrm>
            <a:off x="4508500" y="1397000"/>
            <a:ext cx="3429000" cy="2032000"/>
          </a:xfrm>
          <a:prstGeom prst="roundRect">
            <a:avLst>
              <a:gd name="adj" fmla="val 10000"/>
            </a:avLst>
          </a:prstGeom>
          <a:solidFill>
            <a:srgbClr val="FFFFFF">
              <a:alpha val="90196"/>
            </a:srgbClr>
          </a:solidFill>
          <a:ln w="12700">
            <a:solidFill>
              <a:srgbClr val="D8B4FE"/>
            </a:solidFill>
            <a:prstDash val="solid"/>
          </a:ln>
          <a:effectLst>
            <a:outerShdw blurRad="127000" dist="38100" dir="5400000" algn="bl" rotWithShape="0">
              <a:srgbClr val="6B21A8">
                <a:alpha val="6275"/>
              </a:srgbClr>
            </a:outerShdw>
          </a:effectLst>
        </p:spPr>
        <p:txBody>
          <a:bodyPr/>
          <a:lstStyle/>
          <a:p>
            <a:endParaRPr lang="en-US"/>
          </a:p>
        </p:txBody>
      </p:sp>
      <p:sp>
        <p:nvSpPr>
          <p:cNvPr id="10" name="Shape 7"/>
          <p:cNvSpPr/>
          <p:nvPr/>
        </p:nvSpPr>
        <p:spPr>
          <a:xfrm>
            <a:off x="4762500" y="1587500"/>
            <a:ext cx="508000" cy="508000"/>
          </a:xfrm>
          <a:custGeom>
            <a:avLst/>
            <a:gdLst/>
            <a:ahLst/>
            <a:cxnLst/>
            <a:rect l="l" t="t" r="r" b="b"/>
            <a:pathLst>
              <a:path w="508000" h="508000">
                <a:moveTo>
                  <a:pt x="254000" y="0"/>
                </a:moveTo>
                <a:cubicBezTo>
                  <a:pt x="394186" y="0"/>
                  <a:pt x="508000" y="113814"/>
                  <a:pt x="508000" y="254000"/>
                </a:cubicBezTo>
                <a:cubicBezTo>
                  <a:pt x="508000" y="394186"/>
                  <a:pt x="394186" y="508000"/>
                  <a:pt x="254000" y="508000"/>
                </a:cubicBezTo>
                <a:cubicBezTo>
                  <a:pt x="113814" y="508000"/>
                  <a:pt x="0" y="394186"/>
                  <a:pt x="0" y="254000"/>
                </a:cubicBezTo>
                <a:cubicBezTo>
                  <a:pt x="0" y="113814"/>
                  <a:pt x="113814" y="0"/>
                  <a:pt x="254000" y="0"/>
                </a:cubicBezTo>
                <a:close/>
                <a:moveTo>
                  <a:pt x="230188" y="119063"/>
                </a:moveTo>
                <a:lnTo>
                  <a:pt x="230188" y="254000"/>
                </a:lnTo>
                <a:cubicBezTo>
                  <a:pt x="230188" y="261937"/>
                  <a:pt x="234156" y="269379"/>
                  <a:pt x="240804" y="273844"/>
                </a:cubicBezTo>
                <a:lnTo>
                  <a:pt x="336054" y="337344"/>
                </a:lnTo>
                <a:cubicBezTo>
                  <a:pt x="346968" y="344686"/>
                  <a:pt x="361752" y="341709"/>
                  <a:pt x="369094" y="330696"/>
                </a:cubicBezTo>
                <a:cubicBezTo>
                  <a:pt x="376436" y="319683"/>
                  <a:pt x="373459" y="304998"/>
                  <a:pt x="362446" y="297656"/>
                </a:cubicBezTo>
                <a:lnTo>
                  <a:pt x="277813" y="241300"/>
                </a:lnTo>
                <a:lnTo>
                  <a:pt x="277813" y="119063"/>
                </a:lnTo>
                <a:cubicBezTo>
                  <a:pt x="277813" y="105866"/>
                  <a:pt x="267196" y="95250"/>
                  <a:pt x="254000" y="95250"/>
                </a:cubicBezTo>
                <a:cubicBezTo>
                  <a:pt x="240804" y="95250"/>
                  <a:pt x="230188" y="105866"/>
                  <a:pt x="230188" y="119063"/>
                </a:cubicBezTo>
                <a:close/>
              </a:path>
            </a:pathLst>
          </a:custGeom>
          <a:solidFill>
            <a:srgbClr val="6B21A8"/>
          </a:solidFill>
          <a:ln/>
        </p:spPr>
        <p:txBody>
          <a:bodyPr/>
          <a:lstStyle/>
          <a:p>
            <a:endParaRPr lang="en-US"/>
          </a:p>
        </p:txBody>
      </p:sp>
      <p:sp>
        <p:nvSpPr>
          <p:cNvPr id="11" name="Text 8"/>
          <p:cNvSpPr/>
          <p:nvPr/>
        </p:nvSpPr>
        <p:spPr>
          <a:xfrm>
            <a:off x="5397500" y="1587500"/>
            <a:ext cx="2349500" cy="355600"/>
          </a:xfrm>
          <a:prstGeom prst="rect">
            <a:avLst/>
          </a:prstGeom>
          <a:noFill/>
          <a:ln/>
        </p:spPr>
        <p:txBody>
          <a:bodyPr wrap="none" lIns="0" tIns="0" rIns="0" bIns="0" rtlCol="0" anchor="ctr"/>
          <a:lstStyle/>
          <a:p>
            <a:pPr>
              <a:lnSpc>
                <a:spcPct val="100000"/>
              </a:lnSpc>
            </a:pPr>
            <a:r>
              <a:rPr lang="en-US" sz="1700" b="1" dirty="0">
                <a:solidFill>
                  <a:srgbClr val="6B21A8"/>
                </a:solidFill>
                <a:latin typeface="Liter" pitchFamily="34" charset="0"/>
                <a:ea typeface="Liter" pitchFamily="34" charset="-122"/>
                <a:cs typeface="Liter" pitchFamily="34" charset="-120"/>
              </a:rPr>
              <a:t>Sessions</a:t>
            </a:r>
            <a:endParaRPr lang="en-US" sz="1600" dirty="0"/>
          </a:p>
        </p:txBody>
      </p:sp>
      <p:sp>
        <p:nvSpPr>
          <p:cNvPr id="12" name="Text 9"/>
          <p:cNvSpPr/>
          <p:nvPr/>
        </p:nvSpPr>
        <p:spPr>
          <a:xfrm>
            <a:off x="4762500" y="2222500"/>
            <a:ext cx="2921000" cy="1016000"/>
          </a:xfrm>
          <a:prstGeom prst="rect">
            <a:avLst/>
          </a:prstGeom>
          <a:noFill/>
          <a:ln/>
        </p:spPr>
        <p:txBody>
          <a:bodyPr wrap="square" lIns="0" tIns="0" rIns="0" bIns="0" rtlCol="0" anchor="t"/>
          <a:lstStyle/>
          <a:p>
            <a:pPr>
              <a:lnSpc>
                <a:spcPct val="150000"/>
              </a:lnSpc>
            </a:pPr>
            <a:r>
              <a:rPr lang="en-US" sz="1400" dirty="0">
                <a:solidFill>
                  <a:srgbClr val="6B7280"/>
                </a:solidFill>
                <a:latin typeface="Quattrocento Sans" pitchFamily="34" charset="0"/>
                <a:ea typeface="Quattrocento Sans" pitchFamily="34" charset="-122"/>
                <a:cs typeface="Quattrocento Sans" pitchFamily="34" charset="-120"/>
              </a:rPr>
              <a:t>Store user data on the server across multiple page requests during a visit.</a:t>
            </a:r>
            <a:endParaRPr lang="en-US" sz="1600" dirty="0"/>
          </a:p>
        </p:txBody>
      </p:sp>
      <p:sp>
        <p:nvSpPr>
          <p:cNvPr id="13" name="Shape 10"/>
          <p:cNvSpPr/>
          <p:nvPr/>
        </p:nvSpPr>
        <p:spPr>
          <a:xfrm>
            <a:off x="8255000" y="1397000"/>
            <a:ext cx="3429000" cy="2032000"/>
          </a:xfrm>
          <a:prstGeom prst="roundRect">
            <a:avLst>
              <a:gd name="adj" fmla="val 10000"/>
            </a:avLst>
          </a:prstGeom>
          <a:solidFill>
            <a:srgbClr val="FFFFFF">
              <a:alpha val="90196"/>
            </a:srgbClr>
          </a:solidFill>
          <a:ln w="12700">
            <a:solidFill>
              <a:srgbClr val="D8B4FE"/>
            </a:solidFill>
            <a:prstDash val="solid"/>
          </a:ln>
          <a:effectLst>
            <a:outerShdw blurRad="127000" dist="38100" dir="5400000" algn="bl" rotWithShape="0">
              <a:srgbClr val="6B21A8">
                <a:alpha val="6275"/>
              </a:srgbClr>
            </a:outerShdw>
          </a:effectLst>
        </p:spPr>
        <p:txBody>
          <a:bodyPr/>
          <a:lstStyle/>
          <a:p>
            <a:endParaRPr lang="en-US"/>
          </a:p>
        </p:txBody>
      </p:sp>
      <p:sp>
        <p:nvSpPr>
          <p:cNvPr id="14" name="Shape 11"/>
          <p:cNvSpPr/>
          <p:nvPr/>
        </p:nvSpPr>
        <p:spPr>
          <a:xfrm>
            <a:off x="8509000" y="1587500"/>
            <a:ext cx="508000" cy="508000"/>
          </a:xfrm>
          <a:custGeom>
            <a:avLst/>
            <a:gdLst/>
            <a:ahLst/>
            <a:cxnLst/>
            <a:rect l="l" t="t" r="r" b="b"/>
            <a:pathLst>
              <a:path w="508000" h="508000">
                <a:moveTo>
                  <a:pt x="255488" y="27384"/>
                </a:moveTo>
                <a:cubicBezTo>
                  <a:pt x="254695" y="22027"/>
                  <a:pt x="250627" y="17661"/>
                  <a:pt x="245269" y="16867"/>
                </a:cubicBezTo>
                <a:cubicBezTo>
                  <a:pt x="223341" y="13791"/>
                  <a:pt x="201017" y="17760"/>
                  <a:pt x="181372" y="28178"/>
                </a:cubicBezTo>
                <a:lnTo>
                  <a:pt x="107950" y="67370"/>
                </a:lnTo>
                <a:cubicBezTo>
                  <a:pt x="88404" y="77788"/>
                  <a:pt x="72628" y="94159"/>
                  <a:pt x="62905" y="114102"/>
                </a:cubicBezTo>
                <a:lnTo>
                  <a:pt x="26491" y="189111"/>
                </a:lnTo>
                <a:cubicBezTo>
                  <a:pt x="16768" y="209054"/>
                  <a:pt x="13593" y="231676"/>
                  <a:pt x="17463" y="253504"/>
                </a:cubicBezTo>
                <a:lnTo>
                  <a:pt x="31849" y="335657"/>
                </a:lnTo>
                <a:cubicBezTo>
                  <a:pt x="35719" y="357584"/>
                  <a:pt x="46335" y="377627"/>
                  <a:pt x="62309" y="393105"/>
                </a:cubicBezTo>
                <a:lnTo>
                  <a:pt x="122138" y="451048"/>
                </a:lnTo>
                <a:cubicBezTo>
                  <a:pt x="138113" y="466527"/>
                  <a:pt x="158452" y="476448"/>
                  <a:pt x="180380" y="479524"/>
                </a:cubicBezTo>
                <a:lnTo>
                  <a:pt x="262731" y="491133"/>
                </a:lnTo>
                <a:cubicBezTo>
                  <a:pt x="284659" y="494209"/>
                  <a:pt x="306983" y="490240"/>
                  <a:pt x="326628" y="479822"/>
                </a:cubicBezTo>
                <a:lnTo>
                  <a:pt x="400050" y="440630"/>
                </a:lnTo>
                <a:cubicBezTo>
                  <a:pt x="419596" y="430213"/>
                  <a:pt x="435372" y="413841"/>
                  <a:pt x="445095" y="393799"/>
                </a:cubicBezTo>
                <a:lnTo>
                  <a:pt x="481509" y="318889"/>
                </a:lnTo>
                <a:cubicBezTo>
                  <a:pt x="491232" y="298946"/>
                  <a:pt x="494407" y="276324"/>
                  <a:pt x="490538" y="254496"/>
                </a:cubicBezTo>
                <a:cubicBezTo>
                  <a:pt x="489645" y="249237"/>
                  <a:pt x="485279" y="245269"/>
                  <a:pt x="480020" y="244475"/>
                </a:cubicBezTo>
                <a:cubicBezTo>
                  <a:pt x="428923" y="236339"/>
                  <a:pt x="387945" y="197743"/>
                  <a:pt x="376337" y="147836"/>
                </a:cubicBezTo>
                <a:cubicBezTo>
                  <a:pt x="374551" y="140295"/>
                  <a:pt x="368399" y="134541"/>
                  <a:pt x="360759" y="133350"/>
                </a:cubicBezTo>
                <a:cubicBezTo>
                  <a:pt x="306586" y="124718"/>
                  <a:pt x="263823" y="81756"/>
                  <a:pt x="255389" y="27384"/>
                </a:cubicBezTo>
                <a:close/>
                <a:moveTo>
                  <a:pt x="206375" y="142875"/>
                </a:moveTo>
                <a:cubicBezTo>
                  <a:pt x="223898" y="142875"/>
                  <a:pt x="238125" y="157102"/>
                  <a:pt x="238125" y="174625"/>
                </a:cubicBezTo>
                <a:cubicBezTo>
                  <a:pt x="238125" y="192148"/>
                  <a:pt x="223898" y="206375"/>
                  <a:pt x="206375" y="206375"/>
                </a:cubicBezTo>
                <a:cubicBezTo>
                  <a:pt x="188852" y="206375"/>
                  <a:pt x="174625" y="192148"/>
                  <a:pt x="174625" y="174625"/>
                </a:cubicBezTo>
                <a:cubicBezTo>
                  <a:pt x="174625" y="157102"/>
                  <a:pt x="188852" y="142875"/>
                  <a:pt x="206375" y="142875"/>
                </a:cubicBezTo>
                <a:close/>
                <a:moveTo>
                  <a:pt x="142875" y="333375"/>
                </a:moveTo>
                <a:cubicBezTo>
                  <a:pt x="142875" y="315852"/>
                  <a:pt x="157102" y="301625"/>
                  <a:pt x="174625" y="301625"/>
                </a:cubicBezTo>
                <a:cubicBezTo>
                  <a:pt x="192148" y="301625"/>
                  <a:pt x="206375" y="315852"/>
                  <a:pt x="206375" y="333375"/>
                </a:cubicBezTo>
                <a:cubicBezTo>
                  <a:pt x="206375" y="350898"/>
                  <a:pt x="192148" y="365125"/>
                  <a:pt x="174625" y="365125"/>
                </a:cubicBezTo>
                <a:cubicBezTo>
                  <a:pt x="157102" y="365125"/>
                  <a:pt x="142875" y="350898"/>
                  <a:pt x="142875" y="333375"/>
                </a:cubicBezTo>
                <a:close/>
                <a:moveTo>
                  <a:pt x="365125" y="269875"/>
                </a:moveTo>
                <a:cubicBezTo>
                  <a:pt x="382648" y="269875"/>
                  <a:pt x="396875" y="284102"/>
                  <a:pt x="396875" y="301625"/>
                </a:cubicBezTo>
                <a:cubicBezTo>
                  <a:pt x="396875" y="319148"/>
                  <a:pt x="382648" y="333375"/>
                  <a:pt x="365125" y="333375"/>
                </a:cubicBezTo>
                <a:cubicBezTo>
                  <a:pt x="347602" y="333375"/>
                  <a:pt x="333375" y="319148"/>
                  <a:pt x="333375" y="301625"/>
                </a:cubicBezTo>
                <a:cubicBezTo>
                  <a:pt x="333375" y="284102"/>
                  <a:pt x="347602" y="269875"/>
                  <a:pt x="365125" y="269875"/>
                </a:cubicBezTo>
                <a:close/>
              </a:path>
            </a:pathLst>
          </a:custGeom>
          <a:solidFill>
            <a:srgbClr val="6B21A8"/>
          </a:solidFill>
          <a:ln/>
        </p:spPr>
        <p:txBody>
          <a:bodyPr/>
          <a:lstStyle/>
          <a:p>
            <a:endParaRPr lang="en-US"/>
          </a:p>
        </p:txBody>
      </p:sp>
      <p:sp>
        <p:nvSpPr>
          <p:cNvPr id="15" name="Text 12"/>
          <p:cNvSpPr/>
          <p:nvPr/>
        </p:nvSpPr>
        <p:spPr>
          <a:xfrm>
            <a:off x="9144000" y="1587500"/>
            <a:ext cx="2349500" cy="355600"/>
          </a:xfrm>
          <a:prstGeom prst="rect">
            <a:avLst/>
          </a:prstGeom>
          <a:noFill/>
          <a:ln/>
        </p:spPr>
        <p:txBody>
          <a:bodyPr wrap="none" lIns="0" tIns="0" rIns="0" bIns="0" rtlCol="0" anchor="ctr"/>
          <a:lstStyle/>
          <a:p>
            <a:pPr>
              <a:lnSpc>
                <a:spcPct val="100000"/>
              </a:lnSpc>
            </a:pPr>
            <a:r>
              <a:rPr lang="en-US" sz="1700" b="1" dirty="0">
                <a:solidFill>
                  <a:srgbClr val="6B21A8"/>
                </a:solidFill>
                <a:latin typeface="Liter" pitchFamily="34" charset="0"/>
                <a:ea typeface="Liter" pitchFamily="34" charset="-122"/>
                <a:cs typeface="Liter" pitchFamily="34" charset="-120"/>
              </a:rPr>
              <a:t>Cookies</a:t>
            </a:r>
            <a:endParaRPr lang="en-US" sz="1600" dirty="0"/>
          </a:p>
        </p:txBody>
      </p:sp>
      <p:sp>
        <p:nvSpPr>
          <p:cNvPr id="16" name="Text 13"/>
          <p:cNvSpPr/>
          <p:nvPr/>
        </p:nvSpPr>
        <p:spPr>
          <a:xfrm>
            <a:off x="8509000" y="2222500"/>
            <a:ext cx="2921000" cy="1016000"/>
          </a:xfrm>
          <a:prstGeom prst="rect">
            <a:avLst/>
          </a:prstGeom>
          <a:noFill/>
          <a:ln/>
        </p:spPr>
        <p:txBody>
          <a:bodyPr wrap="square" lIns="0" tIns="0" rIns="0" bIns="0" rtlCol="0" anchor="t"/>
          <a:lstStyle/>
          <a:p>
            <a:pPr>
              <a:lnSpc>
                <a:spcPct val="150000"/>
              </a:lnSpc>
            </a:pPr>
            <a:r>
              <a:rPr lang="en-US" sz="1400" dirty="0">
                <a:solidFill>
                  <a:srgbClr val="6B7280"/>
                </a:solidFill>
                <a:latin typeface="Quattrocento Sans" pitchFamily="34" charset="0"/>
                <a:ea typeface="Quattrocento Sans" pitchFamily="34" charset="-122"/>
                <a:cs typeface="Quattrocento Sans" pitchFamily="34" charset="-120"/>
              </a:rPr>
              <a:t>Store small data files on the user's browser for remembering preferences.</a:t>
            </a:r>
            <a:endParaRPr lang="en-US" sz="1600" dirty="0"/>
          </a:p>
        </p:txBody>
      </p:sp>
      <p:sp>
        <p:nvSpPr>
          <p:cNvPr id="17" name="Shape 14"/>
          <p:cNvSpPr/>
          <p:nvPr/>
        </p:nvSpPr>
        <p:spPr>
          <a:xfrm>
            <a:off x="12001500" y="1397000"/>
            <a:ext cx="3492500" cy="2032000"/>
          </a:xfrm>
          <a:prstGeom prst="roundRect">
            <a:avLst>
              <a:gd name="adj" fmla="val 10000"/>
            </a:avLst>
          </a:prstGeom>
          <a:solidFill>
            <a:srgbClr val="FFFFFF">
              <a:alpha val="90196"/>
            </a:srgbClr>
          </a:solidFill>
          <a:ln w="12700">
            <a:solidFill>
              <a:srgbClr val="D8B4FE"/>
            </a:solidFill>
            <a:prstDash val="solid"/>
          </a:ln>
          <a:effectLst>
            <a:outerShdw blurRad="127000" dist="38100" dir="5400000" algn="bl" rotWithShape="0">
              <a:srgbClr val="6B21A8">
                <a:alpha val="6275"/>
              </a:srgbClr>
            </a:outerShdw>
          </a:effectLst>
        </p:spPr>
        <p:txBody>
          <a:bodyPr/>
          <a:lstStyle/>
          <a:p>
            <a:endParaRPr lang="en-US"/>
          </a:p>
        </p:txBody>
      </p:sp>
      <p:sp>
        <p:nvSpPr>
          <p:cNvPr id="18" name="Shape 15"/>
          <p:cNvSpPr/>
          <p:nvPr/>
        </p:nvSpPr>
        <p:spPr>
          <a:xfrm>
            <a:off x="12287250" y="1587500"/>
            <a:ext cx="444500" cy="508000"/>
          </a:xfrm>
          <a:custGeom>
            <a:avLst/>
            <a:gdLst/>
            <a:ahLst/>
            <a:cxnLst/>
            <a:rect l="l" t="t" r="r" b="b"/>
            <a:pathLst>
              <a:path w="444500" h="508000">
                <a:moveTo>
                  <a:pt x="127000" y="-31750"/>
                </a:moveTo>
                <a:cubicBezTo>
                  <a:pt x="144562" y="-31750"/>
                  <a:pt x="158750" y="-17562"/>
                  <a:pt x="158750" y="0"/>
                </a:cubicBezTo>
                <a:lnTo>
                  <a:pt x="158750" y="95250"/>
                </a:lnTo>
                <a:lnTo>
                  <a:pt x="285750" y="95250"/>
                </a:lnTo>
                <a:lnTo>
                  <a:pt x="285750" y="0"/>
                </a:lnTo>
                <a:cubicBezTo>
                  <a:pt x="285750" y="-17562"/>
                  <a:pt x="299938" y="-31750"/>
                  <a:pt x="317500" y="-31750"/>
                </a:cubicBezTo>
                <a:cubicBezTo>
                  <a:pt x="335062" y="-31750"/>
                  <a:pt x="349250" y="-17562"/>
                  <a:pt x="349250" y="0"/>
                </a:cubicBezTo>
                <a:lnTo>
                  <a:pt x="349250" y="95250"/>
                </a:lnTo>
                <a:lnTo>
                  <a:pt x="412750" y="95250"/>
                </a:lnTo>
                <a:cubicBezTo>
                  <a:pt x="430312" y="95250"/>
                  <a:pt x="444500" y="109438"/>
                  <a:pt x="444500" y="127000"/>
                </a:cubicBezTo>
                <a:cubicBezTo>
                  <a:pt x="444500" y="144562"/>
                  <a:pt x="430312" y="158750"/>
                  <a:pt x="412750" y="158750"/>
                </a:cubicBezTo>
                <a:lnTo>
                  <a:pt x="412750" y="222250"/>
                </a:lnTo>
                <a:cubicBezTo>
                  <a:pt x="412750" y="316607"/>
                  <a:pt x="344091" y="394990"/>
                  <a:pt x="254000" y="410071"/>
                </a:cubicBezTo>
                <a:lnTo>
                  <a:pt x="254000" y="476250"/>
                </a:lnTo>
                <a:cubicBezTo>
                  <a:pt x="254000" y="493812"/>
                  <a:pt x="239812" y="508000"/>
                  <a:pt x="222250" y="508000"/>
                </a:cubicBezTo>
                <a:cubicBezTo>
                  <a:pt x="204688" y="508000"/>
                  <a:pt x="190500" y="493812"/>
                  <a:pt x="190500" y="476250"/>
                </a:cubicBezTo>
                <a:lnTo>
                  <a:pt x="190500" y="410071"/>
                </a:lnTo>
                <a:cubicBezTo>
                  <a:pt x="100409" y="394990"/>
                  <a:pt x="31750" y="316607"/>
                  <a:pt x="31750" y="222250"/>
                </a:cubicBezTo>
                <a:lnTo>
                  <a:pt x="31750" y="158750"/>
                </a:lnTo>
                <a:cubicBezTo>
                  <a:pt x="14188" y="158750"/>
                  <a:pt x="0" y="144562"/>
                  <a:pt x="0" y="127000"/>
                </a:cubicBezTo>
                <a:cubicBezTo>
                  <a:pt x="0" y="109438"/>
                  <a:pt x="14188" y="95250"/>
                  <a:pt x="31750" y="95250"/>
                </a:cubicBezTo>
                <a:lnTo>
                  <a:pt x="95250" y="95250"/>
                </a:lnTo>
                <a:lnTo>
                  <a:pt x="95250" y="0"/>
                </a:lnTo>
                <a:cubicBezTo>
                  <a:pt x="95250" y="-17562"/>
                  <a:pt x="109438" y="-31750"/>
                  <a:pt x="127000" y="-31750"/>
                </a:cubicBezTo>
                <a:close/>
              </a:path>
            </a:pathLst>
          </a:custGeom>
          <a:solidFill>
            <a:srgbClr val="6B21A8"/>
          </a:solidFill>
          <a:ln/>
        </p:spPr>
        <p:txBody>
          <a:bodyPr/>
          <a:lstStyle/>
          <a:p>
            <a:endParaRPr lang="en-US"/>
          </a:p>
        </p:txBody>
      </p:sp>
      <p:sp>
        <p:nvSpPr>
          <p:cNvPr id="19" name="Text 16"/>
          <p:cNvSpPr/>
          <p:nvPr/>
        </p:nvSpPr>
        <p:spPr>
          <a:xfrm>
            <a:off x="12890500" y="1587500"/>
            <a:ext cx="2413000" cy="355600"/>
          </a:xfrm>
          <a:prstGeom prst="rect">
            <a:avLst/>
          </a:prstGeom>
          <a:noFill/>
          <a:ln/>
        </p:spPr>
        <p:txBody>
          <a:bodyPr wrap="none" lIns="0" tIns="0" rIns="0" bIns="0" rtlCol="0" anchor="ctr"/>
          <a:lstStyle/>
          <a:p>
            <a:pPr>
              <a:lnSpc>
                <a:spcPct val="100000"/>
              </a:lnSpc>
            </a:pPr>
            <a:r>
              <a:rPr lang="en-US" sz="1700" b="1" dirty="0">
                <a:solidFill>
                  <a:srgbClr val="6B21A8"/>
                </a:solidFill>
                <a:latin typeface="Liter" pitchFamily="34" charset="0"/>
                <a:ea typeface="Liter" pitchFamily="34" charset="-122"/>
                <a:cs typeface="Liter" pitchFamily="34" charset="-120"/>
              </a:rPr>
              <a:t>DB Connectivity</a:t>
            </a:r>
            <a:endParaRPr lang="en-US" sz="1600" dirty="0"/>
          </a:p>
        </p:txBody>
      </p:sp>
      <p:sp>
        <p:nvSpPr>
          <p:cNvPr id="20" name="Text 17"/>
          <p:cNvSpPr/>
          <p:nvPr/>
        </p:nvSpPr>
        <p:spPr>
          <a:xfrm>
            <a:off x="12255500" y="2222500"/>
            <a:ext cx="3048000" cy="1016000"/>
          </a:xfrm>
          <a:prstGeom prst="rect">
            <a:avLst/>
          </a:prstGeom>
          <a:noFill/>
          <a:ln/>
        </p:spPr>
        <p:txBody>
          <a:bodyPr wrap="square" lIns="0" tIns="0" rIns="0" bIns="0" rtlCol="0" anchor="t"/>
          <a:lstStyle/>
          <a:p>
            <a:pPr>
              <a:lnSpc>
                <a:spcPct val="150000"/>
              </a:lnSpc>
            </a:pPr>
            <a:r>
              <a:rPr lang="en-US" sz="1400" dirty="0">
                <a:solidFill>
                  <a:srgbClr val="6B7280"/>
                </a:solidFill>
                <a:latin typeface="Quattrocento Sans" pitchFamily="34" charset="0"/>
                <a:ea typeface="Quattrocento Sans" pitchFamily="34" charset="-122"/>
                <a:cs typeface="Quattrocento Sans" pitchFamily="34" charset="-120"/>
              </a:rPr>
              <a:t>Connect PHP to MySQL database using PDO or MySQLi for data operations.</a:t>
            </a:r>
            <a:endParaRPr lang="en-US" sz="1600" dirty="0"/>
          </a:p>
        </p:txBody>
      </p:sp>
      <p:sp>
        <p:nvSpPr>
          <p:cNvPr id="21" name="Text 18"/>
          <p:cNvSpPr/>
          <p:nvPr/>
        </p:nvSpPr>
        <p:spPr>
          <a:xfrm>
            <a:off x="762000" y="3810000"/>
            <a:ext cx="6350000" cy="444500"/>
          </a:xfrm>
          <a:prstGeom prst="rect">
            <a:avLst/>
          </a:prstGeom>
          <a:noFill/>
          <a:ln/>
        </p:spPr>
        <p:txBody>
          <a:bodyPr wrap="none" lIns="0" tIns="0" rIns="0" bIns="0" rtlCol="0" anchor="ctr"/>
          <a:lstStyle/>
          <a:p>
            <a:pPr>
              <a:lnSpc>
                <a:spcPct val="130000"/>
              </a:lnSpc>
            </a:pPr>
            <a:r>
              <a:rPr lang="en-US" sz="2200" b="1" dirty="0">
                <a:solidFill>
                  <a:srgbClr val="6B21A8"/>
                </a:solidFill>
                <a:latin typeface="Liter" pitchFamily="34" charset="0"/>
                <a:ea typeface="Liter" pitchFamily="34" charset="-122"/>
                <a:cs typeface="Liter" pitchFamily="34" charset="-120"/>
              </a:rPr>
              <a:t>PHP &amp; MySQL Connection</a:t>
            </a:r>
            <a:endParaRPr lang="en-US" sz="2200" dirty="0"/>
          </a:p>
        </p:txBody>
      </p:sp>
      <p:sp>
        <p:nvSpPr>
          <p:cNvPr id="22" name="Shape 19"/>
          <p:cNvSpPr/>
          <p:nvPr/>
        </p:nvSpPr>
        <p:spPr>
          <a:xfrm>
            <a:off x="762000" y="4445000"/>
            <a:ext cx="14732000" cy="3429000"/>
          </a:xfrm>
          <a:prstGeom prst="roundRect">
            <a:avLst>
              <a:gd name="adj" fmla="val 6000"/>
            </a:avLst>
          </a:prstGeom>
          <a:gradFill flip="none" rotWithShape="1">
            <a:gsLst>
              <a:gs pos="0">
                <a:srgbClr val="F3E8FF"/>
              </a:gs>
              <a:gs pos="100000">
                <a:srgbClr val="E9D5FF"/>
              </a:gs>
            </a:gsLst>
            <a:lin ang="0" scaled="1"/>
          </a:gradFill>
          <a:ln/>
        </p:spPr>
        <p:txBody>
          <a:bodyPr/>
          <a:lstStyle/>
          <a:p>
            <a:endParaRPr lang="en-US"/>
          </a:p>
        </p:txBody>
      </p:sp>
      <p:sp>
        <p:nvSpPr>
          <p:cNvPr id="23" name="Shape 20"/>
          <p:cNvSpPr/>
          <p:nvPr/>
        </p:nvSpPr>
        <p:spPr>
          <a:xfrm>
            <a:off x="1524000" y="4953000"/>
            <a:ext cx="2540000" cy="1016000"/>
          </a:xfrm>
          <a:prstGeom prst="roundRect">
            <a:avLst>
              <a:gd name="adj" fmla="val 12000"/>
            </a:avLst>
          </a:prstGeom>
          <a:solidFill>
            <a:srgbClr val="6B21A8"/>
          </a:solidFill>
          <a:ln/>
          <a:effectLst>
            <a:outerShdw blurRad="101600" dist="38100" dir="5400000" algn="bl" rotWithShape="0">
              <a:srgbClr val="6B21A8">
                <a:alpha val="18824"/>
              </a:srgbClr>
            </a:outerShdw>
          </a:effectLst>
        </p:spPr>
        <p:txBody>
          <a:bodyPr/>
          <a:lstStyle/>
          <a:p>
            <a:endParaRPr lang="en-US"/>
          </a:p>
        </p:txBody>
      </p:sp>
      <p:sp>
        <p:nvSpPr>
          <p:cNvPr id="24" name="Shape 21"/>
          <p:cNvSpPr/>
          <p:nvPr/>
        </p:nvSpPr>
        <p:spPr>
          <a:xfrm>
            <a:off x="2286000" y="5080000"/>
            <a:ext cx="635000" cy="508000"/>
          </a:xfrm>
          <a:custGeom>
            <a:avLst/>
            <a:gdLst/>
            <a:ahLst/>
            <a:cxnLst/>
            <a:rect l="l" t="t" r="r" b="b"/>
            <a:pathLst>
              <a:path w="635000" h="508000">
                <a:moveTo>
                  <a:pt x="317500" y="103684"/>
                </a:moveTo>
                <a:cubicBezTo>
                  <a:pt x="487561" y="103684"/>
                  <a:pt x="618331" y="175320"/>
                  <a:pt x="618331" y="254000"/>
                </a:cubicBezTo>
                <a:cubicBezTo>
                  <a:pt x="618331" y="332680"/>
                  <a:pt x="487462" y="404316"/>
                  <a:pt x="317500" y="404316"/>
                </a:cubicBezTo>
                <a:cubicBezTo>
                  <a:pt x="147439" y="404316"/>
                  <a:pt x="16669" y="332680"/>
                  <a:pt x="16669" y="254000"/>
                </a:cubicBezTo>
                <a:cubicBezTo>
                  <a:pt x="16669" y="175320"/>
                  <a:pt x="147538" y="103684"/>
                  <a:pt x="317500" y="103684"/>
                </a:cubicBezTo>
                <a:close/>
                <a:moveTo>
                  <a:pt x="317500" y="87015"/>
                </a:moveTo>
                <a:cubicBezTo>
                  <a:pt x="142180" y="87015"/>
                  <a:pt x="0" y="161727"/>
                  <a:pt x="0" y="254000"/>
                </a:cubicBezTo>
                <a:cubicBezTo>
                  <a:pt x="0" y="346273"/>
                  <a:pt x="142180" y="420985"/>
                  <a:pt x="317500" y="420985"/>
                </a:cubicBezTo>
                <a:cubicBezTo>
                  <a:pt x="492820" y="420985"/>
                  <a:pt x="635000" y="346273"/>
                  <a:pt x="635000" y="254000"/>
                </a:cubicBezTo>
                <a:cubicBezTo>
                  <a:pt x="635000" y="161727"/>
                  <a:pt x="492820" y="87015"/>
                  <a:pt x="317500" y="87015"/>
                </a:cubicBezTo>
                <a:close/>
                <a:moveTo>
                  <a:pt x="216495" y="240605"/>
                </a:moveTo>
                <a:cubicBezTo>
                  <a:pt x="208657" y="280789"/>
                  <a:pt x="180975" y="276622"/>
                  <a:pt x="146943" y="276622"/>
                </a:cubicBezTo>
                <a:lnTo>
                  <a:pt x="160536" y="206573"/>
                </a:lnTo>
                <a:cubicBezTo>
                  <a:pt x="198239" y="206573"/>
                  <a:pt x="223837" y="202505"/>
                  <a:pt x="216495" y="240605"/>
                </a:cubicBezTo>
                <a:close/>
                <a:moveTo>
                  <a:pt x="96639" y="347563"/>
                </a:moveTo>
                <a:lnTo>
                  <a:pt x="133052" y="347563"/>
                </a:lnTo>
                <a:lnTo>
                  <a:pt x="141684" y="303113"/>
                </a:lnTo>
                <a:cubicBezTo>
                  <a:pt x="182463" y="303113"/>
                  <a:pt x="207764" y="306090"/>
                  <a:pt x="231180" y="284162"/>
                </a:cubicBezTo>
                <a:cubicBezTo>
                  <a:pt x="257076" y="260350"/>
                  <a:pt x="263823" y="217984"/>
                  <a:pt x="245368" y="196751"/>
                </a:cubicBezTo>
                <a:cubicBezTo>
                  <a:pt x="235744" y="185638"/>
                  <a:pt x="220266" y="180181"/>
                  <a:pt x="199231" y="180181"/>
                </a:cubicBezTo>
                <a:lnTo>
                  <a:pt x="129084" y="180181"/>
                </a:lnTo>
                <a:lnTo>
                  <a:pt x="96639" y="347563"/>
                </a:lnTo>
                <a:close/>
                <a:moveTo>
                  <a:pt x="280888" y="135632"/>
                </a:moveTo>
                <a:lnTo>
                  <a:pt x="317103" y="135632"/>
                </a:lnTo>
                <a:lnTo>
                  <a:pt x="308471" y="180082"/>
                </a:lnTo>
                <a:cubicBezTo>
                  <a:pt x="339725" y="180082"/>
                  <a:pt x="368697" y="177800"/>
                  <a:pt x="382687" y="190698"/>
                </a:cubicBezTo>
                <a:cubicBezTo>
                  <a:pt x="397371" y="204192"/>
                  <a:pt x="390327" y="221456"/>
                  <a:pt x="374452" y="302915"/>
                </a:cubicBezTo>
                <a:lnTo>
                  <a:pt x="337741" y="302915"/>
                </a:lnTo>
                <a:cubicBezTo>
                  <a:pt x="353020" y="224135"/>
                  <a:pt x="355898" y="217587"/>
                  <a:pt x="350341" y="211634"/>
                </a:cubicBezTo>
                <a:cubicBezTo>
                  <a:pt x="344984" y="205879"/>
                  <a:pt x="332780" y="207070"/>
                  <a:pt x="303312" y="207070"/>
                </a:cubicBezTo>
                <a:lnTo>
                  <a:pt x="284659" y="302915"/>
                </a:lnTo>
                <a:lnTo>
                  <a:pt x="248444" y="302915"/>
                </a:lnTo>
                <a:lnTo>
                  <a:pt x="280888" y="135632"/>
                </a:lnTo>
                <a:close/>
                <a:moveTo>
                  <a:pt x="501055" y="240605"/>
                </a:moveTo>
                <a:cubicBezTo>
                  <a:pt x="493117" y="281384"/>
                  <a:pt x="464641" y="276622"/>
                  <a:pt x="431502" y="276622"/>
                </a:cubicBezTo>
                <a:lnTo>
                  <a:pt x="445095" y="206573"/>
                </a:lnTo>
                <a:cubicBezTo>
                  <a:pt x="482997" y="206573"/>
                  <a:pt x="508397" y="202505"/>
                  <a:pt x="501055" y="240605"/>
                </a:cubicBezTo>
                <a:close/>
                <a:moveTo>
                  <a:pt x="381198" y="347563"/>
                </a:moveTo>
                <a:lnTo>
                  <a:pt x="417711" y="347563"/>
                </a:lnTo>
                <a:lnTo>
                  <a:pt x="426343" y="303113"/>
                </a:lnTo>
                <a:cubicBezTo>
                  <a:pt x="469205" y="303113"/>
                  <a:pt x="492919" y="305594"/>
                  <a:pt x="515838" y="284162"/>
                </a:cubicBezTo>
                <a:cubicBezTo>
                  <a:pt x="541734" y="260350"/>
                  <a:pt x="548481" y="217984"/>
                  <a:pt x="530027" y="196751"/>
                </a:cubicBezTo>
                <a:cubicBezTo>
                  <a:pt x="520402" y="185638"/>
                  <a:pt x="504924" y="180181"/>
                  <a:pt x="483890" y="180181"/>
                </a:cubicBezTo>
                <a:lnTo>
                  <a:pt x="413742" y="180181"/>
                </a:lnTo>
                <a:lnTo>
                  <a:pt x="381198" y="347563"/>
                </a:lnTo>
                <a:close/>
              </a:path>
            </a:pathLst>
          </a:custGeom>
          <a:solidFill>
            <a:srgbClr val="FFFFFF"/>
          </a:solidFill>
          <a:ln/>
        </p:spPr>
        <p:txBody>
          <a:bodyPr/>
          <a:lstStyle/>
          <a:p>
            <a:endParaRPr lang="en-US"/>
          </a:p>
        </p:txBody>
      </p:sp>
      <p:sp>
        <p:nvSpPr>
          <p:cNvPr id="25" name="Text 22"/>
          <p:cNvSpPr/>
          <p:nvPr/>
        </p:nvSpPr>
        <p:spPr>
          <a:xfrm>
            <a:off x="1524000" y="5651500"/>
            <a:ext cx="2540000" cy="254000"/>
          </a:xfrm>
          <a:prstGeom prst="rect">
            <a:avLst/>
          </a:prstGeom>
          <a:noFill/>
          <a:ln/>
        </p:spPr>
        <p:txBody>
          <a:bodyPr wrap="none" lIns="0" tIns="0" rIns="0" bIns="0" rtlCol="0" anchor="ctr"/>
          <a:lstStyle/>
          <a:p>
            <a:pPr algn="ctr">
              <a:lnSpc>
                <a:spcPct val="100000"/>
              </a:lnSpc>
            </a:pPr>
            <a:r>
              <a:rPr lang="en-US" sz="1300" b="1" dirty="0">
                <a:solidFill>
                  <a:srgbClr val="FFFFFF"/>
                </a:solidFill>
                <a:latin typeface="Liter" pitchFamily="34" charset="0"/>
                <a:ea typeface="Liter" pitchFamily="34" charset="-122"/>
                <a:cs typeface="Liter" pitchFamily="34" charset="-120"/>
              </a:rPr>
              <a:t>PHP Script</a:t>
            </a:r>
            <a:endParaRPr lang="en-US" sz="1600" dirty="0"/>
          </a:p>
        </p:txBody>
      </p:sp>
      <p:sp>
        <p:nvSpPr>
          <p:cNvPr id="26" name="Shape 23"/>
          <p:cNvSpPr/>
          <p:nvPr/>
        </p:nvSpPr>
        <p:spPr>
          <a:xfrm>
            <a:off x="4191000" y="5397500"/>
            <a:ext cx="1016000" cy="0"/>
          </a:xfrm>
          <a:prstGeom prst="straightConnector1">
            <a:avLst/>
          </a:prstGeom>
          <a:noFill/>
          <a:ln w="25400">
            <a:solidFill>
              <a:srgbClr val="6B21A8"/>
            </a:solidFill>
            <a:prstDash val="solid"/>
            <a:headEnd type="none"/>
            <a:tailEnd type="arrow"/>
          </a:ln>
        </p:spPr>
        <p:txBody>
          <a:bodyPr/>
          <a:lstStyle/>
          <a:p>
            <a:endParaRPr lang="en-US"/>
          </a:p>
        </p:txBody>
      </p:sp>
      <p:sp>
        <p:nvSpPr>
          <p:cNvPr id="27" name="Shape 24"/>
          <p:cNvSpPr/>
          <p:nvPr/>
        </p:nvSpPr>
        <p:spPr>
          <a:xfrm>
            <a:off x="5334000" y="4953000"/>
            <a:ext cx="2794000" cy="1016000"/>
          </a:xfrm>
          <a:prstGeom prst="roundRect">
            <a:avLst>
              <a:gd name="adj" fmla="val 12000"/>
            </a:avLst>
          </a:prstGeom>
          <a:solidFill>
            <a:srgbClr val="A855F7"/>
          </a:solidFill>
          <a:ln/>
          <a:effectLst>
            <a:outerShdw blurRad="101600" dist="38100" dir="5400000" algn="bl" rotWithShape="0">
              <a:srgbClr val="A855F7">
                <a:alpha val="18824"/>
              </a:srgbClr>
            </a:outerShdw>
          </a:effectLst>
        </p:spPr>
        <p:txBody>
          <a:bodyPr/>
          <a:lstStyle/>
          <a:p>
            <a:endParaRPr lang="en-US"/>
          </a:p>
        </p:txBody>
      </p:sp>
      <p:sp>
        <p:nvSpPr>
          <p:cNvPr id="28" name="Shape 25"/>
          <p:cNvSpPr/>
          <p:nvPr/>
        </p:nvSpPr>
        <p:spPr>
          <a:xfrm>
            <a:off x="6318250" y="5080000"/>
            <a:ext cx="444500" cy="508000"/>
          </a:xfrm>
          <a:custGeom>
            <a:avLst/>
            <a:gdLst/>
            <a:ahLst/>
            <a:cxnLst/>
            <a:rect l="l" t="t" r="r" b="b"/>
            <a:pathLst>
              <a:path w="444500" h="508000">
                <a:moveTo>
                  <a:pt x="127000" y="-31750"/>
                </a:moveTo>
                <a:cubicBezTo>
                  <a:pt x="144562" y="-31750"/>
                  <a:pt x="158750" y="-17562"/>
                  <a:pt x="158750" y="0"/>
                </a:cubicBezTo>
                <a:lnTo>
                  <a:pt x="158750" y="95250"/>
                </a:lnTo>
                <a:lnTo>
                  <a:pt x="285750" y="95250"/>
                </a:lnTo>
                <a:lnTo>
                  <a:pt x="285750" y="0"/>
                </a:lnTo>
                <a:cubicBezTo>
                  <a:pt x="285750" y="-17562"/>
                  <a:pt x="299938" y="-31750"/>
                  <a:pt x="317500" y="-31750"/>
                </a:cubicBezTo>
                <a:cubicBezTo>
                  <a:pt x="335062" y="-31750"/>
                  <a:pt x="349250" y="-17562"/>
                  <a:pt x="349250" y="0"/>
                </a:cubicBezTo>
                <a:lnTo>
                  <a:pt x="349250" y="95250"/>
                </a:lnTo>
                <a:lnTo>
                  <a:pt x="412750" y="95250"/>
                </a:lnTo>
                <a:cubicBezTo>
                  <a:pt x="430312" y="95250"/>
                  <a:pt x="444500" y="109438"/>
                  <a:pt x="444500" y="127000"/>
                </a:cubicBezTo>
                <a:cubicBezTo>
                  <a:pt x="444500" y="144562"/>
                  <a:pt x="430312" y="158750"/>
                  <a:pt x="412750" y="158750"/>
                </a:cubicBezTo>
                <a:lnTo>
                  <a:pt x="412750" y="222250"/>
                </a:lnTo>
                <a:cubicBezTo>
                  <a:pt x="412750" y="316607"/>
                  <a:pt x="344091" y="394990"/>
                  <a:pt x="254000" y="410071"/>
                </a:cubicBezTo>
                <a:lnTo>
                  <a:pt x="254000" y="476250"/>
                </a:lnTo>
                <a:cubicBezTo>
                  <a:pt x="254000" y="493812"/>
                  <a:pt x="239812" y="508000"/>
                  <a:pt x="222250" y="508000"/>
                </a:cubicBezTo>
                <a:cubicBezTo>
                  <a:pt x="204688" y="508000"/>
                  <a:pt x="190500" y="493812"/>
                  <a:pt x="190500" y="476250"/>
                </a:cubicBezTo>
                <a:lnTo>
                  <a:pt x="190500" y="410071"/>
                </a:lnTo>
                <a:cubicBezTo>
                  <a:pt x="100409" y="394990"/>
                  <a:pt x="31750" y="316607"/>
                  <a:pt x="31750" y="222250"/>
                </a:cubicBezTo>
                <a:lnTo>
                  <a:pt x="31750" y="158750"/>
                </a:lnTo>
                <a:cubicBezTo>
                  <a:pt x="14188" y="158750"/>
                  <a:pt x="0" y="144562"/>
                  <a:pt x="0" y="127000"/>
                </a:cubicBezTo>
                <a:cubicBezTo>
                  <a:pt x="0" y="109438"/>
                  <a:pt x="14188" y="95250"/>
                  <a:pt x="31750" y="95250"/>
                </a:cubicBezTo>
                <a:lnTo>
                  <a:pt x="95250" y="95250"/>
                </a:lnTo>
                <a:lnTo>
                  <a:pt x="95250" y="0"/>
                </a:lnTo>
                <a:cubicBezTo>
                  <a:pt x="95250" y="-17562"/>
                  <a:pt x="109438" y="-31750"/>
                  <a:pt x="127000" y="-31750"/>
                </a:cubicBezTo>
                <a:close/>
              </a:path>
            </a:pathLst>
          </a:custGeom>
          <a:solidFill>
            <a:srgbClr val="FFFFFF"/>
          </a:solidFill>
          <a:ln/>
        </p:spPr>
        <p:txBody>
          <a:bodyPr/>
          <a:lstStyle/>
          <a:p>
            <a:endParaRPr lang="en-US"/>
          </a:p>
        </p:txBody>
      </p:sp>
      <p:sp>
        <p:nvSpPr>
          <p:cNvPr id="29" name="Text 26"/>
          <p:cNvSpPr/>
          <p:nvPr/>
        </p:nvSpPr>
        <p:spPr>
          <a:xfrm>
            <a:off x="5334000" y="5651500"/>
            <a:ext cx="2794000" cy="254000"/>
          </a:xfrm>
          <a:prstGeom prst="rect">
            <a:avLst/>
          </a:prstGeom>
          <a:noFill/>
          <a:ln/>
        </p:spPr>
        <p:txBody>
          <a:bodyPr wrap="none" lIns="0" tIns="0" rIns="0" bIns="0" rtlCol="0" anchor="ctr"/>
          <a:lstStyle/>
          <a:p>
            <a:pPr algn="ctr">
              <a:lnSpc>
                <a:spcPct val="100000"/>
              </a:lnSpc>
            </a:pPr>
            <a:r>
              <a:rPr lang="en-US" sz="1300" b="1" dirty="0">
                <a:solidFill>
                  <a:srgbClr val="FFFFFF"/>
                </a:solidFill>
                <a:latin typeface="Liter" pitchFamily="34" charset="0"/>
                <a:ea typeface="Liter" pitchFamily="34" charset="-122"/>
                <a:cs typeface="Liter" pitchFamily="34" charset="-120"/>
              </a:rPr>
              <a:t>PDO / MySQLi</a:t>
            </a:r>
            <a:endParaRPr lang="en-US" sz="1600" dirty="0"/>
          </a:p>
        </p:txBody>
      </p:sp>
      <p:sp>
        <p:nvSpPr>
          <p:cNvPr id="30" name="Shape 27"/>
          <p:cNvSpPr/>
          <p:nvPr/>
        </p:nvSpPr>
        <p:spPr>
          <a:xfrm>
            <a:off x="8255000" y="5397500"/>
            <a:ext cx="1016000" cy="0"/>
          </a:xfrm>
          <a:prstGeom prst="straightConnector1">
            <a:avLst/>
          </a:prstGeom>
          <a:noFill/>
          <a:ln w="25400">
            <a:solidFill>
              <a:srgbClr val="A855F7"/>
            </a:solidFill>
            <a:prstDash val="solid"/>
            <a:headEnd type="none"/>
            <a:tailEnd type="arrow"/>
          </a:ln>
        </p:spPr>
        <p:txBody>
          <a:bodyPr/>
          <a:lstStyle/>
          <a:p>
            <a:endParaRPr lang="en-US"/>
          </a:p>
        </p:txBody>
      </p:sp>
      <p:sp>
        <p:nvSpPr>
          <p:cNvPr id="31" name="Shape 28"/>
          <p:cNvSpPr/>
          <p:nvPr/>
        </p:nvSpPr>
        <p:spPr>
          <a:xfrm>
            <a:off x="9398000" y="4953000"/>
            <a:ext cx="2540000" cy="1016000"/>
          </a:xfrm>
          <a:prstGeom prst="roundRect">
            <a:avLst>
              <a:gd name="adj" fmla="val 12000"/>
            </a:avLst>
          </a:prstGeom>
          <a:solidFill>
            <a:srgbClr val="7C3AED"/>
          </a:solidFill>
          <a:ln/>
          <a:effectLst>
            <a:outerShdw blurRad="101600" dist="38100" dir="5400000" algn="bl" rotWithShape="0">
              <a:srgbClr val="7C3AED">
                <a:alpha val="18824"/>
              </a:srgbClr>
            </a:outerShdw>
          </a:effectLst>
        </p:spPr>
        <p:txBody>
          <a:bodyPr/>
          <a:lstStyle/>
          <a:p>
            <a:endParaRPr lang="en-US"/>
          </a:p>
        </p:txBody>
      </p:sp>
      <p:sp>
        <p:nvSpPr>
          <p:cNvPr id="32" name="Shape 29"/>
          <p:cNvSpPr/>
          <p:nvPr/>
        </p:nvSpPr>
        <p:spPr>
          <a:xfrm>
            <a:off x="10255250" y="5080000"/>
            <a:ext cx="444500" cy="508000"/>
          </a:xfrm>
          <a:custGeom>
            <a:avLst/>
            <a:gdLst/>
            <a:ahLst/>
            <a:cxnLst/>
            <a:rect l="l" t="t" r="r" b="b"/>
            <a:pathLst>
              <a:path w="444500" h="508000">
                <a:moveTo>
                  <a:pt x="444500" y="204192"/>
                </a:moveTo>
                <a:cubicBezTo>
                  <a:pt x="429816" y="213916"/>
                  <a:pt x="412948" y="221754"/>
                  <a:pt x="395387" y="228005"/>
                </a:cubicBezTo>
                <a:cubicBezTo>
                  <a:pt x="348754" y="244673"/>
                  <a:pt x="287536" y="254000"/>
                  <a:pt x="222250" y="254000"/>
                </a:cubicBezTo>
                <a:cubicBezTo>
                  <a:pt x="156964" y="254000"/>
                  <a:pt x="95647" y="244574"/>
                  <a:pt x="49113" y="228005"/>
                </a:cubicBezTo>
                <a:cubicBezTo>
                  <a:pt x="31651" y="221754"/>
                  <a:pt x="14684" y="213916"/>
                  <a:pt x="0" y="204192"/>
                </a:cubicBezTo>
                <a:lnTo>
                  <a:pt x="0" y="285750"/>
                </a:lnTo>
                <a:cubicBezTo>
                  <a:pt x="0" y="329605"/>
                  <a:pt x="99516" y="365125"/>
                  <a:pt x="222250" y="365125"/>
                </a:cubicBezTo>
                <a:cubicBezTo>
                  <a:pt x="344984" y="365125"/>
                  <a:pt x="444500" y="329605"/>
                  <a:pt x="444500" y="285750"/>
                </a:cubicBezTo>
                <a:lnTo>
                  <a:pt x="444500" y="204192"/>
                </a:lnTo>
                <a:close/>
                <a:moveTo>
                  <a:pt x="444500" y="127000"/>
                </a:moveTo>
                <a:lnTo>
                  <a:pt x="444500" y="79375"/>
                </a:lnTo>
                <a:cubicBezTo>
                  <a:pt x="444500" y="35520"/>
                  <a:pt x="344984" y="0"/>
                  <a:pt x="222250" y="0"/>
                </a:cubicBezTo>
                <a:cubicBezTo>
                  <a:pt x="99516" y="0"/>
                  <a:pt x="0" y="35520"/>
                  <a:pt x="0" y="79375"/>
                </a:cubicBezTo>
                <a:lnTo>
                  <a:pt x="0" y="127000"/>
                </a:lnTo>
                <a:cubicBezTo>
                  <a:pt x="0" y="170855"/>
                  <a:pt x="99516" y="206375"/>
                  <a:pt x="222250" y="206375"/>
                </a:cubicBezTo>
                <a:cubicBezTo>
                  <a:pt x="344984" y="206375"/>
                  <a:pt x="444500" y="170855"/>
                  <a:pt x="444500" y="127000"/>
                </a:cubicBezTo>
                <a:close/>
                <a:moveTo>
                  <a:pt x="395387" y="386755"/>
                </a:moveTo>
                <a:cubicBezTo>
                  <a:pt x="348853" y="403324"/>
                  <a:pt x="287635" y="412750"/>
                  <a:pt x="222250" y="412750"/>
                </a:cubicBezTo>
                <a:cubicBezTo>
                  <a:pt x="156865" y="412750"/>
                  <a:pt x="95647" y="403324"/>
                  <a:pt x="49113" y="386755"/>
                </a:cubicBezTo>
                <a:cubicBezTo>
                  <a:pt x="31651" y="380504"/>
                  <a:pt x="14684" y="372666"/>
                  <a:pt x="0" y="362942"/>
                </a:cubicBezTo>
                <a:lnTo>
                  <a:pt x="0" y="428625"/>
                </a:lnTo>
                <a:cubicBezTo>
                  <a:pt x="0" y="472480"/>
                  <a:pt x="99516" y="508000"/>
                  <a:pt x="222250" y="508000"/>
                </a:cubicBezTo>
                <a:cubicBezTo>
                  <a:pt x="344984" y="508000"/>
                  <a:pt x="444500" y="472480"/>
                  <a:pt x="444500" y="428625"/>
                </a:cubicBezTo>
                <a:lnTo>
                  <a:pt x="444500" y="362942"/>
                </a:lnTo>
                <a:cubicBezTo>
                  <a:pt x="429816" y="372666"/>
                  <a:pt x="412948" y="380504"/>
                  <a:pt x="395387" y="386755"/>
                </a:cubicBezTo>
                <a:close/>
              </a:path>
            </a:pathLst>
          </a:custGeom>
          <a:solidFill>
            <a:srgbClr val="FFFFFF"/>
          </a:solidFill>
          <a:ln/>
        </p:spPr>
        <p:txBody>
          <a:bodyPr/>
          <a:lstStyle/>
          <a:p>
            <a:endParaRPr lang="en-US"/>
          </a:p>
        </p:txBody>
      </p:sp>
      <p:sp>
        <p:nvSpPr>
          <p:cNvPr id="33" name="Text 30"/>
          <p:cNvSpPr/>
          <p:nvPr/>
        </p:nvSpPr>
        <p:spPr>
          <a:xfrm>
            <a:off x="9398000" y="5651500"/>
            <a:ext cx="2540000" cy="254000"/>
          </a:xfrm>
          <a:prstGeom prst="rect">
            <a:avLst/>
          </a:prstGeom>
          <a:noFill/>
          <a:ln/>
        </p:spPr>
        <p:txBody>
          <a:bodyPr wrap="none" lIns="0" tIns="0" rIns="0" bIns="0" rtlCol="0" anchor="ctr"/>
          <a:lstStyle/>
          <a:p>
            <a:pPr algn="ctr">
              <a:lnSpc>
                <a:spcPct val="100000"/>
              </a:lnSpc>
            </a:pPr>
            <a:r>
              <a:rPr lang="en-US" sz="1300" b="1" dirty="0">
                <a:solidFill>
                  <a:srgbClr val="FFFFFF"/>
                </a:solidFill>
                <a:latin typeface="Liter" pitchFamily="34" charset="0"/>
                <a:ea typeface="Liter" pitchFamily="34" charset="-122"/>
                <a:cs typeface="Liter" pitchFamily="34" charset="-120"/>
              </a:rPr>
              <a:t>MySQL Database</a:t>
            </a:r>
            <a:endParaRPr lang="en-US" sz="1600" dirty="0"/>
          </a:p>
        </p:txBody>
      </p:sp>
      <p:sp>
        <p:nvSpPr>
          <p:cNvPr id="34" name="Shape 31"/>
          <p:cNvSpPr/>
          <p:nvPr/>
        </p:nvSpPr>
        <p:spPr>
          <a:xfrm>
            <a:off x="4191000" y="5905500"/>
            <a:ext cx="7747000" cy="0"/>
          </a:xfrm>
          <a:prstGeom prst="straightConnector1">
            <a:avLst/>
          </a:prstGeom>
          <a:noFill/>
          <a:ln w="25400">
            <a:solidFill>
              <a:srgbClr val="A855F7"/>
            </a:solidFill>
            <a:prstDash val="sysDot"/>
            <a:headEnd type="arrow"/>
            <a:tailEnd type="none"/>
          </a:ln>
        </p:spPr>
        <p:txBody>
          <a:bodyPr/>
          <a:lstStyle/>
          <a:p>
            <a:endParaRPr lang="en-US"/>
          </a:p>
        </p:txBody>
      </p:sp>
      <p:sp>
        <p:nvSpPr>
          <p:cNvPr id="35" name="Text 32"/>
          <p:cNvSpPr/>
          <p:nvPr/>
        </p:nvSpPr>
        <p:spPr>
          <a:xfrm>
            <a:off x="6350000" y="5969000"/>
            <a:ext cx="2540000" cy="254000"/>
          </a:xfrm>
          <a:prstGeom prst="rect">
            <a:avLst/>
          </a:prstGeom>
          <a:noFill/>
          <a:ln/>
        </p:spPr>
        <p:txBody>
          <a:bodyPr wrap="none" lIns="0" tIns="0" rIns="0" bIns="0" rtlCol="0" anchor="ctr"/>
          <a:lstStyle/>
          <a:p>
            <a:pPr algn="ctr">
              <a:lnSpc>
                <a:spcPct val="100000"/>
              </a:lnSpc>
            </a:pPr>
            <a:r>
              <a:rPr lang="en-US" sz="1200" dirty="0">
                <a:solidFill>
                  <a:srgbClr val="A855F7"/>
                </a:solidFill>
                <a:latin typeface="Quattrocento Sans" pitchFamily="34" charset="0"/>
                <a:ea typeface="Quattrocento Sans" pitchFamily="34" charset="-122"/>
                <a:cs typeface="Quattrocento Sans" pitchFamily="34" charset="-120"/>
              </a:rPr>
              <a:t>Data flows back to PHP</a:t>
            </a:r>
            <a:endParaRPr lang="en-US" sz="1600" dirty="0"/>
          </a:p>
        </p:txBody>
      </p:sp>
      <p:sp>
        <p:nvSpPr>
          <p:cNvPr id="36" name="Shape 33"/>
          <p:cNvSpPr/>
          <p:nvPr/>
        </p:nvSpPr>
        <p:spPr>
          <a:xfrm>
            <a:off x="1524000" y="6477000"/>
            <a:ext cx="12192000" cy="635000"/>
          </a:xfrm>
          <a:prstGeom prst="roundRect">
            <a:avLst>
              <a:gd name="adj" fmla="val 10000"/>
            </a:avLst>
          </a:prstGeom>
          <a:solidFill>
            <a:srgbClr val="FFFFFF"/>
          </a:solidFill>
          <a:ln w="12700">
            <a:solidFill>
              <a:srgbClr val="D8B4FE"/>
            </a:solidFill>
            <a:prstDash val="solid"/>
          </a:ln>
        </p:spPr>
        <p:txBody>
          <a:bodyPr/>
          <a:lstStyle/>
          <a:p>
            <a:endParaRPr lang="en-US"/>
          </a:p>
        </p:txBody>
      </p:sp>
      <p:sp>
        <p:nvSpPr>
          <p:cNvPr id="37" name="Text 34"/>
          <p:cNvSpPr/>
          <p:nvPr/>
        </p:nvSpPr>
        <p:spPr>
          <a:xfrm>
            <a:off x="1778000" y="6477000"/>
            <a:ext cx="11684000" cy="635000"/>
          </a:xfrm>
          <a:prstGeom prst="rect">
            <a:avLst/>
          </a:prstGeom>
          <a:noFill/>
          <a:ln/>
        </p:spPr>
        <p:txBody>
          <a:bodyPr wrap="square" lIns="0" tIns="0" rIns="0" bIns="0" rtlCol="0" anchor="ctr"/>
          <a:lstStyle/>
          <a:p>
            <a:pPr>
              <a:lnSpc>
                <a:spcPct val="140000"/>
              </a:lnSpc>
            </a:pPr>
            <a:r>
              <a:rPr lang="en-US" sz="1500" b="1" dirty="0">
                <a:solidFill>
                  <a:srgbClr val="6B21A8"/>
                </a:solidFill>
                <a:latin typeface="Quattrocento Sans" pitchFamily="34" charset="0"/>
                <a:ea typeface="Quattrocento Sans" pitchFamily="34" charset="-122"/>
                <a:cs typeface="Quattrocento Sans" pitchFamily="34" charset="-120"/>
              </a:rPr>
              <a:t>User Login Process:</a:t>
            </a:r>
            <a:r>
              <a:rPr lang="en-US" sz="1500" dirty="0">
                <a:solidFill>
                  <a:srgbClr val="1E1B2E"/>
                </a:solidFill>
                <a:latin typeface="Quattrocento Sans" pitchFamily="34" charset="0"/>
                <a:ea typeface="Quattrocento Sans" pitchFamily="34" charset="-122"/>
                <a:cs typeface="Quattrocento Sans" pitchFamily="34" charset="-120"/>
              </a:rPr>
              <a:t> User submits form → PHP validates → Checks database → Creates session → Grants access</a:t>
            </a:r>
            <a:endParaRPr lang="en-US" sz="1600" dirty="0"/>
          </a:p>
        </p:txBody>
      </p:sp>
      <p:sp>
        <p:nvSpPr>
          <p:cNvPr id="38" name="Text 35"/>
          <p:cNvSpPr/>
          <p:nvPr/>
        </p:nvSpPr>
        <p:spPr>
          <a:xfrm>
            <a:off x="14986000" y="8636000"/>
            <a:ext cx="762000" cy="317500"/>
          </a:xfrm>
          <a:prstGeom prst="rect">
            <a:avLst/>
          </a:prstGeom>
          <a:noFill/>
          <a:ln/>
        </p:spPr>
        <p:txBody>
          <a:bodyPr wrap="none" lIns="0" tIns="0" rIns="0" bIns="0" rtlCol="0" anchor="ctr"/>
          <a:lstStyle/>
          <a:p>
            <a:pPr algn="r">
              <a:lnSpc>
                <a:spcPct val="100000"/>
              </a:lnSpc>
            </a:pPr>
            <a:r>
              <a:rPr lang="en-US" sz="1200" dirty="0">
                <a:solidFill>
                  <a:srgbClr val="D8B4FE"/>
                </a:solidFill>
                <a:latin typeface="Liter" pitchFamily="34" charset="0"/>
                <a:ea typeface="Liter" pitchFamily="34" charset="-122"/>
                <a:cs typeface="Liter" pitchFamily="34" charset="-120"/>
              </a:rPr>
              <a:t>11 / 15</a:t>
            </a:r>
            <a:endParaRPr lang="en-US" sz="16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762000" y="508000"/>
            <a:ext cx="7620000" cy="508000"/>
          </a:xfrm>
          <a:prstGeom prst="rect">
            <a:avLst/>
          </a:prstGeom>
          <a:noFill/>
          <a:ln/>
        </p:spPr>
        <p:txBody>
          <a:bodyPr wrap="none" lIns="0" tIns="0" rIns="0" bIns="0" rtlCol="0" anchor="ctr"/>
          <a:lstStyle/>
          <a:p>
            <a:pPr>
              <a:lnSpc>
                <a:spcPct val="130000"/>
              </a:lnSpc>
            </a:pPr>
            <a:r>
              <a:rPr lang="en-US" sz="2800" b="1" dirty="0">
                <a:solidFill>
                  <a:srgbClr val="6B21A8"/>
                </a:solidFill>
                <a:latin typeface="Liter" pitchFamily="34" charset="0"/>
                <a:ea typeface="Liter" pitchFamily="34" charset="-122"/>
                <a:cs typeface="Liter" pitchFamily="34" charset="-120"/>
              </a:rPr>
              <a:t>CRUD Operations in PHP</a:t>
            </a:r>
            <a:endParaRPr lang="en-US" sz="2800" dirty="0"/>
          </a:p>
        </p:txBody>
      </p:sp>
      <p:sp>
        <p:nvSpPr>
          <p:cNvPr id="4" name="Shape 1"/>
          <p:cNvSpPr/>
          <p:nvPr/>
        </p:nvSpPr>
        <p:spPr>
          <a:xfrm>
            <a:off x="762000" y="1079500"/>
            <a:ext cx="1016000" cy="50800"/>
          </a:xfrm>
          <a:prstGeom prst="rect">
            <a:avLst/>
          </a:prstGeom>
          <a:solidFill>
            <a:srgbClr val="6B21A8"/>
          </a:solidFill>
          <a:ln/>
        </p:spPr>
        <p:txBody>
          <a:bodyPr/>
          <a:lstStyle/>
          <a:p>
            <a:endParaRPr lang="en-US"/>
          </a:p>
        </p:txBody>
      </p:sp>
      <p:sp>
        <p:nvSpPr>
          <p:cNvPr id="5" name="Text 2"/>
          <p:cNvSpPr/>
          <p:nvPr/>
        </p:nvSpPr>
        <p:spPr>
          <a:xfrm>
            <a:off x="762000" y="1333500"/>
            <a:ext cx="14732000" cy="444500"/>
          </a:xfrm>
          <a:prstGeom prst="rect">
            <a:avLst/>
          </a:prstGeom>
          <a:noFill/>
          <a:ln/>
        </p:spPr>
        <p:txBody>
          <a:bodyPr wrap="square" lIns="0" tIns="0" rIns="0" bIns="0" rtlCol="0" anchor="ctr"/>
          <a:lstStyle/>
          <a:p>
            <a:pPr algn="ctr">
              <a:lnSpc>
                <a:spcPct val="140000"/>
              </a:lnSpc>
            </a:pPr>
            <a:r>
              <a:rPr lang="en-US" sz="1800" b="1" dirty="0">
                <a:solidFill>
                  <a:srgbClr val="1E1B2E"/>
                </a:solidFill>
                <a:latin typeface="Quattrocento Sans" pitchFamily="34" charset="0"/>
                <a:ea typeface="Quattrocento Sans" pitchFamily="34" charset="-122"/>
                <a:cs typeface="Quattrocento Sans" pitchFamily="34" charset="-120"/>
              </a:rPr>
              <a:t>CRUD</a:t>
            </a:r>
            <a:r>
              <a:rPr lang="en-US" sz="1800" dirty="0">
                <a:solidFill>
                  <a:srgbClr val="1E1B2E"/>
                </a:solidFill>
                <a:latin typeface="Quattrocento Sans" pitchFamily="34" charset="0"/>
                <a:ea typeface="Quattrocento Sans" pitchFamily="34" charset="-122"/>
                <a:cs typeface="Quattrocento Sans" pitchFamily="34" charset="-120"/>
              </a:rPr>
              <a:t> = </a:t>
            </a:r>
            <a:r>
              <a:rPr lang="en-US" sz="1800" b="1" dirty="0">
                <a:solidFill>
                  <a:srgbClr val="6B21A8"/>
                </a:solidFill>
                <a:latin typeface="Quattrocento Sans" pitchFamily="34" charset="0"/>
                <a:ea typeface="Quattrocento Sans" pitchFamily="34" charset="-122"/>
                <a:cs typeface="Quattrocento Sans" pitchFamily="34" charset="-120"/>
              </a:rPr>
              <a:t>Create</a:t>
            </a:r>
            <a:r>
              <a:rPr lang="en-US" sz="1800" dirty="0">
                <a:solidFill>
                  <a:srgbClr val="1E1B2E"/>
                </a:solidFill>
                <a:latin typeface="Quattrocento Sans" pitchFamily="34" charset="0"/>
                <a:ea typeface="Quattrocento Sans" pitchFamily="34" charset="-122"/>
                <a:cs typeface="Quattrocento Sans" pitchFamily="34" charset="-120"/>
              </a:rPr>
              <a:t>, </a:t>
            </a:r>
            <a:r>
              <a:rPr lang="en-US" sz="1800" b="1" dirty="0">
                <a:solidFill>
                  <a:srgbClr val="7C3AED"/>
                </a:solidFill>
                <a:latin typeface="Quattrocento Sans" pitchFamily="34" charset="0"/>
                <a:ea typeface="Quattrocento Sans" pitchFamily="34" charset="-122"/>
                <a:cs typeface="Quattrocento Sans" pitchFamily="34" charset="-120"/>
              </a:rPr>
              <a:t>Read</a:t>
            </a:r>
            <a:r>
              <a:rPr lang="en-US" sz="1800" dirty="0">
                <a:solidFill>
                  <a:srgbClr val="1E1B2E"/>
                </a:solidFill>
                <a:latin typeface="Quattrocento Sans" pitchFamily="34" charset="0"/>
                <a:ea typeface="Quattrocento Sans" pitchFamily="34" charset="-122"/>
                <a:cs typeface="Quattrocento Sans" pitchFamily="34" charset="-120"/>
              </a:rPr>
              <a:t>, </a:t>
            </a:r>
            <a:r>
              <a:rPr lang="en-US" sz="1800" b="1" dirty="0">
                <a:solidFill>
                  <a:srgbClr val="A855F7"/>
                </a:solidFill>
                <a:latin typeface="Quattrocento Sans" pitchFamily="34" charset="0"/>
                <a:ea typeface="Quattrocento Sans" pitchFamily="34" charset="-122"/>
                <a:cs typeface="Quattrocento Sans" pitchFamily="34" charset="-120"/>
              </a:rPr>
              <a:t>Update</a:t>
            </a:r>
            <a:r>
              <a:rPr lang="en-US" sz="1800" dirty="0">
                <a:solidFill>
                  <a:srgbClr val="1E1B2E"/>
                </a:solidFill>
                <a:latin typeface="Quattrocento Sans" pitchFamily="34" charset="0"/>
                <a:ea typeface="Quattrocento Sans" pitchFamily="34" charset="-122"/>
                <a:cs typeface="Quattrocento Sans" pitchFamily="34" charset="-120"/>
              </a:rPr>
              <a:t>, </a:t>
            </a:r>
            <a:r>
              <a:rPr lang="en-US" sz="1800" b="1" dirty="0">
                <a:solidFill>
                  <a:srgbClr val="8B5CF6"/>
                </a:solidFill>
                <a:latin typeface="Quattrocento Sans" pitchFamily="34" charset="0"/>
                <a:ea typeface="Quattrocento Sans" pitchFamily="34" charset="-122"/>
                <a:cs typeface="Quattrocento Sans" pitchFamily="34" charset="-120"/>
              </a:rPr>
              <a:t>Delete</a:t>
            </a:r>
            <a:r>
              <a:rPr lang="en-US" sz="1800" dirty="0">
                <a:solidFill>
                  <a:srgbClr val="1E1B2E"/>
                </a:solidFill>
                <a:latin typeface="Quattrocento Sans" pitchFamily="34" charset="0"/>
                <a:ea typeface="Quattrocento Sans" pitchFamily="34" charset="-122"/>
                <a:cs typeface="Quattrocento Sans" pitchFamily="34" charset="-120"/>
              </a:rPr>
              <a:t> — The four essential database operations</a:t>
            </a:r>
            <a:endParaRPr lang="en-US" sz="1600" dirty="0"/>
          </a:p>
        </p:txBody>
      </p:sp>
      <p:sp>
        <p:nvSpPr>
          <p:cNvPr id="6" name="Shape 3"/>
          <p:cNvSpPr/>
          <p:nvPr/>
        </p:nvSpPr>
        <p:spPr>
          <a:xfrm>
            <a:off x="762000" y="2095500"/>
            <a:ext cx="3429000" cy="3556000"/>
          </a:xfrm>
          <a:prstGeom prst="roundRect">
            <a:avLst>
              <a:gd name="adj" fmla="val 10000"/>
            </a:avLst>
          </a:prstGeom>
          <a:solidFill>
            <a:srgbClr val="FFFFFF">
              <a:alpha val="90196"/>
            </a:srgbClr>
          </a:solidFill>
          <a:ln w="25400">
            <a:solidFill>
              <a:srgbClr val="6B21A8"/>
            </a:solidFill>
            <a:prstDash val="solid"/>
          </a:ln>
          <a:effectLst>
            <a:outerShdw blurRad="152400" dist="50800" dir="5400000" algn="bl" rotWithShape="0">
              <a:srgbClr val="6B21A8">
                <a:alpha val="8235"/>
              </a:srgbClr>
            </a:outerShdw>
          </a:effectLst>
        </p:spPr>
        <p:txBody>
          <a:bodyPr/>
          <a:lstStyle/>
          <a:p>
            <a:endParaRPr lang="en-US"/>
          </a:p>
        </p:txBody>
      </p:sp>
      <p:sp>
        <p:nvSpPr>
          <p:cNvPr id="7" name="Shape 4"/>
          <p:cNvSpPr/>
          <p:nvPr/>
        </p:nvSpPr>
        <p:spPr>
          <a:xfrm>
            <a:off x="1968500" y="2349500"/>
            <a:ext cx="635000" cy="635000"/>
          </a:xfrm>
          <a:custGeom>
            <a:avLst/>
            <a:gdLst/>
            <a:ahLst/>
            <a:cxnLst/>
            <a:rect l="l" t="t" r="r" b="b"/>
            <a:pathLst>
              <a:path w="635000" h="635000">
                <a:moveTo>
                  <a:pt x="317500" y="635000"/>
                </a:moveTo>
                <a:cubicBezTo>
                  <a:pt x="492733" y="635000"/>
                  <a:pt x="635000" y="492733"/>
                  <a:pt x="635000" y="317500"/>
                </a:cubicBezTo>
                <a:cubicBezTo>
                  <a:pt x="635000" y="142267"/>
                  <a:pt x="492733" y="0"/>
                  <a:pt x="317500" y="0"/>
                </a:cubicBezTo>
                <a:cubicBezTo>
                  <a:pt x="142267" y="0"/>
                  <a:pt x="0" y="142267"/>
                  <a:pt x="0" y="317500"/>
                </a:cubicBezTo>
                <a:cubicBezTo>
                  <a:pt x="0" y="492733"/>
                  <a:pt x="142267" y="635000"/>
                  <a:pt x="317500" y="635000"/>
                </a:cubicBezTo>
                <a:close/>
                <a:moveTo>
                  <a:pt x="287734" y="426641"/>
                </a:moveTo>
                <a:lnTo>
                  <a:pt x="287734" y="347266"/>
                </a:lnTo>
                <a:lnTo>
                  <a:pt x="208359" y="347266"/>
                </a:lnTo>
                <a:cubicBezTo>
                  <a:pt x="191864" y="347266"/>
                  <a:pt x="178594" y="333995"/>
                  <a:pt x="178594" y="317500"/>
                </a:cubicBezTo>
                <a:cubicBezTo>
                  <a:pt x="178594" y="301005"/>
                  <a:pt x="191864" y="287734"/>
                  <a:pt x="208359" y="287734"/>
                </a:cubicBezTo>
                <a:lnTo>
                  <a:pt x="287734" y="287734"/>
                </a:lnTo>
                <a:lnTo>
                  <a:pt x="287734" y="208359"/>
                </a:lnTo>
                <a:cubicBezTo>
                  <a:pt x="287734" y="191864"/>
                  <a:pt x="301005" y="178594"/>
                  <a:pt x="317500" y="178594"/>
                </a:cubicBezTo>
                <a:cubicBezTo>
                  <a:pt x="333995" y="178594"/>
                  <a:pt x="347266" y="191864"/>
                  <a:pt x="347266" y="208359"/>
                </a:cubicBezTo>
                <a:lnTo>
                  <a:pt x="347266" y="287734"/>
                </a:lnTo>
                <a:lnTo>
                  <a:pt x="426641" y="287734"/>
                </a:lnTo>
                <a:cubicBezTo>
                  <a:pt x="443136" y="287734"/>
                  <a:pt x="456406" y="301005"/>
                  <a:pt x="456406" y="317500"/>
                </a:cubicBezTo>
                <a:cubicBezTo>
                  <a:pt x="456406" y="333995"/>
                  <a:pt x="443136" y="347266"/>
                  <a:pt x="426641" y="347266"/>
                </a:cubicBezTo>
                <a:lnTo>
                  <a:pt x="347266" y="347266"/>
                </a:lnTo>
                <a:lnTo>
                  <a:pt x="347266" y="426641"/>
                </a:lnTo>
                <a:cubicBezTo>
                  <a:pt x="347266" y="443136"/>
                  <a:pt x="333995" y="456406"/>
                  <a:pt x="317500" y="456406"/>
                </a:cubicBezTo>
                <a:cubicBezTo>
                  <a:pt x="301005" y="456406"/>
                  <a:pt x="287734" y="443136"/>
                  <a:pt x="287734" y="426641"/>
                </a:cubicBezTo>
                <a:close/>
              </a:path>
            </a:pathLst>
          </a:custGeom>
          <a:solidFill>
            <a:srgbClr val="6B21A8"/>
          </a:solidFill>
          <a:ln/>
        </p:spPr>
        <p:txBody>
          <a:bodyPr/>
          <a:lstStyle/>
          <a:p>
            <a:endParaRPr lang="en-US"/>
          </a:p>
        </p:txBody>
      </p:sp>
      <p:sp>
        <p:nvSpPr>
          <p:cNvPr id="8" name="Text 5"/>
          <p:cNvSpPr/>
          <p:nvPr/>
        </p:nvSpPr>
        <p:spPr>
          <a:xfrm>
            <a:off x="762000" y="3111500"/>
            <a:ext cx="3429000" cy="444500"/>
          </a:xfrm>
          <a:prstGeom prst="rect">
            <a:avLst/>
          </a:prstGeom>
          <a:noFill/>
          <a:ln/>
        </p:spPr>
        <p:txBody>
          <a:bodyPr wrap="none" lIns="0" tIns="0" rIns="0" bIns="0" rtlCol="0" anchor="ctr"/>
          <a:lstStyle/>
          <a:p>
            <a:pPr algn="ctr">
              <a:lnSpc>
                <a:spcPct val="100000"/>
              </a:lnSpc>
            </a:pPr>
            <a:r>
              <a:rPr lang="en-US" sz="2600" b="1" dirty="0">
                <a:solidFill>
                  <a:srgbClr val="6B21A8"/>
                </a:solidFill>
                <a:latin typeface="Liter" pitchFamily="34" charset="0"/>
                <a:ea typeface="Liter" pitchFamily="34" charset="-122"/>
                <a:cs typeface="Liter" pitchFamily="34" charset="-120"/>
              </a:rPr>
              <a:t>CREATE</a:t>
            </a:r>
            <a:endParaRPr lang="en-US" sz="1600" dirty="0"/>
          </a:p>
        </p:txBody>
      </p:sp>
      <p:sp>
        <p:nvSpPr>
          <p:cNvPr id="9" name="Shape 6"/>
          <p:cNvSpPr/>
          <p:nvPr/>
        </p:nvSpPr>
        <p:spPr>
          <a:xfrm>
            <a:off x="1397000" y="3619500"/>
            <a:ext cx="2159000" cy="25400"/>
          </a:xfrm>
          <a:prstGeom prst="rect">
            <a:avLst/>
          </a:prstGeom>
          <a:solidFill>
            <a:srgbClr val="D8B4FE"/>
          </a:solidFill>
          <a:ln/>
        </p:spPr>
        <p:txBody>
          <a:bodyPr/>
          <a:lstStyle/>
          <a:p>
            <a:endParaRPr lang="en-US"/>
          </a:p>
        </p:txBody>
      </p:sp>
      <p:sp>
        <p:nvSpPr>
          <p:cNvPr id="10" name="Text 7"/>
          <p:cNvSpPr/>
          <p:nvPr/>
        </p:nvSpPr>
        <p:spPr>
          <a:xfrm>
            <a:off x="762000" y="3746500"/>
            <a:ext cx="3429000" cy="355600"/>
          </a:xfrm>
          <a:prstGeom prst="rect">
            <a:avLst/>
          </a:prstGeom>
          <a:noFill/>
          <a:ln/>
        </p:spPr>
        <p:txBody>
          <a:bodyPr wrap="none" lIns="0" tIns="0" rIns="0" bIns="0" rtlCol="0" anchor="ctr"/>
          <a:lstStyle/>
          <a:p>
            <a:pPr algn="ctr">
              <a:lnSpc>
                <a:spcPct val="100000"/>
              </a:lnSpc>
            </a:pPr>
            <a:r>
              <a:rPr lang="en-US" sz="1700" b="1" dirty="0">
                <a:solidFill>
                  <a:srgbClr val="1E1B2E"/>
                </a:solidFill>
                <a:latin typeface="Quattrocento Sans" pitchFamily="34" charset="0"/>
                <a:ea typeface="Quattrocento Sans" pitchFamily="34" charset="-122"/>
                <a:cs typeface="Quattrocento Sans" pitchFamily="34" charset="-120"/>
              </a:rPr>
              <a:t>Add Student</a:t>
            </a:r>
            <a:endParaRPr lang="en-US" sz="1600" dirty="0"/>
          </a:p>
        </p:txBody>
      </p:sp>
      <p:sp>
        <p:nvSpPr>
          <p:cNvPr id="11" name="Text 8"/>
          <p:cNvSpPr/>
          <p:nvPr/>
        </p:nvSpPr>
        <p:spPr>
          <a:xfrm>
            <a:off x="952500" y="4191000"/>
            <a:ext cx="3048000" cy="1206500"/>
          </a:xfrm>
          <a:prstGeom prst="rect">
            <a:avLst/>
          </a:prstGeom>
          <a:noFill/>
          <a:ln/>
        </p:spPr>
        <p:txBody>
          <a:bodyPr wrap="square" lIns="0" tIns="0" rIns="0" bIns="0" rtlCol="0" anchor="t"/>
          <a:lstStyle/>
          <a:p>
            <a:pPr algn="ctr">
              <a:lnSpc>
                <a:spcPct val="150000"/>
              </a:lnSpc>
            </a:pPr>
            <a:r>
              <a:rPr lang="en-US" sz="1400" dirty="0">
                <a:solidFill>
                  <a:srgbClr val="6B7280"/>
                </a:solidFill>
                <a:latin typeface="Quattrocento Sans" pitchFamily="34" charset="0"/>
                <a:ea typeface="Quattrocento Sans" pitchFamily="34" charset="-122"/>
                <a:cs typeface="Quattrocento Sans" pitchFamily="34" charset="-120"/>
              </a:rPr>
              <a:t>Insert new student records into the database using INSERT query</a:t>
            </a:r>
            <a:endParaRPr lang="en-US" sz="1600" dirty="0"/>
          </a:p>
        </p:txBody>
      </p:sp>
      <p:sp>
        <p:nvSpPr>
          <p:cNvPr id="12" name="Shape 9"/>
          <p:cNvSpPr/>
          <p:nvPr/>
        </p:nvSpPr>
        <p:spPr>
          <a:xfrm>
            <a:off x="4508500" y="2095500"/>
            <a:ext cx="3429000" cy="3556000"/>
          </a:xfrm>
          <a:prstGeom prst="roundRect">
            <a:avLst>
              <a:gd name="adj" fmla="val 10000"/>
            </a:avLst>
          </a:prstGeom>
          <a:solidFill>
            <a:srgbClr val="FFFFFF">
              <a:alpha val="90196"/>
            </a:srgbClr>
          </a:solidFill>
          <a:ln w="25400">
            <a:solidFill>
              <a:srgbClr val="7C3AED"/>
            </a:solidFill>
            <a:prstDash val="solid"/>
          </a:ln>
          <a:effectLst>
            <a:outerShdw blurRad="152400" dist="50800" dir="5400000" algn="bl" rotWithShape="0">
              <a:srgbClr val="7C3AED">
                <a:alpha val="8235"/>
              </a:srgbClr>
            </a:outerShdw>
          </a:effectLst>
        </p:spPr>
        <p:txBody>
          <a:bodyPr/>
          <a:lstStyle/>
          <a:p>
            <a:endParaRPr lang="en-US"/>
          </a:p>
        </p:txBody>
      </p:sp>
      <p:sp>
        <p:nvSpPr>
          <p:cNvPr id="13" name="Shape 10"/>
          <p:cNvSpPr/>
          <p:nvPr/>
        </p:nvSpPr>
        <p:spPr>
          <a:xfrm>
            <a:off x="5675313" y="2349500"/>
            <a:ext cx="714375" cy="635000"/>
          </a:xfrm>
          <a:custGeom>
            <a:avLst/>
            <a:gdLst/>
            <a:ahLst/>
            <a:cxnLst/>
            <a:rect l="l" t="t" r="r" b="b"/>
            <a:pathLst>
              <a:path w="714375" h="635000">
                <a:moveTo>
                  <a:pt x="357188" y="39688"/>
                </a:moveTo>
                <a:cubicBezTo>
                  <a:pt x="256977" y="39688"/>
                  <a:pt x="176733" y="85328"/>
                  <a:pt x="118318" y="139650"/>
                </a:cubicBezTo>
                <a:cubicBezTo>
                  <a:pt x="60275" y="193601"/>
                  <a:pt x="21456" y="257969"/>
                  <a:pt x="2977" y="302245"/>
                </a:cubicBezTo>
                <a:cubicBezTo>
                  <a:pt x="-1116" y="312043"/>
                  <a:pt x="-1116" y="322957"/>
                  <a:pt x="2977" y="332755"/>
                </a:cubicBezTo>
                <a:cubicBezTo>
                  <a:pt x="21456" y="377031"/>
                  <a:pt x="60275" y="441523"/>
                  <a:pt x="118318" y="495350"/>
                </a:cubicBezTo>
                <a:cubicBezTo>
                  <a:pt x="176733" y="549548"/>
                  <a:pt x="256977" y="595313"/>
                  <a:pt x="357188" y="595313"/>
                </a:cubicBezTo>
                <a:cubicBezTo>
                  <a:pt x="457398" y="595313"/>
                  <a:pt x="537642" y="549672"/>
                  <a:pt x="596057" y="495350"/>
                </a:cubicBezTo>
                <a:cubicBezTo>
                  <a:pt x="654100" y="441399"/>
                  <a:pt x="692919" y="377031"/>
                  <a:pt x="711398" y="332755"/>
                </a:cubicBezTo>
                <a:cubicBezTo>
                  <a:pt x="715491" y="322957"/>
                  <a:pt x="715491" y="312043"/>
                  <a:pt x="711398" y="302245"/>
                </a:cubicBezTo>
                <a:cubicBezTo>
                  <a:pt x="692919" y="257969"/>
                  <a:pt x="654100" y="193477"/>
                  <a:pt x="596057" y="139650"/>
                </a:cubicBezTo>
                <a:cubicBezTo>
                  <a:pt x="537642" y="85452"/>
                  <a:pt x="457398" y="39687"/>
                  <a:pt x="357188" y="39687"/>
                </a:cubicBezTo>
                <a:close/>
                <a:moveTo>
                  <a:pt x="178594" y="317500"/>
                </a:moveTo>
                <a:cubicBezTo>
                  <a:pt x="178594" y="218931"/>
                  <a:pt x="258619" y="138906"/>
                  <a:pt x="357188" y="138906"/>
                </a:cubicBezTo>
                <a:cubicBezTo>
                  <a:pt x="455756" y="138906"/>
                  <a:pt x="535781" y="218931"/>
                  <a:pt x="535781" y="317500"/>
                </a:cubicBezTo>
                <a:cubicBezTo>
                  <a:pt x="535781" y="416069"/>
                  <a:pt x="455756" y="496094"/>
                  <a:pt x="357188" y="496094"/>
                </a:cubicBezTo>
                <a:cubicBezTo>
                  <a:pt x="258619" y="496094"/>
                  <a:pt x="178594" y="416069"/>
                  <a:pt x="178594" y="317500"/>
                </a:cubicBezTo>
                <a:close/>
                <a:moveTo>
                  <a:pt x="357188" y="238125"/>
                </a:moveTo>
                <a:cubicBezTo>
                  <a:pt x="357188" y="281905"/>
                  <a:pt x="321593" y="317500"/>
                  <a:pt x="277813" y="317500"/>
                </a:cubicBezTo>
                <a:cubicBezTo>
                  <a:pt x="263550" y="317500"/>
                  <a:pt x="250155" y="313779"/>
                  <a:pt x="238497" y="307082"/>
                </a:cubicBezTo>
                <a:cubicBezTo>
                  <a:pt x="237257" y="320601"/>
                  <a:pt x="238373" y="334491"/>
                  <a:pt x="242094" y="348258"/>
                </a:cubicBezTo>
                <a:cubicBezTo>
                  <a:pt x="259085" y="411758"/>
                  <a:pt x="324445" y="449461"/>
                  <a:pt x="387945" y="432470"/>
                </a:cubicBezTo>
                <a:cubicBezTo>
                  <a:pt x="451445" y="415479"/>
                  <a:pt x="489148" y="350118"/>
                  <a:pt x="472157" y="286618"/>
                </a:cubicBezTo>
                <a:cubicBezTo>
                  <a:pt x="457026" y="229939"/>
                  <a:pt x="403324" y="193849"/>
                  <a:pt x="346770" y="198810"/>
                </a:cubicBezTo>
                <a:cubicBezTo>
                  <a:pt x="353343" y="210344"/>
                  <a:pt x="357188" y="223738"/>
                  <a:pt x="357188" y="238125"/>
                </a:cubicBezTo>
                <a:close/>
              </a:path>
            </a:pathLst>
          </a:custGeom>
          <a:solidFill>
            <a:srgbClr val="7C3AED"/>
          </a:solidFill>
          <a:ln/>
        </p:spPr>
        <p:txBody>
          <a:bodyPr/>
          <a:lstStyle/>
          <a:p>
            <a:endParaRPr lang="en-US"/>
          </a:p>
        </p:txBody>
      </p:sp>
      <p:sp>
        <p:nvSpPr>
          <p:cNvPr id="14" name="Text 11"/>
          <p:cNvSpPr/>
          <p:nvPr/>
        </p:nvSpPr>
        <p:spPr>
          <a:xfrm>
            <a:off x="4508500" y="3111500"/>
            <a:ext cx="3429000" cy="444500"/>
          </a:xfrm>
          <a:prstGeom prst="rect">
            <a:avLst/>
          </a:prstGeom>
          <a:noFill/>
          <a:ln/>
        </p:spPr>
        <p:txBody>
          <a:bodyPr wrap="none" lIns="0" tIns="0" rIns="0" bIns="0" rtlCol="0" anchor="ctr"/>
          <a:lstStyle/>
          <a:p>
            <a:pPr algn="ctr">
              <a:lnSpc>
                <a:spcPct val="100000"/>
              </a:lnSpc>
            </a:pPr>
            <a:r>
              <a:rPr lang="en-US" sz="2600" b="1" dirty="0">
                <a:solidFill>
                  <a:srgbClr val="7C3AED"/>
                </a:solidFill>
                <a:latin typeface="Liter" pitchFamily="34" charset="0"/>
                <a:ea typeface="Liter" pitchFamily="34" charset="-122"/>
                <a:cs typeface="Liter" pitchFamily="34" charset="-120"/>
              </a:rPr>
              <a:t>READ</a:t>
            </a:r>
            <a:endParaRPr lang="en-US" sz="1600" dirty="0"/>
          </a:p>
        </p:txBody>
      </p:sp>
      <p:sp>
        <p:nvSpPr>
          <p:cNvPr id="15" name="Shape 12"/>
          <p:cNvSpPr/>
          <p:nvPr/>
        </p:nvSpPr>
        <p:spPr>
          <a:xfrm>
            <a:off x="5143500" y="3619500"/>
            <a:ext cx="2159000" cy="25400"/>
          </a:xfrm>
          <a:prstGeom prst="rect">
            <a:avLst/>
          </a:prstGeom>
          <a:solidFill>
            <a:srgbClr val="D8B4FE"/>
          </a:solidFill>
          <a:ln/>
        </p:spPr>
        <p:txBody>
          <a:bodyPr/>
          <a:lstStyle/>
          <a:p>
            <a:endParaRPr lang="en-US"/>
          </a:p>
        </p:txBody>
      </p:sp>
      <p:sp>
        <p:nvSpPr>
          <p:cNvPr id="16" name="Text 13"/>
          <p:cNvSpPr/>
          <p:nvPr/>
        </p:nvSpPr>
        <p:spPr>
          <a:xfrm>
            <a:off x="4508500" y="3746500"/>
            <a:ext cx="3429000" cy="355600"/>
          </a:xfrm>
          <a:prstGeom prst="rect">
            <a:avLst/>
          </a:prstGeom>
          <a:noFill/>
          <a:ln/>
        </p:spPr>
        <p:txBody>
          <a:bodyPr wrap="none" lIns="0" tIns="0" rIns="0" bIns="0" rtlCol="0" anchor="ctr"/>
          <a:lstStyle/>
          <a:p>
            <a:pPr algn="ctr">
              <a:lnSpc>
                <a:spcPct val="100000"/>
              </a:lnSpc>
            </a:pPr>
            <a:r>
              <a:rPr lang="en-US" sz="1700" b="1" dirty="0">
                <a:solidFill>
                  <a:srgbClr val="1E1B2E"/>
                </a:solidFill>
                <a:latin typeface="Quattrocento Sans" pitchFamily="34" charset="0"/>
                <a:ea typeface="Quattrocento Sans" pitchFamily="34" charset="-122"/>
                <a:cs typeface="Quattrocento Sans" pitchFamily="34" charset="-120"/>
              </a:rPr>
              <a:t>View Student</a:t>
            </a:r>
            <a:endParaRPr lang="en-US" sz="1600" dirty="0"/>
          </a:p>
        </p:txBody>
      </p:sp>
      <p:sp>
        <p:nvSpPr>
          <p:cNvPr id="17" name="Text 14"/>
          <p:cNvSpPr/>
          <p:nvPr/>
        </p:nvSpPr>
        <p:spPr>
          <a:xfrm>
            <a:off x="4699000" y="4191000"/>
            <a:ext cx="3048000" cy="1206500"/>
          </a:xfrm>
          <a:prstGeom prst="rect">
            <a:avLst/>
          </a:prstGeom>
          <a:noFill/>
          <a:ln/>
        </p:spPr>
        <p:txBody>
          <a:bodyPr wrap="square" lIns="0" tIns="0" rIns="0" bIns="0" rtlCol="0" anchor="t"/>
          <a:lstStyle/>
          <a:p>
            <a:pPr algn="ctr">
              <a:lnSpc>
                <a:spcPct val="150000"/>
              </a:lnSpc>
            </a:pPr>
            <a:r>
              <a:rPr lang="en-US" sz="1400" dirty="0">
                <a:solidFill>
                  <a:srgbClr val="6B7280"/>
                </a:solidFill>
                <a:latin typeface="Quattrocento Sans" pitchFamily="34" charset="0"/>
                <a:ea typeface="Quattrocento Sans" pitchFamily="34" charset="-122"/>
                <a:cs typeface="Quattrocento Sans" pitchFamily="34" charset="-120"/>
              </a:rPr>
              <a:t>Retrieve and display student records using SELECT query</a:t>
            </a:r>
            <a:endParaRPr lang="en-US" sz="1600" dirty="0"/>
          </a:p>
        </p:txBody>
      </p:sp>
      <p:sp>
        <p:nvSpPr>
          <p:cNvPr id="18" name="Shape 15"/>
          <p:cNvSpPr/>
          <p:nvPr/>
        </p:nvSpPr>
        <p:spPr>
          <a:xfrm>
            <a:off x="8255000" y="2095500"/>
            <a:ext cx="3429000" cy="3556000"/>
          </a:xfrm>
          <a:prstGeom prst="roundRect">
            <a:avLst>
              <a:gd name="adj" fmla="val 10000"/>
            </a:avLst>
          </a:prstGeom>
          <a:solidFill>
            <a:srgbClr val="FFFFFF">
              <a:alpha val="90196"/>
            </a:srgbClr>
          </a:solidFill>
          <a:ln w="25400">
            <a:solidFill>
              <a:srgbClr val="A855F7"/>
            </a:solidFill>
            <a:prstDash val="solid"/>
          </a:ln>
          <a:effectLst>
            <a:outerShdw blurRad="152400" dist="50800" dir="5400000" algn="bl" rotWithShape="0">
              <a:srgbClr val="A855F7">
                <a:alpha val="8235"/>
              </a:srgbClr>
            </a:outerShdw>
          </a:effectLst>
        </p:spPr>
        <p:txBody>
          <a:bodyPr/>
          <a:lstStyle/>
          <a:p>
            <a:endParaRPr lang="en-US"/>
          </a:p>
        </p:txBody>
      </p:sp>
      <p:sp>
        <p:nvSpPr>
          <p:cNvPr id="19" name="Shape 16"/>
          <p:cNvSpPr/>
          <p:nvPr/>
        </p:nvSpPr>
        <p:spPr>
          <a:xfrm>
            <a:off x="9461500" y="2349500"/>
            <a:ext cx="635000" cy="635000"/>
          </a:xfrm>
          <a:custGeom>
            <a:avLst/>
            <a:gdLst/>
            <a:ahLst/>
            <a:cxnLst/>
            <a:rect l="l" t="t" r="r" b="b"/>
            <a:pathLst>
              <a:path w="635000" h="635000">
                <a:moveTo>
                  <a:pt x="584895" y="26913"/>
                </a:moveTo>
                <a:cubicBezTo>
                  <a:pt x="557733" y="-248"/>
                  <a:pt x="513829" y="-248"/>
                  <a:pt x="486668" y="26913"/>
                </a:cubicBezTo>
                <a:lnTo>
                  <a:pt x="456406" y="57175"/>
                </a:lnTo>
                <a:lnTo>
                  <a:pt x="577825" y="178594"/>
                </a:lnTo>
                <a:lnTo>
                  <a:pt x="608087" y="148332"/>
                </a:lnTo>
                <a:cubicBezTo>
                  <a:pt x="635248" y="121171"/>
                  <a:pt x="635248" y="77267"/>
                  <a:pt x="608087" y="50105"/>
                </a:cubicBezTo>
                <a:lnTo>
                  <a:pt x="584895" y="26913"/>
                </a:lnTo>
                <a:close/>
                <a:moveTo>
                  <a:pt x="213816" y="299765"/>
                </a:moveTo>
                <a:cubicBezTo>
                  <a:pt x="206251" y="307330"/>
                  <a:pt x="200422" y="316632"/>
                  <a:pt x="197073" y="326926"/>
                </a:cubicBezTo>
                <a:lnTo>
                  <a:pt x="160362" y="437059"/>
                </a:lnTo>
                <a:cubicBezTo>
                  <a:pt x="156766" y="447725"/>
                  <a:pt x="159618" y="459507"/>
                  <a:pt x="167556" y="467568"/>
                </a:cubicBezTo>
                <a:cubicBezTo>
                  <a:pt x="175493" y="475630"/>
                  <a:pt x="187275" y="478358"/>
                  <a:pt x="198065" y="474762"/>
                </a:cubicBezTo>
                <a:lnTo>
                  <a:pt x="308198" y="438051"/>
                </a:lnTo>
                <a:cubicBezTo>
                  <a:pt x="318368" y="434702"/>
                  <a:pt x="327670" y="428873"/>
                  <a:pt x="335359" y="421308"/>
                </a:cubicBezTo>
                <a:lnTo>
                  <a:pt x="535781" y="220638"/>
                </a:lnTo>
                <a:lnTo>
                  <a:pt x="414362" y="99219"/>
                </a:lnTo>
                <a:lnTo>
                  <a:pt x="213816" y="299765"/>
                </a:lnTo>
                <a:close/>
                <a:moveTo>
                  <a:pt x="119062" y="79375"/>
                </a:moveTo>
                <a:cubicBezTo>
                  <a:pt x="53330" y="79375"/>
                  <a:pt x="0" y="132705"/>
                  <a:pt x="0" y="198438"/>
                </a:cubicBezTo>
                <a:lnTo>
                  <a:pt x="0" y="515937"/>
                </a:lnTo>
                <a:cubicBezTo>
                  <a:pt x="0" y="581670"/>
                  <a:pt x="53330" y="635000"/>
                  <a:pt x="119062" y="635000"/>
                </a:cubicBezTo>
                <a:lnTo>
                  <a:pt x="436563" y="635000"/>
                </a:lnTo>
                <a:cubicBezTo>
                  <a:pt x="502295" y="635000"/>
                  <a:pt x="555625" y="581670"/>
                  <a:pt x="555625" y="515937"/>
                </a:cubicBezTo>
                <a:lnTo>
                  <a:pt x="555625" y="396875"/>
                </a:lnTo>
                <a:cubicBezTo>
                  <a:pt x="555625" y="374923"/>
                  <a:pt x="537890" y="357188"/>
                  <a:pt x="515937" y="357188"/>
                </a:cubicBezTo>
                <a:cubicBezTo>
                  <a:pt x="493985" y="357188"/>
                  <a:pt x="476250" y="374923"/>
                  <a:pt x="476250" y="396875"/>
                </a:cubicBezTo>
                <a:lnTo>
                  <a:pt x="476250" y="515937"/>
                </a:lnTo>
                <a:cubicBezTo>
                  <a:pt x="476250" y="537890"/>
                  <a:pt x="458515" y="555625"/>
                  <a:pt x="436563" y="555625"/>
                </a:cubicBezTo>
                <a:lnTo>
                  <a:pt x="119062" y="555625"/>
                </a:lnTo>
                <a:cubicBezTo>
                  <a:pt x="97110" y="555625"/>
                  <a:pt x="79375" y="537890"/>
                  <a:pt x="79375" y="515937"/>
                </a:cubicBezTo>
                <a:lnTo>
                  <a:pt x="79375" y="198438"/>
                </a:lnTo>
                <a:cubicBezTo>
                  <a:pt x="79375" y="176485"/>
                  <a:pt x="97110" y="158750"/>
                  <a:pt x="119062" y="158750"/>
                </a:cubicBezTo>
                <a:lnTo>
                  <a:pt x="238125" y="158750"/>
                </a:lnTo>
                <a:cubicBezTo>
                  <a:pt x="260077" y="158750"/>
                  <a:pt x="277813" y="141015"/>
                  <a:pt x="277813" y="119062"/>
                </a:cubicBezTo>
                <a:cubicBezTo>
                  <a:pt x="277813" y="97110"/>
                  <a:pt x="260077" y="79375"/>
                  <a:pt x="238125" y="79375"/>
                </a:cubicBezTo>
                <a:lnTo>
                  <a:pt x="119062" y="79375"/>
                </a:lnTo>
                <a:close/>
              </a:path>
            </a:pathLst>
          </a:custGeom>
          <a:solidFill>
            <a:srgbClr val="A855F7"/>
          </a:solidFill>
          <a:ln/>
        </p:spPr>
        <p:txBody>
          <a:bodyPr/>
          <a:lstStyle/>
          <a:p>
            <a:endParaRPr lang="en-US"/>
          </a:p>
        </p:txBody>
      </p:sp>
      <p:sp>
        <p:nvSpPr>
          <p:cNvPr id="20" name="Text 17"/>
          <p:cNvSpPr/>
          <p:nvPr/>
        </p:nvSpPr>
        <p:spPr>
          <a:xfrm>
            <a:off x="8255000" y="3111500"/>
            <a:ext cx="3429000" cy="444500"/>
          </a:xfrm>
          <a:prstGeom prst="rect">
            <a:avLst/>
          </a:prstGeom>
          <a:noFill/>
          <a:ln/>
        </p:spPr>
        <p:txBody>
          <a:bodyPr wrap="none" lIns="0" tIns="0" rIns="0" bIns="0" rtlCol="0" anchor="ctr"/>
          <a:lstStyle/>
          <a:p>
            <a:pPr algn="ctr">
              <a:lnSpc>
                <a:spcPct val="100000"/>
              </a:lnSpc>
            </a:pPr>
            <a:r>
              <a:rPr lang="en-US" sz="2600" b="1" dirty="0">
                <a:solidFill>
                  <a:srgbClr val="A855F7"/>
                </a:solidFill>
                <a:latin typeface="Liter" pitchFamily="34" charset="0"/>
                <a:ea typeface="Liter" pitchFamily="34" charset="-122"/>
                <a:cs typeface="Liter" pitchFamily="34" charset="-120"/>
              </a:rPr>
              <a:t>UPDATE</a:t>
            </a:r>
            <a:endParaRPr lang="en-US" sz="1600" dirty="0"/>
          </a:p>
        </p:txBody>
      </p:sp>
      <p:sp>
        <p:nvSpPr>
          <p:cNvPr id="21" name="Shape 18"/>
          <p:cNvSpPr/>
          <p:nvPr/>
        </p:nvSpPr>
        <p:spPr>
          <a:xfrm>
            <a:off x="8890000" y="3619500"/>
            <a:ext cx="2159000" cy="25400"/>
          </a:xfrm>
          <a:prstGeom prst="rect">
            <a:avLst/>
          </a:prstGeom>
          <a:solidFill>
            <a:srgbClr val="D8B4FE"/>
          </a:solidFill>
          <a:ln/>
        </p:spPr>
        <p:txBody>
          <a:bodyPr/>
          <a:lstStyle/>
          <a:p>
            <a:endParaRPr lang="en-US"/>
          </a:p>
        </p:txBody>
      </p:sp>
      <p:sp>
        <p:nvSpPr>
          <p:cNvPr id="22" name="Text 19"/>
          <p:cNvSpPr/>
          <p:nvPr/>
        </p:nvSpPr>
        <p:spPr>
          <a:xfrm>
            <a:off x="8255000" y="3746500"/>
            <a:ext cx="3429000" cy="355600"/>
          </a:xfrm>
          <a:prstGeom prst="rect">
            <a:avLst/>
          </a:prstGeom>
          <a:noFill/>
          <a:ln/>
        </p:spPr>
        <p:txBody>
          <a:bodyPr wrap="none" lIns="0" tIns="0" rIns="0" bIns="0" rtlCol="0" anchor="ctr"/>
          <a:lstStyle/>
          <a:p>
            <a:pPr algn="ctr">
              <a:lnSpc>
                <a:spcPct val="100000"/>
              </a:lnSpc>
            </a:pPr>
            <a:r>
              <a:rPr lang="en-US" sz="1700" b="1" dirty="0">
                <a:solidFill>
                  <a:srgbClr val="1E1B2E"/>
                </a:solidFill>
                <a:latin typeface="Quattrocento Sans" pitchFamily="34" charset="0"/>
                <a:ea typeface="Quattrocento Sans" pitchFamily="34" charset="-122"/>
                <a:cs typeface="Quattrocento Sans" pitchFamily="34" charset="-120"/>
              </a:rPr>
              <a:t>Edit Student</a:t>
            </a:r>
            <a:endParaRPr lang="en-US" sz="1600" dirty="0"/>
          </a:p>
        </p:txBody>
      </p:sp>
      <p:sp>
        <p:nvSpPr>
          <p:cNvPr id="23" name="Text 20"/>
          <p:cNvSpPr/>
          <p:nvPr/>
        </p:nvSpPr>
        <p:spPr>
          <a:xfrm>
            <a:off x="8445500" y="4191000"/>
            <a:ext cx="3048000" cy="1206500"/>
          </a:xfrm>
          <a:prstGeom prst="rect">
            <a:avLst/>
          </a:prstGeom>
          <a:noFill/>
          <a:ln/>
        </p:spPr>
        <p:txBody>
          <a:bodyPr wrap="square" lIns="0" tIns="0" rIns="0" bIns="0" rtlCol="0" anchor="t"/>
          <a:lstStyle/>
          <a:p>
            <a:pPr algn="ctr">
              <a:lnSpc>
                <a:spcPct val="150000"/>
              </a:lnSpc>
            </a:pPr>
            <a:r>
              <a:rPr lang="en-US" sz="1400" dirty="0">
                <a:solidFill>
                  <a:srgbClr val="6B7280"/>
                </a:solidFill>
                <a:latin typeface="Quattrocento Sans" pitchFamily="34" charset="0"/>
                <a:ea typeface="Quattrocento Sans" pitchFamily="34" charset="-122"/>
                <a:cs typeface="Quattrocento Sans" pitchFamily="34" charset="-120"/>
              </a:rPr>
              <a:t>Modify existing student records using UPDATE query</a:t>
            </a:r>
            <a:endParaRPr lang="en-US" sz="1600" dirty="0"/>
          </a:p>
        </p:txBody>
      </p:sp>
      <p:sp>
        <p:nvSpPr>
          <p:cNvPr id="24" name="Shape 21"/>
          <p:cNvSpPr/>
          <p:nvPr/>
        </p:nvSpPr>
        <p:spPr>
          <a:xfrm>
            <a:off x="12001500" y="2095500"/>
            <a:ext cx="3492500" cy="3556000"/>
          </a:xfrm>
          <a:prstGeom prst="roundRect">
            <a:avLst>
              <a:gd name="adj" fmla="val 10000"/>
            </a:avLst>
          </a:prstGeom>
          <a:solidFill>
            <a:srgbClr val="FFFFFF">
              <a:alpha val="90196"/>
            </a:srgbClr>
          </a:solidFill>
          <a:ln w="25400">
            <a:solidFill>
              <a:srgbClr val="8B5CF6"/>
            </a:solidFill>
            <a:prstDash val="solid"/>
          </a:ln>
          <a:effectLst>
            <a:outerShdw blurRad="152400" dist="50800" dir="5400000" algn="bl" rotWithShape="0">
              <a:srgbClr val="8B5CF6">
                <a:alpha val="8235"/>
              </a:srgbClr>
            </a:outerShdw>
          </a:effectLst>
        </p:spPr>
        <p:txBody>
          <a:bodyPr/>
          <a:lstStyle/>
          <a:p>
            <a:endParaRPr lang="en-US"/>
          </a:p>
        </p:txBody>
      </p:sp>
      <p:sp>
        <p:nvSpPr>
          <p:cNvPr id="25" name="Shape 22"/>
          <p:cNvSpPr/>
          <p:nvPr/>
        </p:nvSpPr>
        <p:spPr>
          <a:xfrm>
            <a:off x="13273088" y="2349500"/>
            <a:ext cx="555625" cy="635000"/>
          </a:xfrm>
          <a:custGeom>
            <a:avLst/>
            <a:gdLst/>
            <a:ahLst/>
            <a:cxnLst/>
            <a:rect l="l" t="t" r="r" b="b"/>
            <a:pathLst>
              <a:path w="555625" h="635000">
                <a:moveTo>
                  <a:pt x="169540" y="7317"/>
                </a:moveTo>
                <a:cubicBezTo>
                  <a:pt x="174997" y="-8930"/>
                  <a:pt x="190128" y="-19844"/>
                  <a:pt x="207243" y="-19844"/>
                </a:cubicBezTo>
                <a:lnTo>
                  <a:pt x="348506" y="-19844"/>
                </a:lnTo>
                <a:cubicBezTo>
                  <a:pt x="365621" y="-19844"/>
                  <a:pt x="380752" y="-8930"/>
                  <a:pt x="386209" y="7317"/>
                </a:cubicBezTo>
                <a:lnTo>
                  <a:pt x="396875" y="39688"/>
                </a:lnTo>
                <a:lnTo>
                  <a:pt x="515937" y="39688"/>
                </a:lnTo>
                <a:cubicBezTo>
                  <a:pt x="537890" y="39688"/>
                  <a:pt x="555625" y="57423"/>
                  <a:pt x="555625" y="79375"/>
                </a:cubicBezTo>
                <a:cubicBezTo>
                  <a:pt x="555625" y="101327"/>
                  <a:pt x="537890" y="119062"/>
                  <a:pt x="515937" y="119062"/>
                </a:cubicBezTo>
                <a:lnTo>
                  <a:pt x="39688" y="119062"/>
                </a:lnTo>
                <a:cubicBezTo>
                  <a:pt x="17735" y="119062"/>
                  <a:pt x="0" y="101327"/>
                  <a:pt x="0" y="79375"/>
                </a:cubicBezTo>
                <a:cubicBezTo>
                  <a:pt x="0" y="57423"/>
                  <a:pt x="17735" y="39688"/>
                  <a:pt x="39688" y="39688"/>
                </a:cubicBezTo>
                <a:lnTo>
                  <a:pt x="158750" y="39688"/>
                </a:lnTo>
                <a:lnTo>
                  <a:pt x="169540" y="7317"/>
                </a:lnTo>
                <a:close/>
                <a:moveTo>
                  <a:pt x="39688" y="178594"/>
                </a:moveTo>
                <a:lnTo>
                  <a:pt x="515937" y="178594"/>
                </a:lnTo>
                <a:lnTo>
                  <a:pt x="515937" y="555625"/>
                </a:lnTo>
                <a:cubicBezTo>
                  <a:pt x="515937" y="599405"/>
                  <a:pt x="480343" y="635000"/>
                  <a:pt x="436563" y="635000"/>
                </a:cubicBezTo>
                <a:lnTo>
                  <a:pt x="119062" y="635000"/>
                </a:lnTo>
                <a:cubicBezTo>
                  <a:pt x="75282" y="635000"/>
                  <a:pt x="39688" y="599405"/>
                  <a:pt x="39688" y="555625"/>
                </a:cubicBezTo>
                <a:lnTo>
                  <a:pt x="39688" y="178594"/>
                </a:lnTo>
                <a:close/>
                <a:moveTo>
                  <a:pt x="148828" y="257969"/>
                </a:moveTo>
                <a:cubicBezTo>
                  <a:pt x="132333" y="257969"/>
                  <a:pt x="119062" y="271239"/>
                  <a:pt x="119062" y="287734"/>
                </a:cubicBezTo>
                <a:lnTo>
                  <a:pt x="119062" y="525859"/>
                </a:lnTo>
                <a:cubicBezTo>
                  <a:pt x="119062" y="542354"/>
                  <a:pt x="132333" y="555625"/>
                  <a:pt x="148828" y="555625"/>
                </a:cubicBezTo>
                <a:cubicBezTo>
                  <a:pt x="165323" y="555625"/>
                  <a:pt x="178594" y="542354"/>
                  <a:pt x="178594" y="525859"/>
                </a:cubicBezTo>
                <a:lnTo>
                  <a:pt x="178594" y="287734"/>
                </a:lnTo>
                <a:cubicBezTo>
                  <a:pt x="178594" y="271239"/>
                  <a:pt x="165323" y="257969"/>
                  <a:pt x="148828" y="257969"/>
                </a:cubicBezTo>
                <a:close/>
                <a:moveTo>
                  <a:pt x="277813" y="257969"/>
                </a:moveTo>
                <a:cubicBezTo>
                  <a:pt x="261317" y="257969"/>
                  <a:pt x="248047" y="271239"/>
                  <a:pt x="248047" y="287734"/>
                </a:cubicBezTo>
                <a:lnTo>
                  <a:pt x="248047" y="525859"/>
                </a:lnTo>
                <a:cubicBezTo>
                  <a:pt x="248047" y="542354"/>
                  <a:pt x="261317" y="555625"/>
                  <a:pt x="277813" y="555625"/>
                </a:cubicBezTo>
                <a:cubicBezTo>
                  <a:pt x="294308" y="555625"/>
                  <a:pt x="307578" y="542354"/>
                  <a:pt x="307578" y="525859"/>
                </a:cubicBezTo>
                <a:lnTo>
                  <a:pt x="307578" y="287734"/>
                </a:lnTo>
                <a:cubicBezTo>
                  <a:pt x="307578" y="271239"/>
                  <a:pt x="294308" y="257969"/>
                  <a:pt x="277813" y="257969"/>
                </a:cubicBezTo>
                <a:close/>
                <a:moveTo>
                  <a:pt x="406797" y="257969"/>
                </a:moveTo>
                <a:cubicBezTo>
                  <a:pt x="390302" y="257969"/>
                  <a:pt x="377031" y="271239"/>
                  <a:pt x="377031" y="287734"/>
                </a:cubicBezTo>
                <a:lnTo>
                  <a:pt x="377031" y="525859"/>
                </a:lnTo>
                <a:cubicBezTo>
                  <a:pt x="377031" y="542354"/>
                  <a:pt x="390302" y="555625"/>
                  <a:pt x="406797" y="555625"/>
                </a:cubicBezTo>
                <a:cubicBezTo>
                  <a:pt x="423292" y="555625"/>
                  <a:pt x="436563" y="542354"/>
                  <a:pt x="436563" y="525859"/>
                </a:cubicBezTo>
                <a:lnTo>
                  <a:pt x="436563" y="287734"/>
                </a:lnTo>
                <a:cubicBezTo>
                  <a:pt x="436563" y="271239"/>
                  <a:pt x="423292" y="257969"/>
                  <a:pt x="406797" y="257969"/>
                </a:cubicBezTo>
                <a:close/>
              </a:path>
            </a:pathLst>
          </a:custGeom>
          <a:solidFill>
            <a:srgbClr val="8B5CF6"/>
          </a:solidFill>
          <a:ln/>
        </p:spPr>
        <p:txBody>
          <a:bodyPr/>
          <a:lstStyle/>
          <a:p>
            <a:endParaRPr lang="en-US"/>
          </a:p>
        </p:txBody>
      </p:sp>
      <p:sp>
        <p:nvSpPr>
          <p:cNvPr id="26" name="Text 23"/>
          <p:cNvSpPr/>
          <p:nvPr/>
        </p:nvSpPr>
        <p:spPr>
          <a:xfrm>
            <a:off x="12001500" y="3111500"/>
            <a:ext cx="3492500" cy="444500"/>
          </a:xfrm>
          <a:prstGeom prst="rect">
            <a:avLst/>
          </a:prstGeom>
          <a:noFill/>
          <a:ln/>
        </p:spPr>
        <p:txBody>
          <a:bodyPr wrap="none" lIns="0" tIns="0" rIns="0" bIns="0" rtlCol="0" anchor="ctr"/>
          <a:lstStyle/>
          <a:p>
            <a:pPr algn="ctr">
              <a:lnSpc>
                <a:spcPct val="100000"/>
              </a:lnSpc>
            </a:pPr>
            <a:r>
              <a:rPr lang="en-US" sz="2600" b="1" dirty="0">
                <a:solidFill>
                  <a:srgbClr val="8B5CF6"/>
                </a:solidFill>
                <a:latin typeface="Liter" pitchFamily="34" charset="0"/>
                <a:ea typeface="Liter" pitchFamily="34" charset="-122"/>
                <a:cs typeface="Liter" pitchFamily="34" charset="-120"/>
              </a:rPr>
              <a:t>DELETE</a:t>
            </a:r>
            <a:endParaRPr lang="en-US" sz="1600" dirty="0"/>
          </a:p>
        </p:txBody>
      </p:sp>
      <p:sp>
        <p:nvSpPr>
          <p:cNvPr id="27" name="Shape 24"/>
          <p:cNvSpPr/>
          <p:nvPr/>
        </p:nvSpPr>
        <p:spPr>
          <a:xfrm>
            <a:off x="12674600" y="3619500"/>
            <a:ext cx="2159000" cy="25400"/>
          </a:xfrm>
          <a:prstGeom prst="rect">
            <a:avLst/>
          </a:prstGeom>
          <a:solidFill>
            <a:srgbClr val="D8B4FE"/>
          </a:solidFill>
          <a:ln/>
        </p:spPr>
        <p:txBody>
          <a:bodyPr/>
          <a:lstStyle/>
          <a:p>
            <a:endParaRPr lang="en-US"/>
          </a:p>
        </p:txBody>
      </p:sp>
      <p:sp>
        <p:nvSpPr>
          <p:cNvPr id="28" name="Text 25"/>
          <p:cNvSpPr/>
          <p:nvPr/>
        </p:nvSpPr>
        <p:spPr>
          <a:xfrm>
            <a:off x="12001500" y="3746500"/>
            <a:ext cx="3492500" cy="355600"/>
          </a:xfrm>
          <a:prstGeom prst="rect">
            <a:avLst/>
          </a:prstGeom>
          <a:noFill/>
          <a:ln/>
        </p:spPr>
        <p:txBody>
          <a:bodyPr wrap="none" lIns="0" tIns="0" rIns="0" bIns="0" rtlCol="0" anchor="ctr"/>
          <a:lstStyle/>
          <a:p>
            <a:pPr algn="ctr">
              <a:lnSpc>
                <a:spcPct val="100000"/>
              </a:lnSpc>
            </a:pPr>
            <a:r>
              <a:rPr lang="en-US" sz="1700" b="1" dirty="0">
                <a:solidFill>
                  <a:srgbClr val="1E1B2E"/>
                </a:solidFill>
                <a:latin typeface="Quattrocento Sans" pitchFamily="34" charset="0"/>
                <a:ea typeface="Quattrocento Sans" pitchFamily="34" charset="-122"/>
                <a:cs typeface="Quattrocento Sans" pitchFamily="34" charset="-120"/>
              </a:rPr>
              <a:t>Remove Student</a:t>
            </a:r>
            <a:endParaRPr lang="en-US" sz="1600" dirty="0"/>
          </a:p>
        </p:txBody>
      </p:sp>
      <p:sp>
        <p:nvSpPr>
          <p:cNvPr id="29" name="Text 26"/>
          <p:cNvSpPr/>
          <p:nvPr/>
        </p:nvSpPr>
        <p:spPr>
          <a:xfrm>
            <a:off x="12192000" y="4191000"/>
            <a:ext cx="3111500" cy="1206500"/>
          </a:xfrm>
          <a:prstGeom prst="rect">
            <a:avLst/>
          </a:prstGeom>
          <a:noFill/>
          <a:ln/>
        </p:spPr>
        <p:txBody>
          <a:bodyPr wrap="square" lIns="0" tIns="0" rIns="0" bIns="0" rtlCol="0" anchor="t"/>
          <a:lstStyle/>
          <a:p>
            <a:pPr algn="ctr">
              <a:lnSpc>
                <a:spcPct val="150000"/>
              </a:lnSpc>
            </a:pPr>
            <a:r>
              <a:rPr lang="en-US" sz="1400" dirty="0">
                <a:solidFill>
                  <a:srgbClr val="6B7280"/>
                </a:solidFill>
                <a:latin typeface="Quattrocento Sans" pitchFamily="34" charset="0"/>
                <a:ea typeface="Quattrocento Sans" pitchFamily="34" charset="-122"/>
                <a:cs typeface="Quattrocento Sans" pitchFamily="34" charset="-120"/>
              </a:rPr>
              <a:t>Delete student records from the database using DELETE query</a:t>
            </a:r>
            <a:endParaRPr lang="en-US" sz="1600" dirty="0"/>
          </a:p>
        </p:txBody>
      </p:sp>
      <p:sp>
        <p:nvSpPr>
          <p:cNvPr id="30" name="Shape 27"/>
          <p:cNvSpPr/>
          <p:nvPr/>
        </p:nvSpPr>
        <p:spPr>
          <a:xfrm>
            <a:off x="762000" y="6096000"/>
            <a:ext cx="14732000" cy="2032000"/>
          </a:xfrm>
          <a:prstGeom prst="roundRect">
            <a:avLst>
              <a:gd name="adj" fmla="val 6000"/>
            </a:avLst>
          </a:prstGeom>
          <a:solidFill>
            <a:srgbClr val="1E1B2E"/>
          </a:solidFill>
          <a:ln/>
          <a:effectLst>
            <a:outerShdw blurRad="127000" dist="50800" dir="5400000" algn="bl" rotWithShape="0">
              <a:srgbClr val="1E1B2E">
                <a:alpha val="12549"/>
              </a:srgbClr>
            </a:outerShdw>
          </a:effectLst>
        </p:spPr>
        <p:txBody>
          <a:bodyPr/>
          <a:lstStyle/>
          <a:p>
            <a:endParaRPr lang="en-US"/>
          </a:p>
        </p:txBody>
      </p:sp>
      <p:sp>
        <p:nvSpPr>
          <p:cNvPr id="31" name="Text 28"/>
          <p:cNvSpPr/>
          <p:nvPr/>
        </p:nvSpPr>
        <p:spPr>
          <a:xfrm>
            <a:off x="1016000" y="6223000"/>
            <a:ext cx="3810000" cy="279400"/>
          </a:xfrm>
          <a:prstGeom prst="rect">
            <a:avLst/>
          </a:prstGeom>
          <a:noFill/>
          <a:ln/>
        </p:spPr>
        <p:txBody>
          <a:bodyPr wrap="none" lIns="0" tIns="0" rIns="0" bIns="0" rtlCol="0" anchor="ctr"/>
          <a:lstStyle/>
          <a:p>
            <a:pPr>
              <a:lnSpc>
                <a:spcPct val="100000"/>
              </a:lnSpc>
            </a:pPr>
            <a:r>
              <a:rPr lang="en-US" sz="1200" kern="0" spc="100" dirty="0">
                <a:solidFill>
                  <a:srgbClr val="A855F7"/>
                </a:solidFill>
                <a:latin typeface="Liter" pitchFamily="34" charset="0"/>
                <a:ea typeface="Liter" pitchFamily="34" charset="-122"/>
                <a:cs typeface="Liter" pitchFamily="34" charset="-120"/>
              </a:rPr>
              <a:t>STUDENT MANAGEMENT EXAMPLE</a:t>
            </a:r>
            <a:endParaRPr lang="en-US" sz="1600" dirty="0"/>
          </a:p>
        </p:txBody>
      </p:sp>
      <p:sp>
        <p:nvSpPr>
          <p:cNvPr id="32" name="Text 29"/>
          <p:cNvSpPr/>
          <p:nvPr/>
        </p:nvSpPr>
        <p:spPr>
          <a:xfrm>
            <a:off x="1016000" y="6540500"/>
            <a:ext cx="14224000" cy="1524000"/>
          </a:xfrm>
          <a:prstGeom prst="rect">
            <a:avLst/>
          </a:prstGeom>
          <a:noFill/>
          <a:ln/>
        </p:spPr>
        <p:txBody>
          <a:bodyPr wrap="square" lIns="0" tIns="0" rIns="0" bIns="0" rtlCol="0" anchor="t"/>
          <a:lstStyle/>
          <a:p>
            <a:pPr>
              <a:lnSpc>
                <a:spcPct val="160000"/>
              </a:lnSpc>
            </a:pPr>
            <a:r>
              <a:rPr lang="en-US" sz="1400" dirty="0">
                <a:solidFill>
                  <a:srgbClr val="A855F7"/>
                </a:solidFill>
                <a:latin typeface="Quattrocento Sans" pitchFamily="34" charset="0"/>
                <a:ea typeface="Quattrocento Sans" pitchFamily="34" charset="-122"/>
                <a:cs typeface="Quattrocento Sans" pitchFamily="34" charset="-120"/>
              </a:rPr>
              <a:t>CREATE:</a:t>
            </a:r>
            <a:r>
              <a:rPr lang="en-US" sz="1400" dirty="0">
                <a:solidFill>
                  <a:srgbClr val="E9D5FF"/>
                </a:solidFill>
                <a:latin typeface="Quattrocento Sans" pitchFamily="34" charset="0"/>
                <a:ea typeface="Quattrocento Sans" pitchFamily="34" charset="-122"/>
                <a:cs typeface="Quattrocento Sans" pitchFamily="34" charset="-120"/>
              </a:rPr>
              <a:t> </a:t>
            </a:r>
            <a:r>
              <a:rPr lang="en-US" sz="1400" dirty="0">
                <a:solidFill>
                  <a:srgbClr val="86EFAC"/>
                </a:solidFill>
                <a:latin typeface="Quattrocento Sans" pitchFamily="34" charset="0"/>
                <a:ea typeface="Quattrocento Sans" pitchFamily="34" charset="-122"/>
                <a:cs typeface="Quattrocento Sans" pitchFamily="34" charset="-120"/>
              </a:rPr>
              <a:t>"INSERT INTO students (name, roll) VALUES ('Ali', '101')"</a:t>
            </a:r>
            <a:r>
              <a:rPr lang="en-US" sz="1400" dirty="0">
                <a:solidFill>
                  <a:srgbClr val="E9D5FF"/>
                </a:solidFill>
                <a:latin typeface="Quattrocento Sans" pitchFamily="34" charset="0"/>
                <a:ea typeface="Quattrocento Sans" pitchFamily="34" charset="-122"/>
                <a:cs typeface="Quattrocento Sans" pitchFamily="34" charset="-120"/>
              </a:rPr>
              <a:t> → </a:t>
            </a:r>
            <a:r>
              <a:rPr lang="en-US" sz="1400" dirty="0">
                <a:solidFill>
                  <a:srgbClr val="C4B5FD"/>
                </a:solidFill>
                <a:latin typeface="Quattrocento Sans" pitchFamily="34" charset="0"/>
                <a:ea typeface="Quattrocento Sans" pitchFamily="34" charset="-122"/>
                <a:cs typeface="Quattrocento Sans" pitchFamily="34" charset="-120"/>
              </a:rPr>
              <a:t>Adds new student</a:t>
            </a:r>
            <a:endParaRPr lang="en-US" sz="1600" dirty="0"/>
          </a:p>
          <a:p>
            <a:pPr>
              <a:lnSpc>
                <a:spcPct val="160000"/>
              </a:lnSpc>
            </a:pPr>
            <a:r>
              <a:rPr lang="en-US" sz="1400" dirty="0">
                <a:solidFill>
                  <a:srgbClr val="7C3AED"/>
                </a:solidFill>
                <a:latin typeface="Quattrocento Sans" pitchFamily="34" charset="0"/>
                <a:ea typeface="Quattrocento Sans" pitchFamily="34" charset="-122"/>
                <a:cs typeface="Quattrocento Sans" pitchFamily="34" charset="-120"/>
              </a:rPr>
              <a:t>READ:</a:t>
            </a:r>
            <a:r>
              <a:rPr lang="en-US" sz="1400" dirty="0">
                <a:solidFill>
                  <a:srgbClr val="E9D5FF"/>
                </a:solidFill>
                <a:latin typeface="Quattrocento Sans" pitchFamily="34" charset="0"/>
                <a:ea typeface="Quattrocento Sans" pitchFamily="34" charset="-122"/>
                <a:cs typeface="Quattrocento Sans" pitchFamily="34" charset="-120"/>
              </a:rPr>
              <a:t> </a:t>
            </a:r>
            <a:r>
              <a:rPr lang="en-US" sz="1400" dirty="0">
                <a:solidFill>
                  <a:srgbClr val="86EFAC"/>
                </a:solidFill>
                <a:latin typeface="Quattrocento Sans" pitchFamily="34" charset="0"/>
                <a:ea typeface="Quattrocento Sans" pitchFamily="34" charset="-122"/>
                <a:cs typeface="Quattrocento Sans" pitchFamily="34" charset="-120"/>
              </a:rPr>
              <a:t>"SELECT * FROM students"</a:t>
            </a:r>
            <a:r>
              <a:rPr lang="en-US" sz="1400" dirty="0">
                <a:solidFill>
                  <a:srgbClr val="E9D5FF"/>
                </a:solidFill>
                <a:latin typeface="Quattrocento Sans" pitchFamily="34" charset="0"/>
                <a:ea typeface="Quattrocento Sans" pitchFamily="34" charset="-122"/>
                <a:cs typeface="Quattrocento Sans" pitchFamily="34" charset="-120"/>
              </a:rPr>
              <a:t> → </a:t>
            </a:r>
            <a:r>
              <a:rPr lang="en-US" sz="1400" dirty="0">
                <a:solidFill>
                  <a:srgbClr val="C4B5FD"/>
                </a:solidFill>
                <a:latin typeface="Quattrocento Sans" pitchFamily="34" charset="0"/>
                <a:ea typeface="Quattrocento Sans" pitchFamily="34" charset="-122"/>
                <a:cs typeface="Quattrocento Sans" pitchFamily="34" charset="-120"/>
              </a:rPr>
              <a:t>Views all students</a:t>
            </a:r>
            <a:endParaRPr lang="en-US" sz="1600" dirty="0"/>
          </a:p>
          <a:p>
            <a:pPr>
              <a:lnSpc>
                <a:spcPct val="160000"/>
              </a:lnSpc>
            </a:pPr>
            <a:r>
              <a:rPr lang="en-US" sz="1400" dirty="0">
                <a:solidFill>
                  <a:srgbClr val="A855F7"/>
                </a:solidFill>
                <a:latin typeface="Quattrocento Sans" pitchFamily="34" charset="0"/>
                <a:ea typeface="Quattrocento Sans" pitchFamily="34" charset="-122"/>
                <a:cs typeface="Quattrocento Sans" pitchFamily="34" charset="-120"/>
              </a:rPr>
              <a:t>UPDATE:</a:t>
            </a:r>
            <a:r>
              <a:rPr lang="en-US" sz="1400" dirty="0">
                <a:solidFill>
                  <a:srgbClr val="E9D5FF"/>
                </a:solidFill>
                <a:latin typeface="Quattrocento Sans" pitchFamily="34" charset="0"/>
                <a:ea typeface="Quattrocento Sans" pitchFamily="34" charset="-122"/>
                <a:cs typeface="Quattrocento Sans" pitchFamily="34" charset="-120"/>
              </a:rPr>
              <a:t> </a:t>
            </a:r>
            <a:r>
              <a:rPr lang="en-US" sz="1400" dirty="0">
                <a:solidFill>
                  <a:srgbClr val="86EFAC"/>
                </a:solidFill>
                <a:latin typeface="Quattrocento Sans" pitchFamily="34" charset="0"/>
                <a:ea typeface="Quattrocento Sans" pitchFamily="34" charset="-122"/>
                <a:cs typeface="Quattrocento Sans" pitchFamily="34" charset="-120"/>
              </a:rPr>
              <a:t>"UPDATE students SET name='Ahmed' WHERE id=1"</a:t>
            </a:r>
            <a:r>
              <a:rPr lang="en-US" sz="1400" dirty="0">
                <a:solidFill>
                  <a:srgbClr val="E9D5FF"/>
                </a:solidFill>
                <a:latin typeface="Quattrocento Sans" pitchFamily="34" charset="0"/>
                <a:ea typeface="Quattrocento Sans" pitchFamily="34" charset="-122"/>
                <a:cs typeface="Quattrocento Sans" pitchFamily="34" charset="-120"/>
              </a:rPr>
              <a:t> → </a:t>
            </a:r>
            <a:r>
              <a:rPr lang="en-US" sz="1400" dirty="0">
                <a:solidFill>
                  <a:srgbClr val="C4B5FD"/>
                </a:solidFill>
                <a:latin typeface="Quattrocento Sans" pitchFamily="34" charset="0"/>
                <a:ea typeface="Quattrocento Sans" pitchFamily="34" charset="-122"/>
                <a:cs typeface="Quattrocento Sans" pitchFamily="34" charset="-120"/>
              </a:rPr>
              <a:t>Edits student info</a:t>
            </a:r>
            <a:endParaRPr lang="en-US" sz="1600" dirty="0"/>
          </a:p>
          <a:p>
            <a:pPr>
              <a:lnSpc>
                <a:spcPct val="160000"/>
              </a:lnSpc>
            </a:pPr>
            <a:r>
              <a:rPr lang="en-US" sz="1400" dirty="0">
                <a:solidFill>
                  <a:srgbClr val="8B5CF6"/>
                </a:solidFill>
                <a:latin typeface="Quattrocento Sans" pitchFamily="34" charset="0"/>
                <a:ea typeface="Quattrocento Sans" pitchFamily="34" charset="-122"/>
                <a:cs typeface="Quattrocento Sans" pitchFamily="34" charset="-120"/>
              </a:rPr>
              <a:t>DELETE:</a:t>
            </a:r>
            <a:r>
              <a:rPr lang="en-US" sz="1400" dirty="0">
                <a:solidFill>
                  <a:srgbClr val="E9D5FF"/>
                </a:solidFill>
                <a:latin typeface="Quattrocento Sans" pitchFamily="34" charset="0"/>
                <a:ea typeface="Quattrocento Sans" pitchFamily="34" charset="-122"/>
                <a:cs typeface="Quattrocento Sans" pitchFamily="34" charset="-120"/>
              </a:rPr>
              <a:t> </a:t>
            </a:r>
            <a:r>
              <a:rPr lang="en-US" sz="1400" dirty="0">
                <a:solidFill>
                  <a:srgbClr val="86EFAC"/>
                </a:solidFill>
                <a:latin typeface="Quattrocento Sans" pitchFamily="34" charset="0"/>
                <a:ea typeface="Quattrocento Sans" pitchFamily="34" charset="-122"/>
                <a:cs typeface="Quattrocento Sans" pitchFamily="34" charset="-120"/>
              </a:rPr>
              <a:t>"DELETE FROM students WHERE id=1"</a:t>
            </a:r>
            <a:r>
              <a:rPr lang="en-US" sz="1400" dirty="0">
                <a:solidFill>
                  <a:srgbClr val="E9D5FF"/>
                </a:solidFill>
                <a:latin typeface="Quattrocento Sans" pitchFamily="34" charset="0"/>
                <a:ea typeface="Quattrocento Sans" pitchFamily="34" charset="-122"/>
                <a:cs typeface="Quattrocento Sans" pitchFamily="34" charset="-120"/>
              </a:rPr>
              <a:t> → </a:t>
            </a:r>
            <a:r>
              <a:rPr lang="en-US" sz="1400" dirty="0">
                <a:solidFill>
                  <a:srgbClr val="C4B5FD"/>
                </a:solidFill>
                <a:latin typeface="Quattrocento Sans" pitchFamily="34" charset="0"/>
                <a:ea typeface="Quattrocento Sans" pitchFamily="34" charset="-122"/>
                <a:cs typeface="Quattrocento Sans" pitchFamily="34" charset="-120"/>
              </a:rPr>
              <a:t>Removes student</a:t>
            </a:r>
            <a:endParaRPr lang="en-US" sz="1600" dirty="0"/>
          </a:p>
        </p:txBody>
      </p:sp>
      <p:sp>
        <p:nvSpPr>
          <p:cNvPr id="33" name="Text 30"/>
          <p:cNvSpPr/>
          <p:nvPr/>
        </p:nvSpPr>
        <p:spPr>
          <a:xfrm>
            <a:off x="14986000" y="8636000"/>
            <a:ext cx="762000" cy="317500"/>
          </a:xfrm>
          <a:prstGeom prst="rect">
            <a:avLst/>
          </a:prstGeom>
          <a:noFill/>
          <a:ln/>
        </p:spPr>
        <p:txBody>
          <a:bodyPr wrap="none" lIns="0" tIns="0" rIns="0" bIns="0" rtlCol="0" anchor="ctr"/>
          <a:lstStyle/>
          <a:p>
            <a:pPr algn="r">
              <a:lnSpc>
                <a:spcPct val="100000"/>
              </a:lnSpc>
            </a:pPr>
            <a:r>
              <a:rPr lang="en-US" sz="1200" dirty="0">
                <a:solidFill>
                  <a:srgbClr val="D8B4FE"/>
                </a:solidFill>
                <a:latin typeface="Liter" pitchFamily="34" charset="0"/>
                <a:ea typeface="Liter" pitchFamily="34" charset="-122"/>
                <a:cs typeface="Liter" pitchFamily="34" charset="-120"/>
              </a:rPr>
              <a:t>12 / 15</a:t>
            </a:r>
            <a:endParaRPr lang="en-US" sz="16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762000" y="508000"/>
            <a:ext cx="6350000" cy="508000"/>
          </a:xfrm>
          <a:prstGeom prst="rect">
            <a:avLst/>
          </a:prstGeom>
          <a:noFill/>
          <a:ln/>
        </p:spPr>
        <p:txBody>
          <a:bodyPr wrap="none" lIns="0" tIns="0" rIns="0" bIns="0" rtlCol="0" anchor="ctr"/>
          <a:lstStyle/>
          <a:p>
            <a:pPr>
              <a:lnSpc>
                <a:spcPct val="130000"/>
              </a:lnSpc>
            </a:pPr>
            <a:r>
              <a:rPr lang="en-US" sz="2800" b="1" dirty="0">
                <a:solidFill>
                  <a:srgbClr val="6B21A8"/>
                </a:solidFill>
                <a:latin typeface="Liter" pitchFamily="34" charset="0"/>
                <a:ea typeface="Liter" pitchFamily="34" charset="-122"/>
                <a:cs typeface="Liter" pitchFamily="34" charset="-120"/>
              </a:rPr>
              <a:t>MySQL Database</a:t>
            </a:r>
            <a:endParaRPr lang="en-US" sz="2800" dirty="0"/>
          </a:p>
        </p:txBody>
      </p:sp>
      <p:sp>
        <p:nvSpPr>
          <p:cNvPr id="4" name="Shape 1"/>
          <p:cNvSpPr/>
          <p:nvPr/>
        </p:nvSpPr>
        <p:spPr>
          <a:xfrm>
            <a:off x="762000" y="1079500"/>
            <a:ext cx="1016000" cy="50800"/>
          </a:xfrm>
          <a:prstGeom prst="rect">
            <a:avLst/>
          </a:prstGeom>
          <a:solidFill>
            <a:srgbClr val="6B21A8"/>
          </a:solidFill>
          <a:ln/>
        </p:spPr>
        <p:txBody>
          <a:bodyPr/>
          <a:lstStyle/>
          <a:p>
            <a:endParaRPr lang="en-US"/>
          </a:p>
        </p:txBody>
      </p:sp>
      <p:sp>
        <p:nvSpPr>
          <p:cNvPr id="5" name="Shape 2"/>
          <p:cNvSpPr/>
          <p:nvPr/>
        </p:nvSpPr>
        <p:spPr>
          <a:xfrm>
            <a:off x="762000" y="1371600"/>
            <a:ext cx="1270000" cy="381000"/>
          </a:xfrm>
          <a:prstGeom prst="roundRect">
            <a:avLst>
              <a:gd name="adj" fmla="val 16000"/>
            </a:avLst>
          </a:prstGeom>
          <a:solidFill>
            <a:srgbClr val="7C3AED"/>
          </a:solidFill>
          <a:ln/>
        </p:spPr>
        <p:txBody>
          <a:bodyPr/>
          <a:lstStyle/>
          <a:p>
            <a:endParaRPr lang="en-US"/>
          </a:p>
        </p:txBody>
      </p:sp>
      <p:sp>
        <p:nvSpPr>
          <p:cNvPr id="6" name="Text 3"/>
          <p:cNvSpPr/>
          <p:nvPr/>
        </p:nvSpPr>
        <p:spPr>
          <a:xfrm>
            <a:off x="762000" y="1371600"/>
            <a:ext cx="1270000" cy="381000"/>
          </a:xfrm>
          <a:prstGeom prst="rect">
            <a:avLst/>
          </a:prstGeom>
          <a:noFill/>
          <a:ln/>
        </p:spPr>
        <p:txBody>
          <a:bodyPr wrap="none" lIns="0" tIns="0" rIns="0" bIns="0" rtlCol="0" anchor="ctr"/>
          <a:lstStyle/>
          <a:p>
            <a:pPr algn="ctr">
              <a:lnSpc>
                <a:spcPct val="100000"/>
              </a:lnSpc>
            </a:pPr>
            <a:r>
              <a:rPr lang="en-US" sz="1200" kern="0" spc="100" dirty="0">
                <a:solidFill>
                  <a:srgbClr val="FFFFFF"/>
                </a:solidFill>
                <a:latin typeface="Liter" pitchFamily="34" charset="0"/>
                <a:ea typeface="Liter" pitchFamily="34" charset="-122"/>
                <a:cs typeface="Liter" pitchFamily="34" charset="-120"/>
              </a:rPr>
              <a:t>DATABASE</a:t>
            </a:r>
            <a:endParaRPr lang="en-US" sz="1600" dirty="0"/>
          </a:p>
        </p:txBody>
      </p:sp>
      <p:sp>
        <p:nvSpPr>
          <p:cNvPr id="7" name="Text 4"/>
          <p:cNvSpPr/>
          <p:nvPr/>
        </p:nvSpPr>
        <p:spPr>
          <a:xfrm>
            <a:off x="762000" y="2095500"/>
            <a:ext cx="3810000" cy="381000"/>
          </a:xfrm>
          <a:prstGeom prst="rect">
            <a:avLst/>
          </a:prstGeom>
          <a:noFill/>
          <a:ln/>
        </p:spPr>
        <p:txBody>
          <a:bodyPr wrap="none" lIns="0" tIns="0" rIns="0" bIns="0" rtlCol="0" anchor="ctr"/>
          <a:lstStyle/>
          <a:p>
            <a:pPr>
              <a:lnSpc>
                <a:spcPct val="100000"/>
              </a:lnSpc>
            </a:pPr>
            <a:r>
              <a:rPr lang="en-US" sz="2000" b="1" dirty="0">
                <a:solidFill>
                  <a:srgbClr val="6B21A8"/>
                </a:solidFill>
                <a:latin typeface="Liter" pitchFamily="34" charset="0"/>
                <a:ea typeface="Liter" pitchFamily="34" charset="-122"/>
                <a:cs typeface="Liter" pitchFamily="34" charset="-120"/>
              </a:rPr>
              <a:t>Core Concepts</a:t>
            </a:r>
            <a:endParaRPr lang="en-US" sz="1600" dirty="0"/>
          </a:p>
        </p:txBody>
      </p:sp>
      <p:sp>
        <p:nvSpPr>
          <p:cNvPr id="8" name="Shape 5"/>
          <p:cNvSpPr/>
          <p:nvPr/>
        </p:nvSpPr>
        <p:spPr>
          <a:xfrm>
            <a:off x="762000" y="2667000"/>
            <a:ext cx="3302000" cy="609600"/>
          </a:xfrm>
          <a:prstGeom prst="roundRect">
            <a:avLst>
              <a:gd name="adj" fmla="val 12000"/>
            </a:avLst>
          </a:prstGeom>
          <a:solidFill>
            <a:srgbClr val="F3E8FF"/>
          </a:solidFill>
          <a:ln/>
        </p:spPr>
        <p:txBody>
          <a:bodyPr/>
          <a:lstStyle/>
          <a:p>
            <a:endParaRPr lang="en-US"/>
          </a:p>
        </p:txBody>
      </p:sp>
      <p:sp>
        <p:nvSpPr>
          <p:cNvPr id="9" name="Shape 6"/>
          <p:cNvSpPr/>
          <p:nvPr/>
        </p:nvSpPr>
        <p:spPr>
          <a:xfrm>
            <a:off x="960438" y="2794000"/>
            <a:ext cx="288925" cy="330200"/>
          </a:xfrm>
          <a:custGeom>
            <a:avLst/>
            <a:gdLst/>
            <a:ahLst/>
            <a:cxnLst/>
            <a:rect l="l" t="t" r="r" b="b"/>
            <a:pathLst>
              <a:path w="288925" h="330200">
                <a:moveTo>
                  <a:pt x="288925" y="132725"/>
                </a:moveTo>
                <a:cubicBezTo>
                  <a:pt x="279380" y="139045"/>
                  <a:pt x="268416" y="144140"/>
                  <a:pt x="257001" y="148203"/>
                </a:cubicBezTo>
                <a:cubicBezTo>
                  <a:pt x="226690" y="159038"/>
                  <a:pt x="186898" y="165100"/>
                  <a:pt x="144463" y="165100"/>
                </a:cubicBezTo>
                <a:cubicBezTo>
                  <a:pt x="102027" y="165100"/>
                  <a:pt x="62170" y="158973"/>
                  <a:pt x="31924" y="148203"/>
                </a:cubicBezTo>
                <a:cubicBezTo>
                  <a:pt x="20573" y="144140"/>
                  <a:pt x="9545" y="139045"/>
                  <a:pt x="0" y="132725"/>
                </a:cubicBezTo>
                <a:lnTo>
                  <a:pt x="0" y="185738"/>
                </a:lnTo>
                <a:cubicBezTo>
                  <a:pt x="0" y="214243"/>
                  <a:pt x="64686" y="237331"/>
                  <a:pt x="144463" y="237331"/>
                </a:cubicBezTo>
                <a:cubicBezTo>
                  <a:pt x="224239" y="237331"/>
                  <a:pt x="288925" y="214243"/>
                  <a:pt x="288925" y="185738"/>
                </a:cubicBezTo>
                <a:lnTo>
                  <a:pt x="288925" y="132725"/>
                </a:lnTo>
                <a:close/>
                <a:moveTo>
                  <a:pt x="288925" y="82550"/>
                </a:moveTo>
                <a:lnTo>
                  <a:pt x="288925" y="51594"/>
                </a:lnTo>
                <a:cubicBezTo>
                  <a:pt x="288925" y="23088"/>
                  <a:pt x="224239" y="0"/>
                  <a:pt x="144463" y="0"/>
                </a:cubicBezTo>
                <a:cubicBezTo>
                  <a:pt x="64686" y="0"/>
                  <a:pt x="0" y="23088"/>
                  <a:pt x="0" y="51594"/>
                </a:cubicBezTo>
                <a:lnTo>
                  <a:pt x="0" y="82550"/>
                </a:lnTo>
                <a:cubicBezTo>
                  <a:pt x="0" y="111056"/>
                  <a:pt x="64686" y="134144"/>
                  <a:pt x="144463" y="134144"/>
                </a:cubicBezTo>
                <a:cubicBezTo>
                  <a:pt x="224239" y="134144"/>
                  <a:pt x="288925" y="111056"/>
                  <a:pt x="288925" y="82550"/>
                </a:cubicBezTo>
                <a:close/>
                <a:moveTo>
                  <a:pt x="257001" y="251391"/>
                </a:moveTo>
                <a:cubicBezTo>
                  <a:pt x="226755" y="262161"/>
                  <a:pt x="186963" y="268288"/>
                  <a:pt x="144463" y="268288"/>
                </a:cubicBezTo>
                <a:cubicBezTo>
                  <a:pt x="101962" y="268288"/>
                  <a:pt x="62170" y="262161"/>
                  <a:pt x="31924" y="251391"/>
                </a:cubicBezTo>
                <a:cubicBezTo>
                  <a:pt x="20573" y="247328"/>
                  <a:pt x="9545" y="242233"/>
                  <a:pt x="0" y="235912"/>
                </a:cubicBezTo>
                <a:lnTo>
                  <a:pt x="0" y="278606"/>
                </a:lnTo>
                <a:cubicBezTo>
                  <a:pt x="0" y="307112"/>
                  <a:pt x="64686" y="330200"/>
                  <a:pt x="144463" y="330200"/>
                </a:cubicBezTo>
                <a:cubicBezTo>
                  <a:pt x="224239" y="330200"/>
                  <a:pt x="288925" y="307112"/>
                  <a:pt x="288925" y="278606"/>
                </a:cubicBezTo>
                <a:lnTo>
                  <a:pt x="288925" y="235912"/>
                </a:lnTo>
                <a:cubicBezTo>
                  <a:pt x="279380" y="242233"/>
                  <a:pt x="268416" y="247328"/>
                  <a:pt x="257001" y="251391"/>
                </a:cubicBezTo>
                <a:close/>
              </a:path>
            </a:pathLst>
          </a:custGeom>
          <a:solidFill>
            <a:srgbClr val="6B21A8"/>
          </a:solidFill>
          <a:ln/>
        </p:spPr>
        <p:txBody>
          <a:bodyPr/>
          <a:lstStyle/>
          <a:p>
            <a:endParaRPr lang="en-US"/>
          </a:p>
        </p:txBody>
      </p:sp>
      <p:sp>
        <p:nvSpPr>
          <p:cNvPr id="10" name="Text 7"/>
          <p:cNvSpPr/>
          <p:nvPr/>
        </p:nvSpPr>
        <p:spPr>
          <a:xfrm>
            <a:off x="1371600" y="2667000"/>
            <a:ext cx="2540000" cy="609600"/>
          </a:xfrm>
          <a:prstGeom prst="rect">
            <a:avLst/>
          </a:prstGeom>
          <a:noFill/>
          <a:ln/>
        </p:spPr>
        <p:txBody>
          <a:bodyPr wrap="none" lIns="0" tIns="0" rIns="0" bIns="0" rtlCol="0" anchor="ctr"/>
          <a:lstStyle/>
          <a:p>
            <a:pPr>
              <a:lnSpc>
                <a:spcPct val="100000"/>
              </a:lnSpc>
            </a:pPr>
            <a:r>
              <a:rPr lang="en-US" sz="1600" b="1" dirty="0">
                <a:solidFill>
                  <a:srgbClr val="1E1B2E"/>
                </a:solidFill>
                <a:latin typeface="Quattrocento Sans" pitchFamily="34" charset="0"/>
                <a:ea typeface="Quattrocento Sans" pitchFamily="34" charset="-122"/>
                <a:cs typeface="Quattrocento Sans" pitchFamily="34" charset="-120"/>
              </a:rPr>
              <a:t>Database</a:t>
            </a:r>
            <a:endParaRPr lang="en-US" sz="1600" dirty="0"/>
          </a:p>
        </p:txBody>
      </p:sp>
      <p:sp>
        <p:nvSpPr>
          <p:cNvPr id="11" name="Shape 8"/>
          <p:cNvSpPr/>
          <p:nvPr/>
        </p:nvSpPr>
        <p:spPr>
          <a:xfrm>
            <a:off x="762000" y="3429000"/>
            <a:ext cx="3302000" cy="609600"/>
          </a:xfrm>
          <a:prstGeom prst="roundRect">
            <a:avLst>
              <a:gd name="adj" fmla="val 12000"/>
            </a:avLst>
          </a:prstGeom>
          <a:solidFill>
            <a:srgbClr val="F3E8FF"/>
          </a:solidFill>
          <a:ln/>
        </p:spPr>
        <p:txBody>
          <a:bodyPr/>
          <a:lstStyle/>
          <a:p>
            <a:endParaRPr lang="en-US"/>
          </a:p>
        </p:txBody>
      </p:sp>
      <p:sp>
        <p:nvSpPr>
          <p:cNvPr id="12" name="Shape 9"/>
          <p:cNvSpPr/>
          <p:nvPr/>
        </p:nvSpPr>
        <p:spPr>
          <a:xfrm>
            <a:off x="960438" y="3556000"/>
            <a:ext cx="288925" cy="330200"/>
          </a:xfrm>
          <a:custGeom>
            <a:avLst/>
            <a:gdLst/>
            <a:ahLst/>
            <a:cxnLst/>
            <a:rect l="l" t="t" r="r" b="b"/>
            <a:pathLst>
              <a:path w="288925" h="330200">
                <a:moveTo>
                  <a:pt x="165100" y="103188"/>
                </a:moveTo>
                <a:lnTo>
                  <a:pt x="165100" y="165100"/>
                </a:lnTo>
                <a:lnTo>
                  <a:pt x="247650" y="165100"/>
                </a:lnTo>
                <a:lnTo>
                  <a:pt x="247650" y="103188"/>
                </a:lnTo>
                <a:lnTo>
                  <a:pt x="165100" y="103188"/>
                </a:lnTo>
                <a:close/>
                <a:moveTo>
                  <a:pt x="123825" y="103188"/>
                </a:moveTo>
                <a:lnTo>
                  <a:pt x="41275" y="103188"/>
                </a:lnTo>
                <a:lnTo>
                  <a:pt x="41275" y="165100"/>
                </a:lnTo>
                <a:lnTo>
                  <a:pt x="123825" y="165100"/>
                </a:lnTo>
                <a:lnTo>
                  <a:pt x="123825" y="103188"/>
                </a:lnTo>
                <a:close/>
                <a:moveTo>
                  <a:pt x="0" y="206375"/>
                </a:moveTo>
                <a:lnTo>
                  <a:pt x="0" y="61912"/>
                </a:lnTo>
                <a:cubicBezTo>
                  <a:pt x="0" y="39147"/>
                  <a:pt x="18509" y="20638"/>
                  <a:pt x="41275" y="20638"/>
                </a:cubicBezTo>
                <a:lnTo>
                  <a:pt x="247650" y="20638"/>
                </a:lnTo>
                <a:cubicBezTo>
                  <a:pt x="270416" y="20638"/>
                  <a:pt x="288925" y="39147"/>
                  <a:pt x="288925" y="61912"/>
                </a:cubicBezTo>
                <a:lnTo>
                  <a:pt x="288925" y="268288"/>
                </a:lnTo>
                <a:cubicBezTo>
                  <a:pt x="288925" y="291053"/>
                  <a:pt x="270416" y="309563"/>
                  <a:pt x="247650" y="309563"/>
                </a:cubicBezTo>
                <a:lnTo>
                  <a:pt x="41275" y="309563"/>
                </a:lnTo>
                <a:cubicBezTo>
                  <a:pt x="18509" y="309563"/>
                  <a:pt x="0" y="291053"/>
                  <a:pt x="0" y="268288"/>
                </a:cubicBezTo>
                <a:lnTo>
                  <a:pt x="0" y="206375"/>
                </a:lnTo>
                <a:close/>
                <a:moveTo>
                  <a:pt x="247650" y="206375"/>
                </a:moveTo>
                <a:lnTo>
                  <a:pt x="165100" y="206375"/>
                </a:lnTo>
                <a:lnTo>
                  <a:pt x="165100" y="268288"/>
                </a:lnTo>
                <a:lnTo>
                  <a:pt x="247650" y="268288"/>
                </a:lnTo>
                <a:lnTo>
                  <a:pt x="247650" y="206375"/>
                </a:lnTo>
                <a:close/>
                <a:moveTo>
                  <a:pt x="123825" y="268288"/>
                </a:moveTo>
                <a:lnTo>
                  <a:pt x="123825" y="206375"/>
                </a:lnTo>
                <a:lnTo>
                  <a:pt x="41275" y="206375"/>
                </a:lnTo>
                <a:lnTo>
                  <a:pt x="41275" y="268288"/>
                </a:lnTo>
                <a:lnTo>
                  <a:pt x="123825" y="268288"/>
                </a:lnTo>
                <a:close/>
              </a:path>
            </a:pathLst>
          </a:custGeom>
          <a:solidFill>
            <a:srgbClr val="6B21A8"/>
          </a:solidFill>
          <a:ln/>
        </p:spPr>
        <p:txBody>
          <a:bodyPr/>
          <a:lstStyle/>
          <a:p>
            <a:endParaRPr lang="en-US"/>
          </a:p>
        </p:txBody>
      </p:sp>
      <p:sp>
        <p:nvSpPr>
          <p:cNvPr id="13" name="Text 10"/>
          <p:cNvSpPr/>
          <p:nvPr/>
        </p:nvSpPr>
        <p:spPr>
          <a:xfrm>
            <a:off x="1371600" y="3429000"/>
            <a:ext cx="2540000" cy="609600"/>
          </a:xfrm>
          <a:prstGeom prst="rect">
            <a:avLst/>
          </a:prstGeom>
          <a:noFill/>
          <a:ln/>
        </p:spPr>
        <p:txBody>
          <a:bodyPr wrap="none" lIns="0" tIns="0" rIns="0" bIns="0" rtlCol="0" anchor="ctr"/>
          <a:lstStyle/>
          <a:p>
            <a:pPr>
              <a:lnSpc>
                <a:spcPct val="100000"/>
              </a:lnSpc>
            </a:pPr>
            <a:r>
              <a:rPr lang="en-US" sz="1600" b="1" dirty="0">
                <a:solidFill>
                  <a:srgbClr val="1E1B2E"/>
                </a:solidFill>
                <a:latin typeface="Quattrocento Sans" pitchFamily="34" charset="0"/>
                <a:ea typeface="Quattrocento Sans" pitchFamily="34" charset="-122"/>
                <a:cs typeface="Quattrocento Sans" pitchFamily="34" charset="-120"/>
              </a:rPr>
              <a:t>Tables</a:t>
            </a:r>
            <a:endParaRPr lang="en-US" sz="1600" dirty="0"/>
          </a:p>
        </p:txBody>
      </p:sp>
      <p:sp>
        <p:nvSpPr>
          <p:cNvPr id="14" name="Shape 11"/>
          <p:cNvSpPr/>
          <p:nvPr/>
        </p:nvSpPr>
        <p:spPr>
          <a:xfrm>
            <a:off x="762000" y="4191000"/>
            <a:ext cx="3302000" cy="609600"/>
          </a:xfrm>
          <a:prstGeom prst="roundRect">
            <a:avLst>
              <a:gd name="adj" fmla="val 12000"/>
            </a:avLst>
          </a:prstGeom>
          <a:solidFill>
            <a:srgbClr val="F3E8FF"/>
          </a:solidFill>
          <a:ln/>
        </p:spPr>
        <p:txBody>
          <a:bodyPr/>
          <a:lstStyle/>
          <a:p>
            <a:endParaRPr lang="en-US"/>
          </a:p>
        </p:txBody>
      </p:sp>
      <p:sp>
        <p:nvSpPr>
          <p:cNvPr id="15" name="Shape 12"/>
          <p:cNvSpPr/>
          <p:nvPr/>
        </p:nvSpPr>
        <p:spPr>
          <a:xfrm>
            <a:off x="960438" y="4318000"/>
            <a:ext cx="288925" cy="330200"/>
          </a:xfrm>
          <a:custGeom>
            <a:avLst/>
            <a:gdLst/>
            <a:ahLst/>
            <a:cxnLst/>
            <a:rect l="l" t="t" r="r" b="b"/>
            <a:pathLst>
              <a:path w="288925" h="330200">
                <a:moveTo>
                  <a:pt x="0" y="61912"/>
                </a:moveTo>
                <a:cubicBezTo>
                  <a:pt x="0" y="50497"/>
                  <a:pt x="9222" y="41275"/>
                  <a:pt x="20638" y="41275"/>
                </a:cubicBezTo>
                <a:lnTo>
                  <a:pt x="268288" y="41275"/>
                </a:lnTo>
                <a:cubicBezTo>
                  <a:pt x="279703" y="41275"/>
                  <a:pt x="288925" y="50497"/>
                  <a:pt x="288925" y="61912"/>
                </a:cubicBezTo>
                <a:cubicBezTo>
                  <a:pt x="288925" y="73328"/>
                  <a:pt x="279703" y="82550"/>
                  <a:pt x="268288" y="82550"/>
                </a:cubicBezTo>
                <a:lnTo>
                  <a:pt x="20638" y="82550"/>
                </a:lnTo>
                <a:cubicBezTo>
                  <a:pt x="9222" y="82550"/>
                  <a:pt x="0" y="73328"/>
                  <a:pt x="0" y="61912"/>
                </a:cubicBezTo>
                <a:close/>
                <a:moveTo>
                  <a:pt x="0" y="165100"/>
                </a:moveTo>
                <a:cubicBezTo>
                  <a:pt x="0" y="153685"/>
                  <a:pt x="9222" y="144463"/>
                  <a:pt x="20638" y="144463"/>
                </a:cubicBezTo>
                <a:lnTo>
                  <a:pt x="268288" y="144463"/>
                </a:lnTo>
                <a:cubicBezTo>
                  <a:pt x="279703" y="144463"/>
                  <a:pt x="288925" y="153685"/>
                  <a:pt x="288925" y="165100"/>
                </a:cubicBezTo>
                <a:cubicBezTo>
                  <a:pt x="288925" y="176515"/>
                  <a:pt x="279703" y="185738"/>
                  <a:pt x="268288" y="185738"/>
                </a:cubicBezTo>
                <a:lnTo>
                  <a:pt x="20638" y="185738"/>
                </a:lnTo>
                <a:cubicBezTo>
                  <a:pt x="9222" y="185738"/>
                  <a:pt x="0" y="176515"/>
                  <a:pt x="0" y="165100"/>
                </a:cubicBezTo>
                <a:close/>
                <a:moveTo>
                  <a:pt x="288925" y="268288"/>
                </a:moveTo>
                <a:cubicBezTo>
                  <a:pt x="288925" y="279703"/>
                  <a:pt x="279703" y="288925"/>
                  <a:pt x="268288" y="288925"/>
                </a:cubicBezTo>
                <a:lnTo>
                  <a:pt x="20638" y="288925"/>
                </a:lnTo>
                <a:cubicBezTo>
                  <a:pt x="9222" y="288925"/>
                  <a:pt x="0" y="279703"/>
                  <a:pt x="0" y="268288"/>
                </a:cubicBezTo>
                <a:cubicBezTo>
                  <a:pt x="0" y="256872"/>
                  <a:pt x="9222" y="247650"/>
                  <a:pt x="20638" y="247650"/>
                </a:cubicBezTo>
                <a:lnTo>
                  <a:pt x="268288" y="247650"/>
                </a:lnTo>
                <a:cubicBezTo>
                  <a:pt x="279703" y="247650"/>
                  <a:pt x="288925" y="256872"/>
                  <a:pt x="288925" y="268288"/>
                </a:cubicBezTo>
                <a:close/>
              </a:path>
            </a:pathLst>
          </a:custGeom>
          <a:solidFill>
            <a:srgbClr val="6B21A8"/>
          </a:solidFill>
          <a:ln/>
        </p:spPr>
        <p:txBody>
          <a:bodyPr/>
          <a:lstStyle/>
          <a:p>
            <a:endParaRPr lang="en-US"/>
          </a:p>
        </p:txBody>
      </p:sp>
      <p:sp>
        <p:nvSpPr>
          <p:cNvPr id="16" name="Text 13"/>
          <p:cNvSpPr/>
          <p:nvPr/>
        </p:nvSpPr>
        <p:spPr>
          <a:xfrm>
            <a:off x="1371600" y="4191000"/>
            <a:ext cx="2540000" cy="609600"/>
          </a:xfrm>
          <a:prstGeom prst="rect">
            <a:avLst/>
          </a:prstGeom>
          <a:noFill/>
          <a:ln/>
        </p:spPr>
        <p:txBody>
          <a:bodyPr wrap="none" lIns="0" tIns="0" rIns="0" bIns="0" rtlCol="0" anchor="ctr"/>
          <a:lstStyle/>
          <a:p>
            <a:pPr>
              <a:lnSpc>
                <a:spcPct val="100000"/>
              </a:lnSpc>
            </a:pPr>
            <a:r>
              <a:rPr lang="en-US" sz="1600" b="1" dirty="0">
                <a:solidFill>
                  <a:srgbClr val="1E1B2E"/>
                </a:solidFill>
                <a:latin typeface="Quattrocento Sans" pitchFamily="34" charset="0"/>
                <a:ea typeface="Quattrocento Sans" pitchFamily="34" charset="-122"/>
                <a:cs typeface="Quattrocento Sans" pitchFamily="34" charset="-120"/>
              </a:rPr>
              <a:t>Rows</a:t>
            </a:r>
            <a:r>
              <a:rPr lang="en-US" sz="1600" dirty="0">
                <a:solidFill>
                  <a:srgbClr val="1E1B2E"/>
                </a:solidFill>
                <a:latin typeface="Quattrocento Sans" pitchFamily="34" charset="0"/>
                <a:ea typeface="Quattrocento Sans" pitchFamily="34" charset="-122"/>
                <a:cs typeface="Quattrocento Sans" pitchFamily="34" charset="-120"/>
              </a:rPr>
              <a:t> (Records)</a:t>
            </a:r>
            <a:endParaRPr lang="en-US" sz="1600" dirty="0"/>
          </a:p>
        </p:txBody>
      </p:sp>
      <p:sp>
        <p:nvSpPr>
          <p:cNvPr id="17" name="Shape 14"/>
          <p:cNvSpPr/>
          <p:nvPr/>
        </p:nvSpPr>
        <p:spPr>
          <a:xfrm>
            <a:off x="4318000" y="2667000"/>
            <a:ext cx="3302000" cy="609600"/>
          </a:xfrm>
          <a:prstGeom prst="roundRect">
            <a:avLst>
              <a:gd name="adj" fmla="val 12000"/>
            </a:avLst>
          </a:prstGeom>
          <a:solidFill>
            <a:srgbClr val="F3E8FF"/>
          </a:solidFill>
          <a:ln/>
        </p:spPr>
        <p:txBody>
          <a:bodyPr/>
          <a:lstStyle/>
          <a:p>
            <a:endParaRPr lang="en-US"/>
          </a:p>
        </p:txBody>
      </p:sp>
      <p:sp>
        <p:nvSpPr>
          <p:cNvPr id="18" name="Shape 15"/>
          <p:cNvSpPr/>
          <p:nvPr/>
        </p:nvSpPr>
        <p:spPr>
          <a:xfrm>
            <a:off x="4598988" y="2794000"/>
            <a:ext cx="123825" cy="330200"/>
          </a:xfrm>
          <a:custGeom>
            <a:avLst/>
            <a:gdLst/>
            <a:ahLst/>
            <a:cxnLst/>
            <a:rect l="l" t="t" r="r" b="b"/>
            <a:pathLst>
              <a:path w="123825" h="330200">
                <a:moveTo>
                  <a:pt x="41275" y="41275"/>
                </a:moveTo>
                <a:cubicBezTo>
                  <a:pt x="41275" y="29860"/>
                  <a:pt x="32053" y="20638"/>
                  <a:pt x="20638" y="20638"/>
                </a:cubicBezTo>
                <a:cubicBezTo>
                  <a:pt x="9222" y="20638"/>
                  <a:pt x="0" y="29860"/>
                  <a:pt x="0" y="41275"/>
                </a:cubicBezTo>
                <a:lnTo>
                  <a:pt x="0" y="288925"/>
                </a:lnTo>
                <a:cubicBezTo>
                  <a:pt x="0" y="300340"/>
                  <a:pt x="9222" y="309563"/>
                  <a:pt x="20638" y="309563"/>
                </a:cubicBezTo>
                <a:cubicBezTo>
                  <a:pt x="32053" y="309563"/>
                  <a:pt x="41275" y="300340"/>
                  <a:pt x="41275" y="288925"/>
                </a:cubicBezTo>
                <a:lnTo>
                  <a:pt x="41275" y="41275"/>
                </a:lnTo>
                <a:close/>
                <a:moveTo>
                  <a:pt x="123825" y="41275"/>
                </a:moveTo>
                <a:cubicBezTo>
                  <a:pt x="123825" y="29860"/>
                  <a:pt x="114603" y="20638"/>
                  <a:pt x="103188" y="20638"/>
                </a:cubicBezTo>
                <a:cubicBezTo>
                  <a:pt x="91772" y="20638"/>
                  <a:pt x="82550" y="29860"/>
                  <a:pt x="82550" y="41275"/>
                </a:cubicBezTo>
                <a:lnTo>
                  <a:pt x="82550" y="288925"/>
                </a:lnTo>
                <a:cubicBezTo>
                  <a:pt x="82550" y="300340"/>
                  <a:pt x="91772" y="309563"/>
                  <a:pt x="103188" y="309563"/>
                </a:cubicBezTo>
                <a:cubicBezTo>
                  <a:pt x="114603" y="309563"/>
                  <a:pt x="123825" y="300340"/>
                  <a:pt x="123825" y="288925"/>
                </a:cubicBezTo>
                <a:lnTo>
                  <a:pt x="123825" y="41275"/>
                </a:lnTo>
                <a:close/>
              </a:path>
            </a:pathLst>
          </a:custGeom>
          <a:solidFill>
            <a:srgbClr val="6B21A8"/>
          </a:solidFill>
          <a:ln/>
        </p:spPr>
        <p:txBody>
          <a:bodyPr/>
          <a:lstStyle/>
          <a:p>
            <a:endParaRPr lang="en-US"/>
          </a:p>
        </p:txBody>
      </p:sp>
      <p:sp>
        <p:nvSpPr>
          <p:cNvPr id="19" name="Text 16"/>
          <p:cNvSpPr/>
          <p:nvPr/>
        </p:nvSpPr>
        <p:spPr>
          <a:xfrm>
            <a:off x="4927600" y="2667000"/>
            <a:ext cx="2540000" cy="609600"/>
          </a:xfrm>
          <a:prstGeom prst="rect">
            <a:avLst/>
          </a:prstGeom>
          <a:noFill/>
          <a:ln/>
        </p:spPr>
        <p:txBody>
          <a:bodyPr wrap="none" lIns="0" tIns="0" rIns="0" bIns="0" rtlCol="0" anchor="ctr"/>
          <a:lstStyle/>
          <a:p>
            <a:pPr>
              <a:lnSpc>
                <a:spcPct val="100000"/>
              </a:lnSpc>
            </a:pPr>
            <a:r>
              <a:rPr lang="en-US" sz="1600" b="1" dirty="0">
                <a:solidFill>
                  <a:srgbClr val="1E1B2E"/>
                </a:solidFill>
                <a:latin typeface="Quattrocento Sans" pitchFamily="34" charset="0"/>
                <a:ea typeface="Quattrocento Sans" pitchFamily="34" charset="-122"/>
                <a:cs typeface="Quattrocento Sans" pitchFamily="34" charset="-120"/>
              </a:rPr>
              <a:t>Columns</a:t>
            </a:r>
            <a:r>
              <a:rPr lang="en-US" sz="1600" dirty="0">
                <a:solidFill>
                  <a:srgbClr val="1E1B2E"/>
                </a:solidFill>
                <a:latin typeface="Quattrocento Sans" pitchFamily="34" charset="0"/>
                <a:ea typeface="Quattrocento Sans" pitchFamily="34" charset="-122"/>
                <a:cs typeface="Quattrocento Sans" pitchFamily="34" charset="-120"/>
              </a:rPr>
              <a:t> (Fields)</a:t>
            </a:r>
            <a:endParaRPr lang="en-US" sz="1600" dirty="0"/>
          </a:p>
        </p:txBody>
      </p:sp>
      <p:sp>
        <p:nvSpPr>
          <p:cNvPr id="20" name="Shape 17"/>
          <p:cNvSpPr/>
          <p:nvPr/>
        </p:nvSpPr>
        <p:spPr>
          <a:xfrm>
            <a:off x="4318000" y="3429000"/>
            <a:ext cx="3302000" cy="609600"/>
          </a:xfrm>
          <a:prstGeom prst="roundRect">
            <a:avLst>
              <a:gd name="adj" fmla="val 12000"/>
            </a:avLst>
          </a:prstGeom>
          <a:solidFill>
            <a:srgbClr val="F3E8FF"/>
          </a:solidFill>
          <a:ln/>
        </p:spPr>
        <p:txBody>
          <a:bodyPr/>
          <a:lstStyle/>
          <a:p>
            <a:endParaRPr lang="en-US"/>
          </a:p>
        </p:txBody>
      </p:sp>
      <p:sp>
        <p:nvSpPr>
          <p:cNvPr id="21" name="Shape 18"/>
          <p:cNvSpPr/>
          <p:nvPr/>
        </p:nvSpPr>
        <p:spPr>
          <a:xfrm>
            <a:off x="4495800" y="3556000"/>
            <a:ext cx="330200" cy="330200"/>
          </a:xfrm>
          <a:custGeom>
            <a:avLst/>
            <a:gdLst/>
            <a:ahLst/>
            <a:cxnLst/>
            <a:rect l="l" t="t" r="r" b="b"/>
            <a:pathLst>
              <a:path w="330200" h="330200">
                <a:moveTo>
                  <a:pt x="216694" y="227013"/>
                </a:moveTo>
                <a:cubicBezTo>
                  <a:pt x="279380" y="227013"/>
                  <a:pt x="330200" y="176193"/>
                  <a:pt x="330200" y="113506"/>
                </a:cubicBezTo>
                <a:cubicBezTo>
                  <a:pt x="330200" y="50820"/>
                  <a:pt x="279380" y="0"/>
                  <a:pt x="216694" y="0"/>
                </a:cubicBezTo>
                <a:cubicBezTo>
                  <a:pt x="154007" y="0"/>
                  <a:pt x="103188" y="50820"/>
                  <a:pt x="103188" y="113506"/>
                </a:cubicBezTo>
                <a:cubicBezTo>
                  <a:pt x="103188" y="125566"/>
                  <a:pt x="105058" y="137239"/>
                  <a:pt x="108540" y="148139"/>
                </a:cubicBezTo>
                <a:lnTo>
                  <a:pt x="4514" y="252164"/>
                </a:lnTo>
                <a:cubicBezTo>
                  <a:pt x="1612" y="255067"/>
                  <a:pt x="0" y="259001"/>
                  <a:pt x="0" y="263128"/>
                </a:cubicBezTo>
                <a:lnTo>
                  <a:pt x="0" y="314722"/>
                </a:lnTo>
                <a:cubicBezTo>
                  <a:pt x="0" y="323299"/>
                  <a:pt x="6901" y="330200"/>
                  <a:pt x="15478" y="330200"/>
                </a:cubicBezTo>
                <a:lnTo>
                  <a:pt x="67072" y="330200"/>
                </a:lnTo>
                <a:cubicBezTo>
                  <a:pt x="75649" y="330200"/>
                  <a:pt x="82550" y="323299"/>
                  <a:pt x="82550" y="314722"/>
                </a:cubicBezTo>
                <a:lnTo>
                  <a:pt x="82550" y="288925"/>
                </a:lnTo>
                <a:lnTo>
                  <a:pt x="108347" y="288925"/>
                </a:lnTo>
                <a:cubicBezTo>
                  <a:pt x="116924" y="288925"/>
                  <a:pt x="123825" y="282024"/>
                  <a:pt x="123825" y="273447"/>
                </a:cubicBezTo>
                <a:lnTo>
                  <a:pt x="123825" y="247650"/>
                </a:lnTo>
                <a:lnTo>
                  <a:pt x="149622" y="247650"/>
                </a:lnTo>
                <a:cubicBezTo>
                  <a:pt x="153749" y="247650"/>
                  <a:pt x="157683" y="246038"/>
                  <a:pt x="160586" y="243136"/>
                </a:cubicBezTo>
                <a:lnTo>
                  <a:pt x="182061" y="221660"/>
                </a:lnTo>
                <a:cubicBezTo>
                  <a:pt x="192961" y="225142"/>
                  <a:pt x="204634" y="227013"/>
                  <a:pt x="216694" y="227013"/>
                </a:cubicBezTo>
                <a:close/>
                <a:moveTo>
                  <a:pt x="242491" y="61912"/>
                </a:moveTo>
                <a:cubicBezTo>
                  <a:pt x="256728" y="61912"/>
                  <a:pt x="268288" y="73472"/>
                  <a:pt x="268288" y="87709"/>
                </a:cubicBezTo>
                <a:cubicBezTo>
                  <a:pt x="268288" y="101947"/>
                  <a:pt x="256728" y="113506"/>
                  <a:pt x="242491" y="113506"/>
                </a:cubicBezTo>
                <a:cubicBezTo>
                  <a:pt x="228253" y="113506"/>
                  <a:pt x="216694" y="101947"/>
                  <a:pt x="216694" y="87709"/>
                </a:cubicBezTo>
                <a:cubicBezTo>
                  <a:pt x="216694" y="73472"/>
                  <a:pt x="228253" y="61912"/>
                  <a:pt x="242491" y="61912"/>
                </a:cubicBezTo>
                <a:close/>
              </a:path>
            </a:pathLst>
          </a:custGeom>
          <a:solidFill>
            <a:srgbClr val="6B21A8"/>
          </a:solidFill>
          <a:ln/>
        </p:spPr>
        <p:txBody>
          <a:bodyPr/>
          <a:lstStyle/>
          <a:p>
            <a:endParaRPr lang="en-US"/>
          </a:p>
        </p:txBody>
      </p:sp>
      <p:sp>
        <p:nvSpPr>
          <p:cNvPr id="22" name="Text 19"/>
          <p:cNvSpPr/>
          <p:nvPr/>
        </p:nvSpPr>
        <p:spPr>
          <a:xfrm>
            <a:off x="4927600" y="3429000"/>
            <a:ext cx="2540000" cy="609600"/>
          </a:xfrm>
          <a:prstGeom prst="rect">
            <a:avLst/>
          </a:prstGeom>
          <a:noFill/>
          <a:ln/>
        </p:spPr>
        <p:txBody>
          <a:bodyPr wrap="none" lIns="0" tIns="0" rIns="0" bIns="0" rtlCol="0" anchor="ctr"/>
          <a:lstStyle/>
          <a:p>
            <a:pPr>
              <a:lnSpc>
                <a:spcPct val="100000"/>
              </a:lnSpc>
            </a:pPr>
            <a:r>
              <a:rPr lang="en-US" sz="1600" b="1" dirty="0">
                <a:solidFill>
                  <a:srgbClr val="1E1B2E"/>
                </a:solidFill>
                <a:latin typeface="Quattrocento Sans" pitchFamily="34" charset="0"/>
                <a:ea typeface="Quattrocento Sans" pitchFamily="34" charset="-122"/>
                <a:cs typeface="Quattrocento Sans" pitchFamily="34" charset="-120"/>
              </a:rPr>
              <a:t>Primary Key</a:t>
            </a:r>
            <a:endParaRPr lang="en-US" sz="1600" dirty="0"/>
          </a:p>
        </p:txBody>
      </p:sp>
      <p:sp>
        <p:nvSpPr>
          <p:cNvPr id="23" name="Shape 20"/>
          <p:cNvSpPr/>
          <p:nvPr/>
        </p:nvSpPr>
        <p:spPr>
          <a:xfrm>
            <a:off x="4318000" y="4191000"/>
            <a:ext cx="3302000" cy="609600"/>
          </a:xfrm>
          <a:prstGeom prst="roundRect">
            <a:avLst>
              <a:gd name="adj" fmla="val 12000"/>
            </a:avLst>
          </a:prstGeom>
          <a:solidFill>
            <a:srgbClr val="F3E8FF"/>
          </a:solidFill>
          <a:ln/>
        </p:spPr>
        <p:txBody>
          <a:bodyPr/>
          <a:lstStyle/>
          <a:p>
            <a:endParaRPr lang="en-US"/>
          </a:p>
        </p:txBody>
      </p:sp>
      <p:sp>
        <p:nvSpPr>
          <p:cNvPr id="24" name="Shape 21"/>
          <p:cNvSpPr/>
          <p:nvPr/>
        </p:nvSpPr>
        <p:spPr>
          <a:xfrm>
            <a:off x="4475163" y="4318000"/>
            <a:ext cx="371475" cy="330200"/>
          </a:xfrm>
          <a:custGeom>
            <a:avLst/>
            <a:gdLst/>
            <a:ahLst/>
            <a:cxnLst/>
            <a:rect l="l" t="t" r="r" b="b"/>
            <a:pathLst>
              <a:path w="371475" h="330200">
                <a:moveTo>
                  <a:pt x="270545" y="61912"/>
                </a:moveTo>
                <a:cubicBezTo>
                  <a:pt x="259839" y="61912"/>
                  <a:pt x="249456" y="64815"/>
                  <a:pt x="240362" y="70103"/>
                </a:cubicBezTo>
                <a:cubicBezTo>
                  <a:pt x="230173" y="59784"/>
                  <a:pt x="218306" y="51142"/>
                  <a:pt x="205214" y="44629"/>
                </a:cubicBezTo>
                <a:cubicBezTo>
                  <a:pt x="223401" y="29150"/>
                  <a:pt x="246554" y="20638"/>
                  <a:pt x="270545" y="20638"/>
                </a:cubicBezTo>
                <a:cubicBezTo>
                  <a:pt x="326266" y="20638"/>
                  <a:pt x="371475" y="65782"/>
                  <a:pt x="371475" y="121568"/>
                </a:cubicBezTo>
                <a:cubicBezTo>
                  <a:pt x="371475" y="148332"/>
                  <a:pt x="360834" y="174000"/>
                  <a:pt x="341938" y="192896"/>
                </a:cubicBezTo>
                <a:lnTo>
                  <a:pt x="296084" y="238750"/>
                </a:lnTo>
                <a:cubicBezTo>
                  <a:pt x="277187" y="257646"/>
                  <a:pt x="251520" y="268288"/>
                  <a:pt x="224755" y="268288"/>
                </a:cubicBezTo>
                <a:cubicBezTo>
                  <a:pt x="169034" y="268288"/>
                  <a:pt x="123825" y="223143"/>
                  <a:pt x="123825" y="167357"/>
                </a:cubicBezTo>
                <a:cubicBezTo>
                  <a:pt x="123825" y="166390"/>
                  <a:pt x="123825" y="165422"/>
                  <a:pt x="123889" y="164455"/>
                </a:cubicBezTo>
                <a:cubicBezTo>
                  <a:pt x="124212" y="153040"/>
                  <a:pt x="133692" y="144076"/>
                  <a:pt x="145107" y="144398"/>
                </a:cubicBezTo>
                <a:cubicBezTo>
                  <a:pt x="156523" y="144720"/>
                  <a:pt x="165487" y="154201"/>
                  <a:pt x="165164" y="165616"/>
                </a:cubicBezTo>
                <a:cubicBezTo>
                  <a:pt x="165164" y="166196"/>
                  <a:pt x="165164" y="166777"/>
                  <a:pt x="165164" y="167293"/>
                </a:cubicBezTo>
                <a:cubicBezTo>
                  <a:pt x="165164" y="200248"/>
                  <a:pt x="191864" y="226948"/>
                  <a:pt x="224820" y="226948"/>
                </a:cubicBezTo>
                <a:cubicBezTo>
                  <a:pt x="240620" y="226948"/>
                  <a:pt x="255776" y="220692"/>
                  <a:pt x="266998" y="209471"/>
                </a:cubicBezTo>
                <a:lnTo>
                  <a:pt x="312852" y="163617"/>
                </a:lnTo>
                <a:cubicBezTo>
                  <a:pt x="324009" y="152460"/>
                  <a:pt x="330329" y="137239"/>
                  <a:pt x="330329" y="121439"/>
                </a:cubicBezTo>
                <a:cubicBezTo>
                  <a:pt x="330329" y="88483"/>
                  <a:pt x="303629" y="61784"/>
                  <a:pt x="270674" y="61784"/>
                </a:cubicBezTo>
                <a:close/>
                <a:moveTo>
                  <a:pt x="177482" y="111765"/>
                </a:moveTo>
                <a:cubicBezTo>
                  <a:pt x="176257" y="111249"/>
                  <a:pt x="175032" y="110540"/>
                  <a:pt x="173935" y="109766"/>
                </a:cubicBezTo>
                <a:cubicBezTo>
                  <a:pt x="165809" y="105574"/>
                  <a:pt x="156523" y="103188"/>
                  <a:pt x="146784" y="103188"/>
                </a:cubicBezTo>
                <a:cubicBezTo>
                  <a:pt x="130984" y="103188"/>
                  <a:pt x="115828" y="109443"/>
                  <a:pt x="104606" y="120665"/>
                </a:cubicBezTo>
                <a:lnTo>
                  <a:pt x="58752" y="166519"/>
                </a:lnTo>
                <a:cubicBezTo>
                  <a:pt x="47595" y="177676"/>
                  <a:pt x="41275" y="192896"/>
                  <a:pt x="41275" y="208697"/>
                </a:cubicBezTo>
                <a:cubicBezTo>
                  <a:pt x="41275" y="241652"/>
                  <a:pt x="67975" y="268352"/>
                  <a:pt x="100930" y="268352"/>
                </a:cubicBezTo>
                <a:cubicBezTo>
                  <a:pt x="111571" y="268352"/>
                  <a:pt x="121955" y="265514"/>
                  <a:pt x="131048" y="260226"/>
                </a:cubicBezTo>
                <a:cubicBezTo>
                  <a:pt x="141238" y="270545"/>
                  <a:pt x="153104" y="279187"/>
                  <a:pt x="166261" y="285700"/>
                </a:cubicBezTo>
                <a:cubicBezTo>
                  <a:pt x="148074" y="301114"/>
                  <a:pt x="124986" y="309691"/>
                  <a:pt x="100930" y="309691"/>
                </a:cubicBezTo>
                <a:cubicBezTo>
                  <a:pt x="45209" y="309691"/>
                  <a:pt x="0" y="264547"/>
                  <a:pt x="0" y="208761"/>
                </a:cubicBezTo>
                <a:cubicBezTo>
                  <a:pt x="0" y="181997"/>
                  <a:pt x="10641" y="156329"/>
                  <a:pt x="29537" y="137433"/>
                </a:cubicBezTo>
                <a:lnTo>
                  <a:pt x="75391" y="91579"/>
                </a:lnTo>
                <a:cubicBezTo>
                  <a:pt x="94288" y="72683"/>
                  <a:pt x="119955" y="62041"/>
                  <a:pt x="146720" y="62041"/>
                </a:cubicBezTo>
                <a:cubicBezTo>
                  <a:pt x="202570" y="62041"/>
                  <a:pt x="247650" y="107573"/>
                  <a:pt x="247650" y="163230"/>
                </a:cubicBezTo>
                <a:cubicBezTo>
                  <a:pt x="247650" y="164068"/>
                  <a:pt x="247650" y="164907"/>
                  <a:pt x="247650" y="165745"/>
                </a:cubicBezTo>
                <a:cubicBezTo>
                  <a:pt x="247392" y="177160"/>
                  <a:pt x="237912" y="186124"/>
                  <a:pt x="226497" y="185866"/>
                </a:cubicBezTo>
                <a:cubicBezTo>
                  <a:pt x="215081" y="185609"/>
                  <a:pt x="206117" y="176128"/>
                  <a:pt x="206375" y="164713"/>
                </a:cubicBezTo>
                <a:cubicBezTo>
                  <a:pt x="206375" y="164197"/>
                  <a:pt x="206375" y="163746"/>
                  <a:pt x="206375" y="163230"/>
                </a:cubicBezTo>
                <a:cubicBezTo>
                  <a:pt x="206375" y="141496"/>
                  <a:pt x="194766" y="122406"/>
                  <a:pt x="177482" y="111894"/>
                </a:cubicBezTo>
                <a:close/>
              </a:path>
            </a:pathLst>
          </a:custGeom>
          <a:solidFill>
            <a:srgbClr val="6B21A8"/>
          </a:solidFill>
          <a:ln/>
        </p:spPr>
        <p:txBody>
          <a:bodyPr/>
          <a:lstStyle/>
          <a:p>
            <a:endParaRPr lang="en-US"/>
          </a:p>
        </p:txBody>
      </p:sp>
      <p:sp>
        <p:nvSpPr>
          <p:cNvPr id="25" name="Text 22"/>
          <p:cNvSpPr/>
          <p:nvPr/>
        </p:nvSpPr>
        <p:spPr>
          <a:xfrm>
            <a:off x="4927600" y="4191000"/>
            <a:ext cx="2540000" cy="609600"/>
          </a:xfrm>
          <a:prstGeom prst="rect">
            <a:avLst/>
          </a:prstGeom>
          <a:noFill/>
          <a:ln/>
        </p:spPr>
        <p:txBody>
          <a:bodyPr wrap="none" lIns="0" tIns="0" rIns="0" bIns="0" rtlCol="0" anchor="ctr"/>
          <a:lstStyle/>
          <a:p>
            <a:pPr>
              <a:lnSpc>
                <a:spcPct val="100000"/>
              </a:lnSpc>
            </a:pPr>
            <a:r>
              <a:rPr lang="en-US" sz="1600" b="1" dirty="0">
                <a:solidFill>
                  <a:srgbClr val="1E1B2E"/>
                </a:solidFill>
                <a:latin typeface="Quattrocento Sans" pitchFamily="34" charset="0"/>
                <a:ea typeface="Quattrocento Sans" pitchFamily="34" charset="-122"/>
                <a:cs typeface="Quattrocento Sans" pitchFamily="34" charset="-120"/>
              </a:rPr>
              <a:t>Foreign Key</a:t>
            </a:r>
            <a:endParaRPr lang="en-US" sz="1600" dirty="0"/>
          </a:p>
        </p:txBody>
      </p:sp>
      <p:sp>
        <p:nvSpPr>
          <p:cNvPr id="26" name="Text 23"/>
          <p:cNvSpPr/>
          <p:nvPr/>
        </p:nvSpPr>
        <p:spPr>
          <a:xfrm>
            <a:off x="8382000" y="2095500"/>
            <a:ext cx="5080000" cy="381000"/>
          </a:xfrm>
          <a:prstGeom prst="rect">
            <a:avLst/>
          </a:prstGeom>
          <a:noFill/>
          <a:ln/>
        </p:spPr>
        <p:txBody>
          <a:bodyPr wrap="none" lIns="0" tIns="0" rIns="0" bIns="0" rtlCol="0" anchor="ctr"/>
          <a:lstStyle/>
          <a:p>
            <a:pPr>
              <a:lnSpc>
                <a:spcPct val="100000"/>
              </a:lnSpc>
            </a:pPr>
            <a:r>
              <a:rPr lang="en-US" sz="2000" b="1" dirty="0">
                <a:solidFill>
                  <a:srgbClr val="6B21A8"/>
                </a:solidFill>
                <a:latin typeface="Liter" pitchFamily="34" charset="0"/>
                <a:ea typeface="Liter" pitchFamily="34" charset="-122"/>
                <a:cs typeface="Liter" pitchFamily="34" charset="-120"/>
              </a:rPr>
              <a:t>Database Architecture</a:t>
            </a:r>
            <a:endParaRPr lang="en-US" sz="1600" dirty="0"/>
          </a:p>
        </p:txBody>
      </p:sp>
      <p:sp>
        <p:nvSpPr>
          <p:cNvPr id="27" name="Shape 24"/>
          <p:cNvSpPr/>
          <p:nvPr/>
        </p:nvSpPr>
        <p:spPr>
          <a:xfrm>
            <a:off x="8382000" y="2667000"/>
            <a:ext cx="7112000" cy="3302000"/>
          </a:xfrm>
          <a:prstGeom prst="roundRect">
            <a:avLst>
              <a:gd name="adj" fmla="val 8000"/>
            </a:avLst>
          </a:prstGeom>
          <a:gradFill flip="none" rotWithShape="1">
            <a:gsLst>
              <a:gs pos="0">
                <a:srgbClr val="F3E8FF"/>
              </a:gs>
              <a:gs pos="100000">
                <a:srgbClr val="E9D5FF"/>
              </a:gs>
            </a:gsLst>
            <a:lin ang="0" scaled="1"/>
          </a:gradFill>
          <a:ln/>
        </p:spPr>
        <p:txBody>
          <a:bodyPr/>
          <a:lstStyle/>
          <a:p>
            <a:endParaRPr lang="en-US"/>
          </a:p>
        </p:txBody>
      </p:sp>
      <p:sp>
        <p:nvSpPr>
          <p:cNvPr id="28" name="Shape 25"/>
          <p:cNvSpPr/>
          <p:nvPr/>
        </p:nvSpPr>
        <p:spPr>
          <a:xfrm>
            <a:off x="8890000" y="2921000"/>
            <a:ext cx="6096000" cy="2794000"/>
          </a:xfrm>
          <a:prstGeom prst="roundRect">
            <a:avLst>
              <a:gd name="adj" fmla="val 6000"/>
            </a:avLst>
          </a:prstGeom>
          <a:solidFill>
            <a:srgbClr val="FFFFFF"/>
          </a:solidFill>
          <a:ln w="25400">
            <a:solidFill>
              <a:srgbClr val="6B21A8"/>
            </a:solidFill>
            <a:prstDash val="solid"/>
          </a:ln>
        </p:spPr>
        <p:txBody>
          <a:bodyPr/>
          <a:lstStyle/>
          <a:p>
            <a:endParaRPr lang="en-US"/>
          </a:p>
        </p:txBody>
      </p:sp>
      <p:sp>
        <p:nvSpPr>
          <p:cNvPr id="29" name="Text 26"/>
          <p:cNvSpPr/>
          <p:nvPr/>
        </p:nvSpPr>
        <p:spPr>
          <a:xfrm>
            <a:off x="8890000" y="2984500"/>
            <a:ext cx="6096000" cy="355600"/>
          </a:xfrm>
          <a:prstGeom prst="rect">
            <a:avLst/>
          </a:prstGeom>
          <a:noFill/>
          <a:ln/>
        </p:spPr>
        <p:txBody>
          <a:bodyPr wrap="none" lIns="0" tIns="0" rIns="0" bIns="0" rtlCol="0" anchor="ctr"/>
          <a:lstStyle/>
          <a:p>
            <a:pPr algn="ctr">
              <a:lnSpc>
                <a:spcPct val="100000"/>
              </a:lnSpc>
            </a:pPr>
            <a:r>
              <a:rPr lang="en-US" sz="1400" b="1" kern="0" spc="200" dirty="0">
                <a:solidFill>
                  <a:srgbClr val="6B21A8"/>
                </a:solidFill>
                <a:latin typeface="Liter" pitchFamily="34" charset="0"/>
                <a:ea typeface="Liter" pitchFamily="34" charset="-122"/>
                <a:cs typeface="Liter" pitchFamily="34" charset="-120"/>
              </a:rPr>
              <a:t>UNIVERSITY DATABASE</a:t>
            </a:r>
            <a:endParaRPr lang="en-US" sz="1600" dirty="0"/>
          </a:p>
        </p:txBody>
      </p:sp>
      <p:sp>
        <p:nvSpPr>
          <p:cNvPr id="30" name="Shape 27"/>
          <p:cNvSpPr/>
          <p:nvPr/>
        </p:nvSpPr>
        <p:spPr>
          <a:xfrm>
            <a:off x="9144000" y="3492500"/>
            <a:ext cx="2540000" cy="889000"/>
          </a:xfrm>
          <a:prstGeom prst="roundRect">
            <a:avLst>
              <a:gd name="adj" fmla="val 8000"/>
            </a:avLst>
          </a:prstGeom>
          <a:solidFill>
            <a:srgbClr val="6B21A8"/>
          </a:solidFill>
          <a:ln/>
          <a:effectLst>
            <a:outerShdw blurRad="76200" dist="25400" dir="5400000" algn="bl" rotWithShape="0">
              <a:srgbClr val="6B21A8">
                <a:alpha val="18824"/>
              </a:srgbClr>
            </a:outerShdw>
          </a:effectLst>
        </p:spPr>
        <p:txBody>
          <a:bodyPr/>
          <a:lstStyle/>
          <a:p>
            <a:endParaRPr lang="en-US"/>
          </a:p>
        </p:txBody>
      </p:sp>
      <p:sp>
        <p:nvSpPr>
          <p:cNvPr id="31" name="Shape 28"/>
          <p:cNvSpPr/>
          <p:nvPr/>
        </p:nvSpPr>
        <p:spPr>
          <a:xfrm>
            <a:off x="9315450" y="3683000"/>
            <a:ext cx="266700" cy="304800"/>
          </a:xfrm>
          <a:custGeom>
            <a:avLst/>
            <a:gdLst/>
            <a:ahLst/>
            <a:cxnLst/>
            <a:rect l="l" t="t" r="r" b="b"/>
            <a:pathLst>
              <a:path w="266700" h="304800">
                <a:moveTo>
                  <a:pt x="152400" y="95250"/>
                </a:moveTo>
                <a:lnTo>
                  <a:pt x="152400" y="152400"/>
                </a:lnTo>
                <a:lnTo>
                  <a:pt x="228600" y="152400"/>
                </a:lnTo>
                <a:lnTo>
                  <a:pt x="228600" y="95250"/>
                </a:lnTo>
                <a:lnTo>
                  <a:pt x="152400" y="95250"/>
                </a:lnTo>
                <a:close/>
                <a:moveTo>
                  <a:pt x="114300" y="95250"/>
                </a:moveTo>
                <a:lnTo>
                  <a:pt x="38100" y="95250"/>
                </a:lnTo>
                <a:lnTo>
                  <a:pt x="38100" y="152400"/>
                </a:lnTo>
                <a:lnTo>
                  <a:pt x="114300" y="152400"/>
                </a:lnTo>
                <a:lnTo>
                  <a:pt x="114300" y="95250"/>
                </a:lnTo>
                <a:close/>
                <a:moveTo>
                  <a:pt x="0" y="190500"/>
                </a:moveTo>
                <a:lnTo>
                  <a:pt x="0" y="57150"/>
                </a:lnTo>
                <a:cubicBezTo>
                  <a:pt x="0" y="36135"/>
                  <a:pt x="17085" y="19050"/>
                  <a:pt x="38100" y="19050"/>
                </a:cubicBezTo>
                <a:lnTo>
                  <a:pt x="228600" y="19050"/>
                </a:lnTo>
                <a:cubicBezTo>
                  <a:pt x="249615" y="19050"/>
                  <a:pt x="266700" y="36135"/>
                  <a:pt x="266700" y="57150"/>
                </a:cubicBezTo>
                <a:lnTo>
                  <a:pt x="266700" y="247650"/>
                </a:lnTo>
                <a:cubicBezTo>
                  <a:pt x="266700" y="268665"/>
                  <a:pt x="249615" y="285750"/>
                  <a:pt x="228600" y="285750"/>
                </a:cubicBezTo>
                <a:lnTo>
                  <a:pt x="38100" y="285750"/>
                </a:lnTo>
                <a:cubicBezTo>
                  <a:pt x="17085" y="285750"/>
                  <a:pt x="0" y="268665"/>
                  <a:pt x="0" y="247650"/>
                </a:cubicBezTo>
                <a:lnTo>
                  <a:pt x="0" y="190500"/>
                </a:lnTo>
                <a:close/>
                <a:moveTo>
                  <a:pt x="228600" y="190500"/>
                </a:moveTo>
                <a:lnTo>
                  <a:pt x="152400" y="190500"/>
                </a:lnTo>
                <a:lnTo>
                  <a:pt x="152400" y="247650"/>
                </a:lnTo>
                <a:lnTo>
                  <a:pt x="228600" y="247650"/>
                </a:lnTo>
                <a:lnTo>
                  <a:pt x="228600" y="190500"/>
                </a:lnTo>
                <a:close/>
                <a:moveTo>
                  <a:pt x="114300" y="247650"/>
                </a:moveTo>
                <a:lnTo>
                  <a:pt x="114300" y="190500"/>
                </a:lnTo>
                <a:lnTo>
                  <a:pt x="38100" y="190500"/>
                </a:lnTo>
                <a:lnTo>
                  <a:pt x="38100" y="247650"/>
                </a:lnTo>
                <a:lnTo>
                  <a:pt x="114300" y="247650"/>
                </a:lnTo>
                <a:close/>
              </a:path>
            </a:pathLst>
          </a:custGeom>
          <a:solidFill>
            <a:srgbClr val="FFFFFF"/>
          </a:solidFill>
          <a:ln/>
        </p:spPr>
        <p:txBody>
          <a:bodyPr/>
          <a:lstStyle/>
          <a:p>
            <a:endParaRPr lang="en-US"/>
          </a:p>
        </p:txBody>
      </p:sp>
      <p:sp>
        <p:nvSpPr>
          <p:cNvPr id="32" name="Text 29"/>
          <p:cNvSpPr/>
          <p:nvPr/>
        </p:nvSpPr>
        <p:spPr>
          <a:xfrm>
            <a:off x="9144000" y="4038600"/>
            <a:ext cx="2540000" cy="254000"/>
          </a:xfrm>
          <a:prstGeom prst="rect">
            <a:avLst/>
          </a:prstGeom>
          <a:noFill/>
          <a:ln/>
        </p:spPr>
        <p:txBody>
          <a:bodyPr wrap="none" lIns="0" tIns="0" rIns="0" bIns="0" rtlCol="0" anchor="ctr"/>
          <a:lstStyle/>
          <a:p>
            <a:pPr algn="ctr">
              <a:lnSpc>
                <a:spcPct val="100000"/>
              </a:lnSpc>
            </a:pPr>
            <a:r>
              <a:rPr lang="en-US" sz="1200" b="1" dirty="0">
                <a:solidFill>
                  <a:srgbClr val="FFFFFF"/>
                </a:solidFill>
                <a:latin typeface="Liter" pitchFamily="34" charset="0"/>
                <a:ea typeface="Liter" pitchFamily="34" charset="-122"/>
                <a:cs typeface="Liter" pitchFamily="34" charset="-120"/>
              </a:rPr>
              <a:t>Students Table</a:t>
            </a:r>
            <a:endParaRPr lang="en-US" sz="1600" dirty="0"/>
          </a:p>
        </p:txBody>
      </p:sp>
      <p:sp>
        <p:nvSpPr>
          <p:cNvPr id="33" name="Shape 30"/>
          <p:cNvSpPr/>
          <p:nvPr/>
        </p:nvSpPr>
        <p:spPr>
          <a:xfrm>
            <a:off x="12192000" y="3492500"/>
            <a:ext cx="2540000" cy="889000"/>
          </a:xfrm>
          <a:prstGeom prst="roundRect">
            <a:avLst>
              <a:gd name="adj" fmla="val 8000"/>
            </a:avLst>
          </a:prstGeom>
          <a:solidFill>
            <a:srgbClr val="A855F7"/>
          </a:solidFill>
          <a:ln/>
          <a:effectLst>
            <a:outerShdw blurRad="76200" dist="25400" dir="5400000" algn="bl" rotWithShape="0">
              <a:srgbClr val="A855F7">
                <a:alpha val="18824"/>
              </a:srgbClr>
            </a:outerShdw>
          </a:effectLst>
        </p:spPr>
        <p:txBody>
          <a:bodyPr/>
          <a:lstStyle/>
          <a:p>
            <a:endParaRPr lang="en-US"/>
          </a:p>
        </p:txBody>
      </p:sp>
      <p:sp>
        <p:nvSpPr>
          <p:cNvPr id="34" name="Shape 31"/>
          <p:cNvSpPr/>
          <p:nvPr/>
        </p:nvSpPr>
        <p:spPr>
          <a:xfrm>
            <a:off x="12363450" y="3683000"/>
            <a:ext cx="266700" cy="304800"/>
          </a:xfrm>
          <a:custGeom>
            <a:avLst/>
            <a:gdLst/>
            <a:ahLst/>
            <a:cxnLst/>
            <a:rect l="l" t="t" r="r" b="b"/>
            <a:pathLst>
              <a:path w="266700" h="304800">
                <a:moveTo>
                  <a:pt x="152400" y="95250"/>
                </a:moveTo>
                <a:lnTo>
                  <a:pt x="152400" y="152400"/>
                </a:lnTo>
                <a:lnTo>
                  <a:pt x="228600" y="152400"/>
                </a:lnTo>
                <a:lnTo>
                  <a:pt x="228600" y="95250"/>
                </a:lnTo>
                <a:lnTo>
                  <a:pt x="152400" y="95250"/>
                </a:lnTo>
                <a:close/>
                <a:moveTo>
                  <a:pt x="114300" y="95250"/>
                </a:moveTo>
                <a:lnTo>
                  <a:pt x="38100" y="95250"/>
                </a:lnTo>
                <a:lnTo>
                  <a:pt x="38100" y="152400"/>
                </a:lnTo>
                <a:lnTo>
                  <a:pt x="114300" y="152400"/>
                </a:lnTo>
                <a:lnTo>
                  <a:pt x="114300" y="95250"/>
                </a:lnTo>
                <a:close/>
                <a:moveTo>
                  <a:pt x="0" y="190500"/>
                </a:moveTo>
                <a:lnTo>
                  <a:pt x="0" y="57150"/>
                </a:lnTo>
                <a:cubicBezTo>
                  <a:pt x="0" y="36135"/>
                  <a:pt x="17085" y="19050"/>
                  <a:pt x="38100" y="19050"/>
                </a:cubicBezTo>
                <a:lnTo>
                  <a:pt x="228600" y="19050"/>
                </a:lnTo>
                <a:cubicBezTo>
                  <a:pt x="249615" y="19050"/>
                  <a:pt x="266700" y="36135"/>
                  <a:pt x="266700" y="57150"/>
                </a:cubicBezTo>
                <a:lnTo>
                  <a:pt x="266700" y="247650"/>
                </a:lnTo>
                <a:cubicBezTo>
                  <a:pt x="266700" y="268665"/>
                  <a:pt x="249615" y="285750"/>
                  <a:pt x="228600" y="285750"/>
                </a:cubicBezTo>
                <a:lnTo>
                  <a:pt x="38100" y="285750"/>
                </a:lnTo>
                <a:cubicBezTo>
                  <a:pt x="17085" y="285750"/>
                  <a:pt x="0" y="268665"/>
                  <a:pt x="0" y="247650"/>
                </a:cubicBezTo>
                <a:lnTo>
                  <a:pt x="0" y="190500"/>
                </a:lnTo>
                <a:close/>
                <a:moveTo>
                  <a:pt x="228600" y="190500"/>
                </a:moveTo>
                <a:lnTo>
                  <a:pt x="152400" y="190500"/>
                </a:lnTo>
                <a:lnTo>
                  <a:pt x="152400" y="247650"/>
                </a:lnTo>
                <a:lnTo>
                  <a:pt x="228600" y="247650"/>
                </a:lnTo>
                <a:lnTo>
                  <a:pt x="228600" y="190500"/>
                </a:lnTo>
                <a:close/>
                <a:moveTo>
                  <a:pt x="114300" y="247650"/>
                </a:moveTo>
                <a:lnTo>
                  <a:pt x="114300" y="190500"/>
                </a:lnTo>
                <a:lnTo>
                  <a:pt x="38100" y="190500"/>
                </a:lnTo>
                <a:lnTo>
                  <a:pt x="38100" y="247650"/>
                </a:lnTo>
                <a:lnTo>
                  <a:pt x="114300" y="247650"/>
                </a:lnTo>
                <a:close/>
              </a:path>
            </a:pathLst>
          </a:custGeom>
          <a:solidFill>
            <a:srgbClr val="FFFFFF"/>
          </a:solidFill>
          <a:ln/>
        </p:spPr>
        <p:txBody>
          <a:bodyPr/>
          <a:lstStyle/>
          <a:p>
            <a:endParaRPr lang="en-US"/>
          </a:p>
        </p:txBody>
      </p:sp>
      <p:sp>
        <p:nvSpPr>
          <p:cNvPr id="35" name="Text 32"/>
          <p:cNvSpPr/>
          <p:nvPr/>
        </p:nvSpPr>
        <p:spPr>
          <a:xfrm>
            <a:off x="12192000" y="4038600"/>
            <a:ext cx="2540000" cy="254000"/>
          </a:xfrm>
          <a:prstGeom prst="rect">
            <a:avLst/>
          </a:prstGeom>
          <a:noFill/>
          <a:ln/>
        </p:spPr>
        <p:txBody>
          <a:bodyPr wrap="none" lIns="0" tIns="0" rIns="0" bIns="0" rtlCol="0" anchor="ctr"/>
          <a:lstStyle/>
          <a:p>
            <a:pPr algn="ctr">
              <a:lnSpc>
                <a:spcPct val="100000"/>
              </a:lnSpc>
            </a:pPr>
            <a:r>
              <a:rPr lang="en-US" sz="1200" b="1" dirty="0">
                <a:solidFill>
                  <a:srgbClr val="FFFFFF"/>
                </a:solidFill>
                <a:latin typeface="Liter" pitchFamily="34" charset="0"/>
                <a:ea typeface="Liter" pitchFamily="34" charset="-122"/>
                <a:cs typeface="Liter" pitchFamily="34" charset="-120"/>
              </a:rPr>
              <a:t>Courses Table</a:t>
            </a:r>
            <a:endParaRPr lang="en-US" sz="1600" dirty="0"/>
          </a:p>
        </p:txBody>
      </p:sp>
      <p:sp>
        <p:nvSpPr>
          <p:cNvPr id="36" name="Shape 33"/>
          <p:cNvSpPr/>
          <p:nvPr/>
        </p:nvSpPr>
        <p:spPr>
          <a:xfrm>
            <a:off x="10668000" y="4635500"/>
            <a:ext cx="2540000" cy="889000"/>
          </a:xfrm>
          <a:prstGeom prst="roundRect">
            <a:avLst>
              <a:gd name="adj" fmla="val 8000"/>
            </a:avLst>
          </a:prstGeom>
          <a:solidFill>
            <a:srgbClr val="7C3AED"/>
          </a:solidFill>
          <a:ln/>
          <a:effectLst>
            <a:outerShdw blurRad="76200" dist="25400" dir="5400000" algn="bl" rotWithShape="0">
              <a:srgbClr val="7C3AED">
                <a:alpha val="18824"/>
              </a:srgbClr>
            </a:outerShdw>
          </a:effectLst>
        </p:spPr>
        <p:txBody>
          <a:bodyPr/>
          <a:lstStyle/>
          <a:p>
            <a:endParaRPr lang="en-US"/>
          </a:p>
        </p:txBody>
      </p:sp>
      <p:sp>
        <p:nvSpPr>
          <p:cNvPr id="37" name="Shape 34"/>
          <p:cNvSpPr/>
          <p:nvPr/>
        </p:nvSpPr>
        <p:spPr>
          <a:xfrm>
            <a:off x="10839450" y="4826000"/>
            <a:ext cx="266700" cy="304800"/>
          </a:xfrm>
          <a:custGeom>
            <a:avLst/>
            <a:gdLst/>
            <a:ahLst/>
            <a:cxnLst/>
            <a:rect l="l" t="t" r="r" b="b"/>
            <a:pathLst>
              <a:path w="266700" h="304800">
                <a:moveTo>
                  <a:pt x="152400" y="95250"/>
                </a:moveTo>
                <a:lnTo>
                  <a:pt x="152400" y="152400"/>
                </a:lnTo>
                <a:lnTo>
                  <a:pt x="228600" y="152400"/>
                </a:lnTo>
                <a:lnTo>
                  <a:pt x="228600" y="95250"/>
                </a:lnTo>
                <a:lnTo>
                  <a:pt x="152400" y="95250"/>
                </a:lnTo>
                <a:close/>
                <a:moveTo>
                  <a:pt x="114300" y="95250"/>
                </a:moveTo>
                <a:lnTo>
                  <a:pt x="38100" y="95250"/>
                </a:lnTo>
                <a:lnTo>
                  <a:pt x="38100" y="152400"/>
                </a:lnTo>
                <a:lnTo>
                  <a:pt x="114300" y="152400"/>
                </a:lnTo>
                <a:lnTo>
                  <a:pt x="114300" y="95250"/>
                </a:lnTo>
                <a:close/>
                <a:moveTo>
                  <a:pt x="0" y="190500"/>
                </a:moveTo>
                <a:lnTo>
                  <a:pt x="0" y="57150"/>
                </a:lnTo>
                <a:cubicBezTo>
                  <a:pt x="0" y="36135"/>
                  <a:pt x="17085" y="19050"/>
                  <a:pt x="38100" y="19050"/>
                </a:cubicBezTo>
                <a:lnTo>
                  <a:pt x="228600" y="19050"/>
                </a:lnTo>
                <a:cubicBezTo>
                  <a:pt x="249615" y="19050"/>
                  <a:pt x="266700" y="36135"/>
                  <a:pt x="266700" y="57150"/>
                </a:cubicBezTo>
                <a:lnTo>
                  <a:pt x="266700" y="247650"/>
                </a:lnTo>
                <a:cubicBezTo>
                  <a:pt x="266700" y="268665"/>
                  <a:pt x="249615" y="285750"/>
                  <a:pt x="228600" y="285750"/>
                </a:cubicBezTo>
                <a:lnTo>
                  <a:pt x="38100" y="285750"/>
                </a:lnTo>
                <a:cubicBezTo>
                  <a:pt x="17085" y="285750"/>
                  <a:pt x="0" y="268665"/>
                  <a:pt x="0" y="247650"/>
                </a:cubicBezTo>
                <a:lnTo>
                  <a:pt x="0" y="190500"/>
                </a:lnTo>
                <a:close/>
                <a:moveTo>
                  <a:pt x="228600" y="190500"/>
                </a:moveTo>
                <a:lnTo>
                  <a:pt x="152400" y="190500"/>
                </a:lnTo>
                <a:lnTo>
                  <a:pt x="152400" y="247650"/>
                </a:lnTo>
                <a:lnTo>
                  <a:pt x="228600" y="247650"/>
                </a:lnTo>
                <a:lnTo>
                  <a:pt x="228600" y="190500"/>
                </a:lnTo>
                <a:close/>
                <a:moveTo>
                  <a:pt x="114300" y="247650"/>
                </a:moveTo>
                <a:lnTo>
                  <a:pt x="114300" y="190500"/>
                </a:lnTo>
                <a:lnTo>
                  <a:pt x="38100" y="190500"/>
                </a:lnTo>
                <a:lnTo>
                  <a:pt x="38100" y="247650"/>
                </a:lnTo>
                <a:lnTo>
                  <a:pt x="114300" y="247650"/>
                </a:lnTo>
                <a:close/>
              </a:path>
            </a:pathLst>
          </a:custGeom>
          <a:solidFill>
            <a:srgbClr val="FFFFFF"/>
          </a:solidFill>
          <a:ln/>
        </p:spPr>
        <p:txBody>
          <a:bodyPr/>
          <a:lstStyle/>
          <a:p>
            <a:endParaRPr lang="en-US"/>
          </a:p>
        </p:txBody>
      </p:sp>
      <p:sp>
        <p:nvSpPr>
          <p:cNvPr id="38" name="Text 35"/>
          <p:cNvSpPr/>
          <p:nvPr/>
        </p:nvSpPr>
        <p:spPr>
          <a:xfrm>
            <a:off x="10668000" y="5181600"/>
            <a:ext cx="2540000" cy="254000"/>
          </a:xfrm>
          <a:prstGeom prst="rect">
            <a:avLst/>
          </a:prstGeom>
          <a:noFill/>
          <a:ln/>
        </p:spPr>
        <p:txBody>
          <a:bodyPr wrap="none" lIns="0" tIns="0" rIns="0" bIns="0" rtlCol="0" anchor="ctr"/>
          <a:lstStyle/>
          <a:p>
            <a:pPr algn="ctr">
              <a:lnSpc>
                <a:spcPct val="100000"/>
              </a:lnSpc>
            </a:pPr>
            <a:r>
              <a:rPr lang="en-US" sz="1200" b="1" dirty="0">
                <a:solidFill>
                  <a:srgbClr val="FFFFFF"/>
                </a:solidFill>
                <a:latin typeface="Liter" pitchFamily="34" charset="0"/>
                <a:ea typeface="Liter" pitchFamily="34" charset="-122"/>
                <a:cs typeface="Liter" pitchFamily="34" charset="-120"/>
              </a:rPr>
              <a:t>Grades Table</a:t>
            </a:r>
            <a:endParaRPr lang="en-US" sz="1600" dirty="0"/>
          </a:p>
        </p:txBody>
      </p:sp>
      <p:sp>
        <p:nvSpPr>
          <p:cNvPr id="39" name="Shape 36"/>
          <p:cNvSpPr/>
          <p:nvPr/>
        </p:nvSpPr>
        <p:spPr>
          <a:xfrm>
            <a:off x="762000" y="6350000"/>
            <a:ext cx="14732000" cy="1524000"/>
          </a:xfrm>
          <a:prstGeom prst="roundRect">
            <a:avLst>
              <a:gd name="adj" fmla="val 6000"/>
            </a:avLst>
          </a:prstGeom>
          <a:solidFill>
            <a:srgbClr val="F3E8FF"/>
          </a:solidFill>
          <a:ln/>
        </p:spPr>
        <p:txBody>
          <a:bodyPr/>
          <a:lstStyle/>
          <a:p>
            <a:endParaRPr lang="en-US"/>
          </a:p>
        </p:txBody>
      </p:sp>
      <p:sp>
        <p:nvSpPr>
          <p:cNvPr id="40" name="Shape 37"/>
          <p:cNvSpPr/>
          <p:nvPr/>
        </p:nvSpPr>
        <p:spPr>
          <a:xfrm>
            <a:off x="1079500" y="6731000"/>
            <a:ext cx="508000" cy="508000"/>
          </a:xfrm>
          <a:custGeom>
            <a:avLst/>
            <a:gdLst/>
            <a:ahLst/>
            <a:cxnLst/>
            <a:rect l="l" t="t" r="r" b="b"/>
            <a:pathLst>
              <a:path w="508000" h="508000">
                <a:moveTo>
                  <a:pt x="269776" y="20042"/>
                </a:moveTo>
                <a:cubicBezTo>
                  <a:pt x="260052" y="14486"/>
                  <a:pt x="248047" y="14486"/>
                  <a:pt x="238224" y="20042"/>
                </a:cubicBezTo>
                <a:lnTo>
                  <a:pt x="15974" y="147042"/>
                </a:lnTo>
                <a:cubicBezTo>
                  <a:pt x="3473" y="154186"/>
                  <a:pt x="-2679" y="168870"/>
                  <a:pt x="992" y="182761"/>
                </a:cubicBezTo>
                <a:cubicBezTo>
                  <a:pt x="4663" y="196652"/>
                  <a:pt x="17363" y="206375"/>
                  <a:pt x="31750" y="206375"/>
                </a:cubicBezTo>
                <a:lnTo>
                  <a:pt x="63500" y="206375"/>
                </a:lnTo>
                <a:lnTo>
                  <a:pt x="63500" y="412750"/>
                </a:lnTo>
                <a:lnTo>
                  <a:pt x="63500" y="412750"/>
                </a:lnTo>
                <a:lnTo>
                  <a:pt x="12700" y="450850"/>
                </a:lnTo>
                <a:cubicBezTo>
                  <a:pt x="4663" y="456803"/>
                  <a:pt x="0" y="466229"/>
                  <a:pt x="0" y="476250"/>
                </a:cubicBezTo>
                <a:cubicBezTo>
                  <a:pt x="0" y="493812"/>
                  <a:pt x="14188" y="508000"/>
                  <a:pt x="31750" y="508000"/>
                </a:cubicBezTo>
                <a:lnTo>
                  <a:pt x="476250" y="508000"/>
                </a:lnTo>
                <a:cubicBezTo>
                  <a:pt x="493812" y="508000"/>
                  <a:pt x="508000" y="493812"/>
                  <a:pt x="508000" y="476250"/>
                </a:cubicBezTo>
                <a:cubicBezTo>
                  <a:pt x="508000" y="466229"/>
                  <a:pt x="503337" y="456803"/>
                  <a:pt x="495300" y="450850"/>
                </a:cubicBezTo>
                <a:lnTo>
                  <a:pt x="444500" y="412750"/>
                </a:lnTo>
                <a:lnTo>
                  <a:pt x="444500" y="206375"/>
                </a:lnTo>
                <a:lnTo>
                  <a:pt x="476250" y="206375"/>
                </a:lnTo>
                <a:cubicBezTo>
                  <a:pt x="490637" y="206375"/>
                  <a:pt x="503238" y="196652"/>
                  <a:pt x="506909" y="182761"/>
                </a:cubicBezTo>
                <a:cubicBezTo>
                  <a:pt x="510580" y="168870"/>
                  <a:pt x="504428" y="154186"/>
                  <a:pt x="491927" y="147042"/>
                </a:cubicBezTo>
                <a:lnTo>
                  <a:pt x="269677" y="20042"/>
                </a:lnTo>
                <a:close/>
                <a:moveTo>
                  <a:pt x="396875" y="206375"/>
                </a:moveTo>
                <a:lnTo>
                  <a:pt x="396875" y="412750"/>
                </a:lnTo>
                <a:lnTo>
                  <a:pt x="333375" y="412750"/>
                </a:lnTo>
                <a:lnTo>
                  <a:pt x="333375" y="206375"/>
                </a:lnTo>
                <a:lnTo>
                  <a:pt x="396875" y="206375"/>
                </a:lnTo>
                <a:close/>
                <a:moveTo>
                  <a:pt x="285750" y="206375"/>
                </a:moveTo>
                <a:lnTo>
                  <a:pt x="285750" y="412750"/>
                </a:lnTo>
                <a:lnTo>
                  <a:pt x="222250" y="412750"/>
                </a:lnTo>
                <a:lnTo>
                  <a:pt x="222250" y="206375"/>
                </a:lnTo>
                <a:lnTo>
                  <a:pt x="285750" y="206375"/>
                </a:lnTo>
                <a:close/>
                <a:moveTo>
                  <a:pt x="174625" y="206375"/>
                </a:moveTo>
                <a:lnTo>
                  <a:pt x="174625" y="412750"/>
                </a:lnTo>
                <a:lnTo>
                  <a:pt x="111125" y="412750"/>
                </a:lnTo>
                <a:lnTo>
                  <a:pt x="111125" y="206375"/>
                </a:lnTo>
                <a:lnTo>
                  <a:pt x="174625" y="206375"/>
                </a:lnTo>
                <a:close/>
                <a:moveTo>
                  <a:pt x="254000" y="95250"/>
                </a:moveTo>
                <a:cubicBezTo>
                  <a:pt x="271523" y="95250"/>
                  <a:pt x="285750" y="109477"/>
                  <a:pt x="285750" y="127000"/>
                </a:cubicBezTo>
                <a:cubicBezTo>
                  <a:pt x="285750" y="144523"/>
                  <a:pt x="271523" y="158750"/>
                  <a:pt x="254000" y="158750"/>
                </a:cubicBezTo>
                <a:cubicBezTo>
                  <a:pt x="236477" y="158750"/>
                  <a:pt x="222250" y="144523"/>
                  <a:pt x="222250" y="127000"/>
                </a:cubicBezTo>
                <a:cubicBezTo>
                  <a:pt x="222250" y="109477"/>
                  <a:pt x="236477" y="95250"/>
                  <a:pt x="254000" y="95250"/>
                </a:cubicBezTo>
                <a:close/>
              </a:path>
            </a:pathLst>
          </a:custGeom>
          <a:solidFill>
            <a:srgbClr val="6B21A8"/>
          </a:solidFill>
          <a:ln/>
        </p:spPr>
        <p:txBody>
          <a:bodyPr/>
          <a:lstStyle/>
          <a:p>
            <a:endParaRPr lang="en-US"/>
          </a:p>
        </p:txBody>
      </p:sp>
      <p:sp>
        <p:nvSpPr>
          <p:cNvPr id="41" name="Text 38"/>
          <p:cNvSpPr/>
          <p:nvPr/>
        </p:nvSpPr>
        <p:spPr>
          <a:xfrm>
            <a:off x="1778000" y="6540500"/>
            <a:ext cx="5080000" cy="355600"/>
          </a:xfrm>
          <a:prstGeom prst="rect">
            <a:avLst/>
          </a:prstGeom>
          <a:noFill/>
          <a:ln/>
        </p:spPr>
        <p:txBody>
          <a:bodyPr wrap="none" lIns="0" tIns="0" rIns="0" bIns="0" rtlCol="0" anchor="ctr"/>
          <a:lstStyle/>
          <a:p>
            <a:pPr>
              <a:lnSpc>
                <a:spcPct val="100000"/>
              </a:lnSpc>
            </a:pPr>
            <a:r>
              <a:rPr lang="en-US" sz="1800" b="1" dirty="0">
                <a:solidFill>
                  <a:srgbClr val="6B21A8"/>
                </a:solidFill>
                <a:latin typeface="Liter" pitchFamily="34" charset="0"/>
                <a:ea typeface="Liter" pitchFamily="34" charset="-122"/>
                <a:cs typeface="Liter" pitchFamily="34" charset="-120"/>
              </a:rPr>
              <a:t>Real-Life Example</a:t>
            </a:r>
            <a:endParaRPr lang="en-US" sz="1600" dirty="0"/>
          </a:p>
        </p:txBody>
      </p:sp>
      <p:sp>
        <p:nvSpPr>
          <p:cNvPr id="42" name="Text 39"/>
          <p:cNvSpPr/>
          <p:nvPr/>
        </p:nvSpPr>
        <p:spPr>
          <a:xfrm>
            <a:off x="1778000" y="6921500"/>
            <a:ext cx="13462000" cy="787400"/>
          </a:xfrm>
          <a:prstGeom prst="rect">
            <a:avLst/>
          </a:prstGeom>
          <a:noFill/>
          <a:ln/>
        </p:spPr>
        <p:txBody>
          <a:bodyPr wrap="square" lIns="0" tIns="0" rIns="0" bIns="0" rtlCol="0" anchor="t"/>
          <a:lstStyle/>
          <a:p>
            <a:pPr>
              <a:lnSpc>
                <a:spcPct val="150000"/>
              </a:lnSpc>
            </a:pPr>
            <a:r>
              <a:rPr lang="en-US" sz="1600" dirty="0">
                <a:solidFill>
                  <a:srgbClr val="1E1B2E"/>
                </a:solidFill>
                <a:latin typeface="Quattrocento Sans" pitchFamily="34" charset="0"/>
                <a:ea typeface="Quattrocento Sans" pitchFamily="34" charset="-122"/>
                <a:cs typeface="Quattrocento Sans" pitchFamily="34" charset="-120"/>
              </a:rPr>
              <a:t>A </a:t>
            </a:r>
            <a:r>
              <a:rPr lang="en-US" sz="1600" b="1" dirty="0">
                <a:solidFill>
                  <a:srgbClr val="1E1B2E"/>
                </a:solidFill>
                <a:latin typeface="Quattrocento Sans" pitchFamily="34" charset="0"/>
                <a:ea typeface="Quattrocento Sans" pitchFamily="34" charset="-122"/>
                <a:cs typeface="Quattrocento Sans" pitchFamily="34" charset="-120"/>
              </a:rPr>
              <a:t>University Student Management System</a:t>
            </a:r>
            <a:r>
              <a:rPr lang="en-US" sz="1600" dirty="0">
                <a:solidFill>
                  <a:srgbClr val="1E1B2E"/>
                </a:solidFill>
                <a:latin typeface="Quattrocento Sans" pitchFamily="34" charset="0"/>
                <a:ea typeface="Quattrocento Sans" pitchFamily="34" charset="-122"/>
                <a:cs typeface="Quattrocento Sans" pitchFamily="34" charset="-120"/>
              </a:rPr>
              <a:t> uses multiple related tables — one for student records, one for courses, and one for grades — all linked together through keys to manage data efficiently.</a:t>
            </a:r>
            <a:endParaRPr lang="en-US" sz="1600" dirty="0"/>
          </a:p>
        </p:txBody>
      </p:sp>
      <p:sp>
        <p:nvSpPr>
          <p:cNvPr id="43" name="Text 40"/>
          <p:cNvSpPr/>
          <p:nvPr/>
        </p:nvSpPr>
        <p:spPr>
          <a:xfrm>
            <a:off x="14986000" y="8636000"/>
            <a:ext cx="762000" cy="317500"/>
          </a:xfrm>
          <a:prstGeom prst="rect">
            <a:avLst/>
          </a:prstGeom>
          <a:noFill/>
          <a:ln/>
        </p:spPr>
        <p:txBody>
          <a:bodyPr wrap="none" lIns="0" tIns="0" rIns="0" bIns="0" rtlCol="0" anchor="ctr"/>
          <a:lstStyle/>
          <a:p>
            <a:pPr algn="r">
              <a:lnSpc>
                <a:spcPct val="100000"/>
              </a:lnSpc>
            </a:pPr>
            <a:r>
              <a:rPr lang="en-US" sz="1200" dirty="0">
                <a:solidFill>
                  <a:srgbClr val="D8B4FE"/>
                </a:solidFill>
                <a:latin typeface="Liter" pitchFamily="34" charset="0"/>
                <a:ea typeface="Liter" pitchFamily="34" charset="-122"/>
                <a:cs typeface="Liter" pitchFamily="34" charset="-120"/>
              </a:rPr>
              <a:t>13 / 15</a:t>
            </a:r>
            <a:endParaRPr lang="en-US" sz="16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762000" y="508000"/>
            <a:ext cx="7620000" cy="508000"/>
          </a:xfrm>
          <a:prstGeom prst="rect">
            <a:avLst/>
          </a:prstGeom>
          <a:noFill/>
          <a:ln/>
        </p:spPr>
        <p:txBody>
          <a:bodyPr wrap="none" lIns="0" tIns="0" rIns="0" bIns="0" rtlCol="0" anchor="ctr"/>
          <a:lstStyle/>
          <a:p>
            <a:pPr>
              <a:lnSpc>
                <a:spcPct val="130000"/>
              </a:lnSpc>
            </a:pPr>
            <a:r>
              <a:rPr lang="en-US" sz="2800" b="1" dirty="0">
                <a:solidFill>
                  <a:srgbClr val="6B21A8"/>
                </a:solidFill>
                <a:latin typeface="Liter" pitchFamily="34" charset="0"/>
                <a:ea typeface="Liter" pitchFamily="34" charset="-122"/>
                <a:cs typeface="Liter" pitchFamily="34" charset="-120"/>
              </a:rPr>
              <a:t>SQL Queries &amp; Relationships</a:t>
            </a:r>
            <a:endParaRPr lang="en-US" sz="2800" dirty="0"/>
          </a:p>
        </p:txBody>
      </p:sp>
      <p:sp>
        <p:nvSpPr>
          <p:cNvPr id="4" name="Shape 1"/>
          <p:cNvSpPr/>
          <p:nvPr/>
        </p:nvSpPr>
        <p:spPr>
          <a:xfrm>
            <a:off x="762000" y="1079500"/>
            <a:ext cx="1016000" cy="50800"/>
          </a:xfrm>
          <a:prstGeom prst="rect">
            <a:avLst/>
          </a:prstGeom>
          <a:solidFill>
            <a:srgbClr val="6B21A8"/>
          </a:solidFill>
          <a:ln/>
        </p:spPr>
        <p:txBody>
          <a:bodyPr/>
          <a:lstStyle/>
          <a:p>
            <a:endParaRPr lang="en-US"/>
          </a:p>
        </p:txBody>
      </p:sp>
      <p:sp>
        <p:nvSpPr>
          <p:cNvPr id="5" name="Text 2"/>
          <p:cNvSpPr/>
          <p:nvPr/>
        </p:nvSpPr>
        <p:spPr>
          <a:xfrm>
            <a:off x="762000" y="1397000"/>
            <a:ext cx="3810000" cy="381000"/>
          </a:xfrm>
          <a:prstGeom prst="rect">
            <a:avLst/>
          </a:prstGeom>
          <a:noFill/>
          <a:ln/>
        </p:spPr>
        <p:txBody>
          <a:bodyPr wrap="none" lIns="0" tIns="0" rIns="0" bIns="0" rtlCol="0" anchor="ctr"/>
          <a:lstStyle/>
          <a:p>
            <a:pPr>
              <a:lnSpc>
                <a:spcPct val="100000"/>
              </a:lnSpc>
            </a:pPr>
            <a:r>
              <a:rPr lang="en-US" sz="2000" b="1" dirty="0">
                <a:solidFill>
                  <a:srgbClr val="6B21A8"/>
                </a:solidFill>
                <a:latin typeface="Liter" pitchFamily="34" charset="0"/>
                <a:ea typeface="Liter" pitchFamily="34" charset="-122"/>
                <a:cs typeface="Liter" pitchFamily="34" charset="-120"/>
              </a:rPr>
              <a:t>Essential SQL Commands</a:t>
            </a:r>
            <a:endParaRPr lang="en-US" sz="1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62000" y="1968500"/>
          <a:ext cx="7366000" cy="3937003"/>
        </p:xfrm>
        <a:graphic>
          <a:graphicData uri="http://schemas.openxmlformats.org/drawingml/2006/table">
            <a:tbl>
              <a:tblPr/>
              <a:tblGrid>
                <a:gridCol w="2578100">
                  <a:extLst>
                    <a:ext uri="{9D8B030D-6E8A-4147-A177-3AD203B41FA5}">
                      <a16:colId xmlns:a16="http://schemas.microsoft.com/office/drawing/2014/main" val="20000"/>
                    </a:ext>
                  </a:extLst>
                </a:gridCol>
                <a:gridCol w="4787900">
                  <a:extLst>
                    <a:ext uri="{9D8B030D-6E8A-4147-A177-3AD203B41FA5}">
                      <a16:colId xmlns:a16="http://schemas.microsoft.com/office/drawing/2014/main" val="20001"/>
                    </a:ext>
                  </a:extLst>
                </a:gridCol>
              </a:tblGrid>
              <a:tr h="562429">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Command</a:t>
                      </a:r>
                      <a:endParaRPr lang="en-US" sz="1600" dirty="0">
                        <a:latin typeface="QuattrocentoSans" charset="0"/>
                        <a:ea typeface="QuattrocentoSans" charset="0"/>
                        <a:cs typeface="QuattrocentoSans" charset="0"/>
                      </a:endParaRPr>
                    </a:p>
                  </a:txBody>
                  <a:tcPr marT="0" marB="0" anchor="ctr">
                    <a:lnL w="12700" cap="flat" cmpd="sng" algn="ctr">
                      <a:solidFill>
                        <a:srgbClr val="D8B4FE"/>
                      </a:solidFill>
                      <a:prstDash val="solid"/>
                      <a:round/>
                      <a:headEnd type="none" w="med" len="med"/>
                      <a:tailEnd type="none" w="med" len="med"/>
                    </a:lnL>
                    <a:lnR w="12700" cap="flat" cmpd="sng" algn="ctr">
                      <a:solidFill>
                        <a:srgbClr val="D8B4FE"/>
                      </a:solidFill>
                      <a:prstDash val="solid"/>
                      <a:round/>
                      <a:headEnd type="none" w="med" len="med"/>
                      <a:tailEnd type="none" w="med" len="med"/>
                    </a:lnR>
                    <a:lnT w="12700" cap="flat" cmpd="sng" algn="ctr">
                      <a:solidFill>
                        <a:srgbClr val="D8B4FE"/>
                      </a:solidFill>
                      <a:prstDash val="solid"/>
                      <a:round/>
                      <a:headEnd type="none" w="med" len="med"/>
                      <a:tailEnd type="none" w="med" len="med"/>
                    </a:lnT>
                    <a:lnB w="12700" cap="flat" cmpd="sng" algn="ctr">
                      <a:solidFill>
                        <a:srgbClr val="D8B4FE"/>
                      </a:solidFill>
                      <a:prstDash val="solid"/>
                      <a:round/>
                      <a:headEnd type="none" w="med" len="med"/>
                      <a:tailEnd type="none" w="med" len="med"/>
                    </a:lnB>
                    <a:solidFill>
                      <a:srgbClr val="6B21A8"/>
                    </a:solidFill>
                  </a:tcPr>
                </a:tc>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Description</a:t>
                      </a:r>
                      <a:endParaRPr lang="en-US" sz="1600" dirty="0">
                        <a:latin typeface="QuattrocentoSans" charset="0"/>
                        <a:ea typeface="QuattrocentoSans" charset="0"/>
                        <a:cs typeface="QuattrocentoSans" charset="0"/>
                      </a:endParaRPr>
                    </a:p>
                  </a:txBody>
                  <a:tcPr marT="0" marB="0" anchor="ctr">
                    <a:lnL w="12700" cap="flat" cmpd="sng" algn="ctr">
                      <a:solidFill>
                        <a:srgbClr val="D8B4FE"/>
                      </a:solidFill>
                      <a:prstDash val="solid"/>
                      <a:round/>
                      <a:headEnd type="none" w="med" len="med"/>
                      <a:tailEnd type="none" w="med" len="med"/>
                    </a:lnL>
                    <a:lnR w="12700" cap="flat" cmpd="sng" algn="ctr">
                      <a:solidFill>
                        <a:srgbClr val="D8B4FE"/>
                      </a:solidFill>
                      <a:prstDash val="solid"/>
                      <a:round/>
                      <a:headEnd type="none" w="med" len="med"/>
                      <a:tailEnd type="none" w="med" len="med"/>
                    </a:lnR>
                    <a:lnT w="12700" cap="flat" cmpd="sng" algn="ctr">
                      <a:solidFill>
                        <a:srgbClr val="D8B4FE"/>
                      </a:solidFill>
                      <a:prstDash val="solid"/>
                      <a:round/>
                      <a:headEnd type="none" w="med" len="med"/>
                      <a:tailEnd type="none" w="med" len="med"/>
                    </a:lnT>
                    <a:lnB w="12700" cap="flat" cmpd="sng" algn="ctr">
                      <a:solidFill>
                        <a:srgbClr val="D8B4FE"/>
                      </a:solidFill>
                      <a:prstDash val="solid"/>
                      <a:round/>
                      <a:headEnd type="none" w="med" len="med"/>
                      <a:tailEnd type="none" w="med" len="med"/>
                    </a:lnB>
                    <a:solidFill>
                      <a:srgbClr val="6B21A8"/>
                    </a:solidFill>
                  </a:tcPr>
                </a:tc>
                <a:extLst>
                  <a:ext uri="{0D108BD9-81ED-4DB2-BD59-A6C34878D82A}">
                    <a16:rowId xmlns:a16="http://schemas.microsoft.com/office/drawing/2014/main" val="10000"/>
                  </a:ext>
                </a:extLst>
              </a:tr>
              <a:tr h="562429">
                <a:tc>
                  <a:txBody>
                    <a:bodyPr/>
                    <a:lstStyle/>
                    <a:p>
                      <a:pPr algn="l"/>
                      <a:r>
                        <a:rPr lang="en-US" sz="1600" u="none" dirty="0">
                          <a:solidFill>
                            <a:srgbClr val="1E1B2E"/>
                          </a:solidFill>
                          <a:latin typeface="QuattrocentoSans" pitchFamily="34" charset="0"/>
                          <a:ea typeface="QuattrocentoSans" pitchFamily="34" charset="-122"/>
                          <a:cs typeface="QuattrocentoSans" pitchFamily="34" charset="-120"/>
                        </a:rPr>
                        <a:t>CREATE DATABASE</a:t>
                      </a:r>
                      <a:endParaRPr lang="en-US" sz="1600" dirty="0">
                        <a:latin typeface="QuattrocentoSans" charset="0"/>
                        <a:ea typeface="QuattrocentoSans" charset="0"/>
                        <a:cs typeface="QuattrocentoSans" charset="0"/>
                      </a:endParaRPr>
                    </a:p>
                  </a:txBody>
                  <a:tcPr marT="0" marB="0" anchor="ctr">
                    <a:lnL w="12700" cap="flat" cmpd="sng" algn="ctr">
                      <a:solidFill>
                        <a:srgbClr val="D8B4FE"/>
                      </a:solidFill>
                      <a:prstDash val="solid"/>
                      <a:round/>
                      <a:headEnd type="none" w="med" len="med"/>
                      <a:tailEnd type="none" w="med" len="med"/>
                    </a:lnL>
                    <a:lnR w="12700" cap="flat" cmpd="sng" algn="ctr">
                      <a:solidFill>
                        <a:srgbClr val="D8B4FE"/>
                      </a:solidFill>
                      <a:prstDash val="solid"/>
                      <a:round/>
                      <a:headEnd type="none" w="med" len="med"/>
                      <a:tailEnd type="none" w="med" len="med"/>
                    </a:lnR>
                    <a:lnT w="12700" cap="flat" cmpd="sng" algn="ctr">
                      <a:solidFill>
                        <a:srgbClr val="D8B4FE"/>
                      </a:solidFill>
                      <a:prstDash val="solid"/>
                      <a:round/>
                      <a:headEnd type="none" w="med" len="med"/>
                      <a:tailEnd type="none" w="med" len="med"/>
                    </a:lnT>
                    <a:lnB w="12700" cap="flat" cmpd="sng" algn="ctr">
                      <a:solidFill>
                        <a:srgbClr val="D8B4FE"/>
                      </a:solidFill>
                      <a:prstDash val="solid"/>
                      <a:round/>
                      <a:headEnd type="none" w="med" len="med"/>
                      <a:tailEnd type="none" w="med" len="med"/>
                    </a:lnB>
                    <a:solidFill>
                      <a:srgbClr val="FFFFFF"/>
                    </a:solidFill>
                  </a:tcPr>
                </a:tc>
                <a:tc>
                  <a:txBody>
                    <a:bodyPr/>
                    <a:lstStyle/>
                    <a:p>
                      <a:pPr algn="l"/>
                      <a:r>
                        <a:rPr lang="en-US" sz="1600" u="none" dirty="0">
                          <a:solidFill>
                            <a:srgbClr val="1E1B2E"/>
                          </a:solidFill>
                          <a:latin typeface="QuattrocentoSans" pitchFamily="34" charset="0"/>
                          <a:ea typeface="QuattrocentoSans" pitchFamily="34" charset="-122"/>
                          <a:cs typeface="QuattrocentoSans" pitchFamily="34" charset="-120"/>
                        </a:rPr>
                        <a:t>Create a new database</a:t>
                      </a:r>
                      <a:endParaRPr lang="en-US" sz="1600" dirty="0">
                        <a:latin typeface="QuattrocentoSans" charset="0"/>
                        <a:ea typeface="QuattrocentoSans" charset="0"/>
                        <a:cs typeface="QuattrocentoSans" charset="0"/>
                      </a:endParaRPr>
                    </a:p>
                  </a:txBody>
                  <a:tcPr marT="0" marB="0" anchor="ctr">
                    <a:lnL w="12700" cap="flat" cmpd="sng" algn="ctr">
                      <a:solidFill>
                        <a:srgbClr val="D8B4FE"/>
                      </a:solidFill>
                      <a:prstDash val="solid"/>
                      <a:round/>
                      <a:headEnd type="none" w="med" len="med"/>
                      <a:tailEnd type="none" w="med" len="med"/>
                    </a:lnL>
                    <a:lnR w="12700" cap="flat" cmpd="sng" algn="ctr">
                      <a:solidFill>
                        <a:srgbClr val="D8B4FE"/>
                      </a:solidFill>
                      <a:prstDash val="solid"/>
                      <a:round/>
                      <a:headEnd type="none" w="med" len="med"/>
                      <a:tailEnd type="none" w="med" len="med"/>
                    </a:lnR>
                    <a:lnT w="12700" cap="flat" cmpd="sng" algn="ctr">
                      <a:solidFill>
                        <a:srgbClr val="D8B4FE"/>
                      </a:solidFill>
                      <a:prstDash val="solid"/>
                      <a:round/>
                      <a:headEnd type="none" w="med" len="med"/>
                      <a:tailEnd type="none" w="med" len="med"/>
                    </a:lnT>
                    <a:lnB w="12700" cap="flat" cmpd="sng" algn="ctr">
                      <a:solidFill>
                        <a:srgbClr val="D8B4F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2429">
                <a:tc>
                  <a:txBody>
                    <a:bodyPr/>
                    <a:lstStyle/>
                    <a:p>
                      <a:pPr algn="l"/>
                      <a:r>
                        <a:rPr lang="en-US" sz="1600" u="none" dirty="0">
                          <a:solidFill>
                            <a:srgbClr val="1E1B2E"/>
                          </a:solidFill>
                          <a:latin typeface="QuattrocentoSans" pitchFamily="34" charset="0"/>
                          <a:ea typeface="QuattrocentoSans" pitchFamily="34" charset="-122"/>
                          <a:cs typeface="QuattrocentoSans" pitchFamily="34" charset="-120"/>
                        </a:rPr>
                        <a:t>CREATE TABLE</a:t>
                      </a:r>
                      <a:endParaRPr lang="en-US" sz="1600" dirty="0">
                        <a:latin typeface="QuattrocentoSans" charset="0"/>
                        <a:ea typeface="QuattrocentoSans" charset="0"/>
                        <a:cs typeface="QuattrocentoSans" charset="0"/>
                      </a:endParaRPr>
                    </a:p>
                  </a:txBody>
                  <a:tcPr marT="0" marB="0" anchor="ctr">
                    <a:lnL w="12700" cap="flat" cmpd="sng" algn="ctr">
                      <a:solidFill>
                        <a:srgbClr val="D8B4FE"/>
                      </a:solidFill>
                      <a:prstDash val="solid"/>
                      <a:round/>
                      <a:headEnd type="none" w="med" len="med"/>
                      <a:tailEnd type="none" w="med" len="med"/>
                    </a:lnL>
                    <a:lnR w="12700" cap="flat" cmpd="sng" algn="ctr">
                      <a:solidFill>
                        <a:srgbClr val="D8B4FE"/>
                      </a:solidFill>
                      <a:prstDash val="solid"/>
                      <a:round/>
                      <a:headEnd type="none" w="med" len="med"/>
                      <a:tailEnd type="none" w="med" len="med"/>
                    </a:lnR>
                    <a:lnT w="12700" cap="flat" cmpd="sng" algn="ctr">
                      <a:solidFill>
                        <a:srgbClr val="D8B4FE"/>
                      </a:solidFill>
                      <a:prstDash val="solid"/>
                      <a:round/>
                      <a:headEnd type="none" w="med" len="med"/>
                      <a:tailEnd type="none" w="med" len="med"/>
                    </a:lnT>
                    <a:lnB w="12700" cap="flat" cmpd="sng" algn="ctr">
                      <a:solidFill>
                        <a:srgbClr val="D8B4FE"/>
                      </a:solidFill>
                      <a:prstDash val="solid"/>
                      <a:round/>
                      <a:headEnd type="none" w="med" len="med"/>
                      <a:tailEnd type="none" w="med" len="med"/>
                    </a:lnB>
                    <a:solidFill>
                      <a:srgbClr val="F3E8FF"/>
                    </a:solidFill>
                  </a:tcPr>
                </a:tc>
                <a:tc>
                  <a:txBody>
                    <a:bodyPr/>
                    <a:lstStyle/>
                    <a:p>
                      <a:pPr algn="l"/>
                      <a:r>
                        <a:rPr lang="en-US" sz="1600" u="none" dirty="0">
                          <a:solidFill>
                            <a:srgbClr val="1E1B2E"/>
                          </a:solidFill>
                          <a:latin typeface="QuattrocentoSans" pitchFamily="34" charset="0"/>
                          <a:ea typeface="QuattrocentoSans" pitchFamily="34" charset="-122"/>
                          <a:cs typeface="QuattrocentoSans" pitchFamily="34" charset="-120"/>
                        </a:rPr>
                        <a:t>Define a new table structure</a:t>
                      </a:r>
                      <a:endParaRPr lang="en-US" sz="1600" dirty="0">
                        <a:latin typeface="QuattrocentoSans" charset="0"/>
                        <a:ea typeface="QuattrocentoSans" charset="0"/>
                        <a:cs typeface="QuattrocentoSans" charset="0"/>
                      </a:endParaRPr>
                    </a:p>
                  </a:txBody>
                  <a:tcPr marT="0" marB="0" anchor="ctr">
                    <a:lnL w="12700" cap="flat" cmpd="sng" algn="ctr">
                      <a:solidFill>
                        <a:srgbClr val="D8B4FE"/>
                      </a:solidFill>
                      <a:prstDash val="solid"/>
                      <a:round/>
                      <a:headEnd type="none" w="med" len="med"/>
                      <a:tailEnd type="none" w="med" len="med"/>
                    </a:lnL>
                    <a:lnR w="12700" cap="flat" cmpd="sng" algn="ctr">
                      <a:solidFill>
                        <a:srgbClr val="D8B4FE"/>
                      </a:solidFill>
                      <a:prstDash val="solid"/>
                      <a:round/>
                      <a:headEnd type="none" w="med" len="med"/>
                      <a:tailEnd type="none" w="med" len="med"/>
                    </a:lnR>
                    <a:lnT w="12700" cap="flat" cmpd="sng" algn="ctr">
                      <a:solidFill>
                        <a:srgbClr val="D8B4FE"/>
                      </a:solidFill>
                      <a:prstDash val="solid"/>
                      <a:round/>
                      <a:headEnd type="none" w="med" len="med"/>
                      <a:tailEnd type="none" w="med" len="med"/>
                    </a:lnT>
                    <a:lnB w="12700" cap="flat" cmpd="sng" algn="ctr">
                      <a:solidFill>
                        <a:srgbClr val="D8B4FE"/>
                      </a:solidFill>
                      <a:prstDash val="solid"/>
                      <a:round/>
                      <a:headEnd type="none" w="med" len="med"/>
                      <a:tailEnd type="none" w="med" len="med"/>
                    </a:lnB>
                    <a:solidFill>
                      <a:srgbClr val="F3E8FF"/>
                    </a:solidFill>
                  </a:tcPr>
                </a:tc>
                <a:extLst>
                  <a:ext uri="{0D108BD9-81ED-4DB2-BD59-A6C34878D82A}">
                    <a16:rowId xmlns:a16="http://schemas.microsoft.com/office/drawing/2014/main" val="10002"/>
                  </a:ext>
                </a:extLst>
              </a:tr>
              <a:tr h="562429">
                <a:tc>
                  <a:txBody>
                    <a:bodyPr/>
                    <a:lstStyle/>
                    <a:p>
                      <a:pPr algn="l"/>
                      <a:r>
                        <a:rPr lang="en-US" sz="1600" u="none" dirty="0">
                          <a:solidFill>
                            <a:srgbClr val="1E1B2E"/>
                          </a:solidFill>
                          <a:latin typeface="QuattrocentoSans" pitchFamily="34" charset="0"/>
                          <a:ea typeface="QuattrocentoSans" pitchFamily="34" charset="-122"/>
                          <a:cs typeface="QuattrocentoSans" pitchFamily="34" charset="-120"/>
                        </a:rPr>
                        <a:t>INSERT</a:t>
                      </a:r>
                      <a:endParaRPr lang="en-US" sz="1600" dirty="0">
                        <a:latin typeface="QuattrocentoSans" charset="0"/>
                        <a:ea typeface="QuattrocentoSans" charset="0"/>
                        <a:cs typeface="QuattrocentoSans" charset="0"/>
                      </a:endParaRPr>
                    </a:p>
                  </a:txBody>
                  <a:tcPr marT="0" marB="0" anchor="ctr">
                    <a:lnL w="12700" cap="flat" cmpd="sng" algn="ctr">
                      <a:solidFill>
                        <a:srgbClr val="D8B4FE"/>
                      </a:solidFill>
                      <a:prstDash val="solid"/>
                      <a:round/>
                      <a:headEnd type="none" w="med" len="med"/>
                      <a:tailEnd type="none" w="med" len="med"/>
                    </a:lnL>
                    <a:lnR w="12700" cap="flat" cmpd="sng" algn="ctr">
                      <a:solidFill>
                        <a:srgbClr val="D8B4FE"/>
                      </a:solidFill>
                      <a:prstDash val="solid"/>
                      <a:round/>
                      <a:headEnd type="none" w="med" len="med"/>
                      <a:tailEnd type="none" w="med" len="med"/>
                    </a:lnR>
                    <a:lnT w="12700" cap="flat" cmpd="sng" algn="ctr">
                      <a:solidFill>
                        <a:srgbClr val="D8B4FE"/>
                      </a:solidFill>
                      <a:prstDash val="solid"/>
                      <a:round/>
                      <a:headEnd type="none" w="med" len="med"/>
                      <a:tailEnd type="none" w="med" len="med"/>
                    </a:lnT>
                    <a:lnB w="12700" cap="flat" cmpd="sng" algn="ctr">
                      <a:solidFill>
                        <a:srgbClr val="D8B4FE"/>
                      </a:solidFill>
                      <a:prstDash val="solid"/>
                      <a:round/>
                      <a:headEnd type="none" w="med" len="med"/>
                      <a:tailEnd type="none" w="med" len="med"/>
                    </a:lnB>
                    <a:solidFill>
                      <a:srgbClr val="FFFFFF"/>
                    </a:solidFill>
                  </a:tcPr>
                </a:tc>
                <a:tc>
                  <a:txBody>
                    <a:bodyPr/>
                    <a:lstStyle/>
                    <a:p>
                      <a:pPr algn="l"/>
                      <a:r>
                        <a:rPr lang="en-US" sz="1600" u="none" dirty="0">
                          <a:solidFill>
                            <a:srgbClr val="1E1B2E"/>
                          </a:solidFill>
                          <a:latin typeface="QuattrocentoSans" pitchFamily="34" charset="0"/>
                          <a:ea typeface="QuattrocentoSans" pitchFamily="34" charset="-122"/>
                          <a:cs typeface="QuattrocentoSans" pitchFamily="34" charset="-120"/>
                        </a:rPr>
                        <a:t>Add new records to a table</a:t>
                      </a:r>
                      <a:endParaRPr lang="en-US" sz="1600" dirty="0">
                        <a:latin typeface="QuattrocentoSans" charset="0"/>
                        <a:ea typeface="QuattrocentoSans" charset="0"/>
                        <a:cs typeface="QuattrocentoSans" charset="0"/>
                      </a:endParaRPr>
                    </a:p>
                  </a:txBody>
                  <a:tcPr marT="0" marB="0" anchor="ctr">
                    <a:lnL w="12700" cap="flat" cmpd="sng" algn="ctr">
                      <a:solidFill>
                        <a:srgbClr val="D8B4FE"/>
                      </a:solidFill>
                      <a:prstDash val="solid"/>
                      <a:round/>
                      <a:headEnd type="none" w="med" len="med"/>
                      <a:tailEnd type="none" w="med" len="med"/>
                    </a:lnL>
                    <a:lnR w="12700" cap="flat" cmpd="sng" algn="ctr">
                      <a:solidFill>
                        <a:srgbClr val="D8B4FE"/>
                      </a:solidFill>
                      <a:prstDash val="solid"/>
                      <a:round/>
                      <a:headEnd type="none" w="med" len="med"/>
                      <a:tailEnd type="none" w="med" len="med"/>
                    </a:lnR>
                    <a:lnT w="12700" cap="flat" cmpd="sng" algn="ctr">
                      <a:solidFill>
                        <a:srgbClr val="D8B4FE"/>
                      </a:solidFill>
                      <a:prstDash val="solid"/>
                      <a:round/>
                      <a:headEnd type="none" w="med" len="med"/>
                      <a:tailEnd type="none" w="med" len="med"/>
                    </a:lnT>
                    <a:lnB w="12700" cap="flat" cmpd="sng" algn="ctr">
                      <a:solidFill>
                        <a:srgbClr val="D8B4F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2429">
                <a:tc>
                  <a:txBody>
                    <a:bodyPr/>
                    <a:lstStyle/>
                    <a:p>
                      <a:pPr algn="l"/>
                      <a:r>
                        <a:rPr lang="en-US" sz="1600" u="none" dirty="0">
                          <a:solidFill>
                            <a:srgbClr val="1E1B2E"/>
                          </a:solidFill>
                          <a:latin typeface="QuattrocentoSans" pitchFamily="34" charset="0"/>
                          <a:ea typeface="QuattrocentoSans" pitchFamily="34" charset="-122"/>
                          <a:cs typeface="QuattrocentoSans" pitchFamily="34" charset="-120"/>
                        </a:rPr>
                        <a:t>SELECT</a:t>
                      </a:r>
                      <a:endParaRPr lang="en-US" sz="1600" dirty="0">
                        <a:latin typeface="QuattrocentoSans" charset="0"/>
                        <a:ea typeface="QuattrocentoSans" charset="0"/>
                        <a:cs typeface="QuattrocentoSans" charset="0"/>
                      </a:endParaRPr>
                    </a:p>
                  </a:txBody>
                  <a:tcPr marT="0" marB="0" anchor="ctr">
                    <a:lnL w="12700" cap="flat" cmpd="sng" algn="ctr">
                      <a:solidFill>
                        <a:srgbClr val="D8B4FE"/>
                      </a:solidFill>
                      <a:prstDash val="solid"/>
                      <a:round/>
                      <a:headEnd type="none" w="med" len="med"/>
                      <a:tailEnd type="none" w="med" len="med"/>
                    </a:lnL>
                    <a:lnR w="12700" cap="flat" cmpd="sng" algn="ctr">
                      <a:solidFill>
                        <a:srgbClr val="D8B4FE"/>
                      </a:solidFill>
                      <a:prstDash val="solid"/>
                      <a:round/>
                      <a:headEnd type="none" w="med" len="med"/>
                      <a:tailEnd type="none" w="med" len="med"/>
                    </a:lnR>
                    <a:lnT w="12700" cap="flat" cmpd="sng" algn="ctr">
                      <a:solidFill>
                        <a:srgbClr val="D8B4FE"/>
                      </a:solidFill>
                      <a:prstDash val="solid"/>
                      <a:round/>
                      <a:headEnd type="none" w="med" len="med"/>
                      <a:tailEnd type="none" w="med" len="med"/>
                    </a:lnT>
                    <a:lnB w="12700" cap="flat" cmpd="sng" algn="ctr">
                      <a:solidFill>
                        <a:srgbClr val="D8B4FE"/>
                      </a:solidFill>
                      <a:prstDash val="solid"/>
                      <a:round/>
                      <a:headEnd type="none" w="med" len="med"/>
                      <a:tailEnd type="none" w="med" len="med"/>
                    </a:lnB>
                    <a:solidFill>
                      <a:srgbClr val="F3E8FF"/>
                    </a:solidFill>
                  </a:tcPr>
                </a:tc>
                <a:tc>
                  <a:txBody>
                    <a:bodyPr/>
                    <a:lstStyle/>
                    <a:p>
                      <a:pPr algn="l"/>
                      <a:r>
                        <a:rPr lang="en-US" sz="1600" u="none" dirty="0">
                          <a:solidFill>
                            <a:srgbClr val="1E1B2E"/>
                          </a:solidFill>
                          <a:latin typeface="QuattrocentoSans" pitchFamily="34" charset="0"/>
                          <a:ea typeface="QuattrocentoSans" pitchFamily="34" charset="-122"/>
                          <a:cs typeface="QuattrocentoSans" pitchFamily="34" charset="-120"/>
                        </a:rPr>
                        <a:t>Retrieve data from a table</a:t>
                      </a:r>
                      <a:endParaRPr lang="en-US" sz="1600" dirty="0">
                        <a:latin typeface="QuattrocentoSans" charset="0"/>
                        <a:ea typeface="QuattrocentoSans" charset="0"/>
                        <a:cs typeface="QuattrocentoSans" charset="0"/>
                      </a:endParaRPr>
                    </a:p>
                  </a:txBody>
                  <a:tcPr marT="0" marB="0" anchor="ctr">
                    <a:lnL w="12700" cap="flat" cmpd="sng" algn="ctr">
                      <a:solidFill>
                        <a:srgbClr val="D8B4FE"/>
                      </a:solidFill>
                      <a:prstDash val="solid"/>
                      <a:round/>
                      <a:headEnd type="none" w="med" len="med"/>
                      <a:tailEnd type="none" w="med" len="med"/>
                    </a:lnL>
                    <a:lnR w="12700" cap="flat" cmpd="sng" algn="ctr">
                      <a:solidFill>
                        <a:srgbClr val="D8B4FE"/>
                      </a:solidFill>
                      <a:prstDash val="solid"/>
                      <a:round/>
                      <a:headEnd type="none" w="med" len="med"/>
                      <a:tailEnd type="none" w="med" len="med"/>
                    </a:lnR>
                    <a:lnT w="12700" cap="flat" cmpd="sng" algn="ctr">
                      <a:solidFill>
                        <a:srgbClr val="D8B4FE"/>
                      </a:solidFill>
                      <a:prstDash val="solid"/>
                      <a:round/>
                      <a:headEnd type="none" w="med" len="med"/>
                      <a:tailEnd type="none" w="med" len="med"/>
                    </a:lnT>
                    <a:lnB w="12700" cap="flat" cmpd="sng" algn="ctr">
                      <a:solidFill>
                        <a:srgbClr val="D8B4FE"/>
                      </a:solidFill>
                      <a:prstDash val="solid"/>
                      <a:round/>
                      <a:headEnd type="none" w="med" len="med"/>
                      <a:tailEnd type="none" w="med" len="med"/>
                    </a:lnB>
                    <a:solidFill>
                      <a:srgbClr val="F3E8FF"/>
                    </a:solidFill>
                  </a:tcPr>
                </a:tc>
                <a:extLst>
                  <a:ext uri="{0D108BD9-81ED-4DB2-BD59-A6C34878D82A}">
                    <a16:rowId xmlns:a16="http://schemas.microsoft.com/office/drawing/2014/main" val="10004"/>
                  </a:ext>
                </a:extLst>
              </a:tr>
              <a:tr h="562429">
                <a:tc>
                  <a:txBody>
                    <a:bodyPr/>
                    <a:lstStyle/>
                    <a:p>
                      <a:pPr algn="l"/>
                      <a:r>
                        <a:rPr lang="en-US" sz="1600" u="none" dirty="0">
                          <a:solidFill>
                            <a:srgbClr val="1E1B2E"/>
                          </a:solidFill>
                          <a:latin typeface="QuattrocentoSans" pitchFamily="34" charset="0"/>
                          <a:ea typeface="QuattrocentoSans" pitchFamily="34" charset="-122"/>
                          <a:cs typeface="QuattrocentoSans" pitchFamily="34" charset="-120"/>
                        </a:rPr>
                        <a:t>UPDATE</a:t>
                      </a:r>
                      <a:endParaRPr lang="en-US" sz="1600" dirty="0">
                        <a:latin typeface="QuattrocentoSans" charset="0"/>
                        <a:ea typeface="QuattrocentoSans" charset="0"/>
                        <a:cs typeface="QuattrocentoSans" charset="0"/>
                      </a:endParaRPr>
                    </a:p>
                  </a:txBody>
                  <a:tcPr marT="0" marB="0" anchor="ctr">
                    <a:lnL w="12700" cap="flat" cmpd="sng" algn="ctr">
                      <a:solidFill>
                        <a:srgbClr val="D8B4FE"/>
                      </a:solidFill>
                      <a:prstDash val="solid"/>
                      <a:round/>
                      <a:headEnd type="none" w="med" len="med"/>
                      <a:tailEnd type="none" w="med" len="med"/>
                    </a:lnL>
                    <a:lnR w="12700" cap="flat" cmpd="sng" algn="ctr">
                      <a:solidFill>
                        <a:srgbClr val="D8B4FE"/>
                      </a:solidFill>
                      <a:prstDash val="solid"/>
                      <a:round/>
                      <a:headEnd type="none" w="med" len="med"/>
                      <a:tailEnd type="none" w="med" len="med"/>
                    </a:lnR>
                    <a:lnT w="12700" cap="flat" cmpd="sng" algn="ctr">
                      <a:solidFill>
                        <a:srgbClr val="D8B4FE"/>
                      </a:solidFill>
                      <a:prstDash val="solid"/>
                      <a:round/>
                      <a:headEnd type="none" w="med" len="med"/>
                      <a:tailEnd type="none" w="med" len="med"/>
                    </a:lnT>
                    <a:lnB w="12700" cap="flat" cmpd="sng" algn="ctr">
                      <a:solidFill>
                        <a:srgbClr val="D8B4FE"/>
                      </a:solidFill>
                      <a:prstDash val="solid"/>
                      <a:round/>
                      <a:headEnd type="none" w="med" len="med"/>
                      <a:tailEnd type="none" w="med" len="med"/>
                    </a:lnB>
                    <a:solidFill>
                      <a:srgbClr val="FFFFFF"/>
                    </a:solidFill>
                  </a:tcPr>
                </a:tc>
                <a:tc>
                  <a:txBody>
                    <a:bodyPr/>
                    <a:lstStyle/>
                    <a:p>
                      <a:pPr algn="l"/>
                      <a:r>
                        <a:rPr lang="en-US" sz="1600" u="none" dirty="0">
                          <a:solidFill>
                            <a:srgbClr val="1E1B2E"/>
                          </a:solidFill>
                          <a:latin typeface="QuattrocentoSans" pitchFamily="34" charset="0"/>
                          <a:ea typeface="QuattrocentoSans" pitchFamily="34" charset="-122"/>
                          <a:cs typeface="QuattrocentoSans" pitchFamily="34" charset="-120"/>
                        </a:rPr>
                        <a:t>Modify existing records</a:t>
                      </a:r>
                      <a:endParaRPr lang="en-US" sz="1600" dirty="0">
                        <a:latin typeface="QuattrocentoSans" charset="0"/>
                        <a:ea typeface="QuattrocentoSans" charset="0"/>
                        <a:cs typeface="QuattrocentoSans" charset="0"/>
                      </a:endParaRPr>
                    </a:p>
                  </a:txBody>
                  <a:tcPr marT="0" marB="0" anchor="ctr">
                    <a:lnL w="12700" cap="flat" cmpd="sng" algn="ctr">
                      <a:solidFill>
                        <a:srgbClr val="D8B4FE"/>
                      </a:solidFill>
                      <a:prstDash val="solid"/>
                      <a:round/>
                      <a:headEnd type="none" w="med" len="med"/>
                      <a:tailEnd type="none" w="med" len="med"/>
                    </a:lnL>
                    <a:lnR w="12700" cap="flat" cmpd="sng" algn="ctr">
                      <a:solidFill>
                        <a:srgbClr val="D8B4FE"/>
                      </a:solidFill>
                      <a:prstDash val="solid"/>
                      <a:round/>
                      <a:headEnd type="none" w="med" len="med"/>
                      <a:tailEnd type="none" w="med" len="med"/>
                    </a:lnR>
                    <a:lnT w="12700" cap="flat" cmpd="sng" algn="ctr">
                      <a:solidFill>
                        <a:srgbClr val="D8B4FE"/>
                      </a:solidFill>
                      <a:prstDash val="solid"/>
                      <a:round/>
                      <a:headEnd type="none" w="med" len="med"/>
                      <a:tailEnd type="none" w="med" len="med"/>
                    </a:lnT>
                    <a:lnB w="12700" cap="flat" cmpd="sng" algn="ctr">
                      <a:solidFill>
                        <a:srgbClr val="D8B4F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2429">
                <a:tc>
                  <a:txBody>
                    <a:bodyPr/>
                    <a:lstStyle/>
                    <a:p>
                      <a:pPr algn="l"/>
                      <a:r>
                        <a:rPr lang="en-US" sz="1600" u="none" dirty="0">
                          <a:solidFill>
                            <a:srgbClr val="1E1B2E"/>
                          </a:solidFill>
                          <a:latin typeface="QuattrocentoSans" pitchFamily="34" charset="0"/>
                          <a:ea typeface="QuattrocentoSans" pitchFamily="34" charset="-122"/>
                          <a:cs typeface="QuattrocentoSans" pitchFamily="34" charset="-120"/>
                        </a:rPr>
                        <a:t>DELETE</a:t>
                      </a:r>
                      <a:endParaRPr lang="en-US" sz="1600" dirty="0">
                        <a:latin typeface="QuattrocentoSans" charset="0"/>
                        <a:ea typeface="QuattrocentoSans" charset="0"/>
                        <a:cs typeface="QuattrocentoSans" charset="0"/>
                      </a:endParaRPr>
                    </a:p>
                  </a:txBody>
                  <a:tcPr marT="0" marB="0" anchor="ctr">
                    <a:lnL w="12700" cap="flat" cmpd="sng" algn="ctr">
                      <a:solidFill>
                        <a:srgbClr val="D8B4FE"/>
                      </a:solidFill>
                      <a:prstDash val="solid"/>
                      <a:round/>
                      <a:headEnd type="none" w="med" len="med"/>
                      <a:tailEnd type="none" w="med" len="med"/>
                    </a:lnL>
                    <a:lnR w="12700" cap="flat" cmpd="sng" algn="ctr">
                      <a:solidFill>
                        <a:srgbClr val="D8B4FE"/>
                      </a:solidFill>
                      <a:prstDash val="solid"/>
                      <a:round/>
                      <a:headEnd type="none" w="med" len="med"/>
                      <a:tailEnd type="none" w="med" len="med"/>
                    </a:lnR>
                    <a:lnT w="12700" cap="flat" cmpd="sng" algn="ctr">
                      <a:solidFill>
                        <a:srgbClr val="D8B4FE"/>
                      </a:solidFill>
                      <a:prstDash val="solid"/>
                      <a:round/>
                      <a:headEnd type="none" w="med" len="med"/>
                      <a:tailEnd type="none" w="med" len="med"/>
                    </a:lnT>
                    <a:lnB w="12700" cap="flat" cmpd="sng" algn="ctr">
                      <a:solidFill>
                        <a:srgbClr val="D8B4FE"/>
                      </a:solidFill>
                      <a:prstDash val="solid"/>
                      <a:round/>
                      <a:headEnd type="none" w="med" len="med"/>
                      <a:tailEnd type="none" w="med" len="med"/>
                    </a:lnB>
                    <a:solidFill>
                      <a:srgbClr val="F3E8FF"/>
                    </a:solidFill>
                  </a:tcPr>
                </a:tc>
                <a:tc>
                  <a:txBody>
                    <a:bodyPr/>
                    <a:lstStyle/>
                    <a:p>
                      <a:pPr algn="l"/>
                      <a:r>
                        <a:rPr lang="en-US" sz="1600" u="none" dirty="0">
                          <a:solidFill>
                            <a:srgbClr val="1E1B2E"/>
                          </a:solidFill>
                          <a:latin typeface="QuattrocentoSans" pitchFamily="34" charset="0"/>
                          <a:ea typeface="QuattrocentoSans" pitchFamily="34" charset="-122"/>
                          <a:cs typeface="QuattrocentoSans" pitchFamily="34" charset="-120"/>
                        </a:rPr>
                        <a:t>Remove records from a table</a:t>
                      </a:r>
                      <a:endParaRPr lang="en-US" sz="1600" dirty="0">
                        <a:latin typeface="QuattrocentoSans" charset="0"/>
                        <a:ea typeface="QuattrocentoSans" charset="0"/>
                        <a:cs typeface="QuattrocentoSans" charset="0"/>
                      </a:endParaRPr>
                    </a:p>
                  </a:txBody>
                  <a:tcPr marT="0" marB="0" anchor="ctr">
                    <a:lnL w="12700" cap="flat" cmpd="sng" algn="ctr">
                      <a:solidFill>
                        <a:srgbClr val="D8B4FE"/>
                      </a:solidFill>
                      <a:prstDash val="solid"/>
                      <a:round/>
                      <a:headEnd type="none" w="med" len="med"/>
                      <a:tailEnd type="none" w="med" len="med"/>
                    </a:lnL>
                    <a:lnR w="12700" cap="flat" cmpd="sng" algn="ctr">
                      <a:solidFill>
                        <a:srgbClr val="D8B4FE"/>
                      </a:solidFill>
                      <a:prstDash val="solid"/>
                      <a:round/>
                      <a:headEnd type="none" w="med" len="med"/>
                      <a:tailEnd type="none" w="med" len="med"/>
                    </a:lnR>
                    <a:lnT w="12700" cap="flat" cmpd="sng" algn="ctr">
                      <a:solidFill>
                        <a:srgbClr val="D8B4FE"/>
                      </a:solidFill>
                      <a:prstDash val="solid"/>
                      <a:round/>
                      <a:headEnd type="none" w="med" len="med"/>
                      <a:tailEnd type="none" w="med" len="med"/>
                    </a:lnT>
                    <a:lnB w="12700" cap="flat" cmpd="sng" algn="ctr">
                      <a:solidFill>
                        <a:srgbClr val="D8B4FE"/>
                      </a:solidFill>
                      <a:prstDash val="solid"/>
                      <a:round/>
                      <a:headEnd type="none" w="med" len="med"/>
                      <a:tailEnd type="none" w="med" len="med"/>
                    </a:lnB>
                    <a:solidFill>
                      <a:srgbClr val="F3E8FF"/>
                    </a:solidFill>
                  </a:tcPr>
                </a:tc>
                <a:extLst>
                  <a:ext uri="{0D108BD9-81ED-4DB2-BD59-A6C34878D82A}">
                    <a16:rowId xmlns:a16="http://schemas.microsoft.com/office/drawing/2014/main" val="10006"/>
                  </a:ext>
                </a:extLst>
              </a:tr>
            </a:tbl>
          </a:graphicData>
        </a:graphic>
      </p:graphicFrame>
      <p:sp>
        <p:nvSpPr>
          <p:cNvPr id="7" name="Text 3"/>
          <p:cNvSpPr/>
          <p:nvPr/>
        </p:nvSpPr>
        <p:spPr>
          <a:xfrm>
            <a:off x="8636000" y="1397000"/>
            <a:ext cx="5080000" cy="381000"/>
          </a:xfrm>
          <a:prstGeom prst="rect">
            <a:avLst/>
          </a:prstGeom>
          <a:noFill/>
          <a:ln/>
        </p:spPr>
        <p:txBody>
          <a:bodyPr wrap="none" lIns="0" tIns="0" rIns="0" bIns="0" rtlCol="0" anchor="ctr"/>
          <a:lstStyle/>
          <a:p>
            <a:pPr>
              <a:lnSpc>
                <a:spcPct val="100000"/>
              </a:lnSpc>
            </a:pPr>
            <a:r>
              <a:rPr lang="en-US" sz="2000" b="1" dirty="0">
                <a:solidFill>
                  <a:srgbClr val="6B21A8"/>
                </a:solidFill>
                <a:latin typeface="Liter" pitchFamily="34" charset="0"/>
                <a:ea typeface="Liter" pitchFamily="34" charset="-122"/>
                <a:cs typeface="Liter" pitchFamily="34" charset="-120"/>
              </a:rPr>
              <a:t>Database Relationships</a:t>
            </a:r>
            <a:endParaRPr lang="en-US" sz="1600" dirty="0"/>
          </a:p>
        </p:txBody>
      </p:sp>
      <p:sp>
        <p:nvSpPr>
          <p:cNvPr id="8" name="Shape 4"/>
          <p:cNvSpPr/>
          <p:nvPr/>
        </p:nvSpPr>
        <p:spPr>
          <a:xfrm>
            <a:off x="8636000" y="1968500"/>
            <a:ext cx="6858000" cy="1117600"/>
          </a:xfrm>
          <a:prstGeom prst="roundRect">
            <a:avLst>
              <a:gd name="adj" fmla="val 10000"/>
            </a:avLst>
          </a:prstGeom>
          <a:solidFill>
            <a:srgbClr val="FFFFFF">
              <a:alpha val="90196"/>
            </a:srgbClr>
          </a:solidFill>
          <a:ln w="12700">
            <a:solidFill>
              <a:srgbClr val="D8B4FE"/>
            </a:solidFill>
            <a:prstDash val="solid"/>
          </a:ln>
          <a:effectLst>
            <a:outerShdw blurRad="101600" dist="38100" dir="5400000" algn="bl" rotWithShape="0">
              <a:srgbClr val="6B21A8">
                <a:alpha val="6275"/>
              </a:srgbClr>
            </a:outerShdw>
          </a:effectLst>
        </p:spPr>
        <p:txBody>
          <a:bodyPr/>
          <a:lstStyle/>
          <a:p>
            <a:endParaRPr lang="en-US"/>
          </a:p>
        </p:txBody>
      </p:sp>
      <p:sp>
        <p:nvSpPr>
          <p:cNvPr id="9" name="Shape 5"/>
          <p:cNvSpPr/>
          <p:nvPr/>
        </p:nvSpPr>
        <p:spPr>
          <a:xfrm>
            <a:off x="8826500" y="2159000"/>
            <a:ext cx="1397000" cy="330200"/>
          </a:xfrm>
          <a:prstGeom prst="roundRect">
            <a:avLst>
              <a:gd name="adj" fmla="val 16000"/>
            </a:avLst>
          </a:prstGeom>
          <a:solidFill>
            <a:srgbClr val="6B21A8"/>
          </a:solidFill>
          <a:ln/>
        </p:spPr>
        <p:txBody>
          <a:bodyPr/>
          <a:lstStyle/>
          <a:p>
            <a:endParaRPr lang="en-US"/>
          </a:p>
        </p:txBody>
      </p:sp>
      <p:sp>
        <p:nvSpPr>
          <p:cNvPr id="10" name="Text 6"/>
          <p:cNvSpPr/>
          <p:nvPr/>
        </p:nvSpPr>
        <p:spPr>
          <a:xfrm>
            <a:off x="8826500" y="2159000"/>
            <a:ext cx="1397000" cy="330200"/>
          </a:xfrm>
          <a:prstGeom prst="rect">
            <a:avLst/>
          </a:prstGeom>
          <a:noFill/>
          <a:ln/>
        </p:spPr>
        <p:txBody>
          <a:bodyPr wrap="none" lIns="0" tIns="0" rIns="0" bIns="0" rtlCol="0" anchor="ctr"/>
          <a:lstStyle/>
          <a:p>
            <a:pPr algn="ctr">
              <a:lnSpc>
                <a:spcPct val="100000"/>
              </a:lnSpc>
            </a:pPr>
            <a:r>
              <a:rPr lang="en-US" sz="1100" b="1" dirty="0">
                <a:solidFill>
                  <a:srgbClr val="FFFFFF"/>
                </a:solidFill>
                <a:latin typeface="Liter" pitchFamily="34" charset="0"/>
                <a:ea typeface="Liter" pitchFamily="34" charset="-122"/>
                <a:cs typeface="Liter" pitchFamily="34" charset="-120"/>
              </a:rPr>
              <a:t>ONE-TO-ONE</a:t>
            </a:r>
            <a:endParaRPr lang="en-US" sz="1600" dirty="0"/>
          </a:p>
        </p:txBody>
      </p:sp>
      <p:sp>
        <p:nvSpPr>
          <p:cNvPr id="11" name="Text 7"/>
          <p:cNvSpPr/>
          <p:nvPr/>
        </p:nvSpPr>
        <p:spPr>
          <a:xfrm>
            <a:off x="8826500" y="2603500"/>
            <a:ext cx="6477000" cy="279400"/>
          </a:xfrm>
          <a:prstGeom prst="rect">
            <a:avLst/>
          </a:prstGeom>
          <a:noFill/>
          <a:ln/>
        </p:spPr>
        <p:txBody>
          <a:bodyPr wrap="square" lIns="0" tIns="0" rIns="0" bIns="0" rtlCol="0" anchor="ctr"/>
          <a:lstStyle/>
          <a:p>
            <a:pPr>
              <a:lnSpc>
                <a:spcPct val="100000"/>
              </a:lnSpc>
            </a:pPr>
            <a:r>
              <a:rPr lang="en-US" sz="1500" dirty="0">
                <a:solidFill>
                  <a:srgbClr val="1E1B2E"/>
                </a:solidFill>
                <a:latin typeface="Quattrocento Sans" pitchFamily="34" charset="0"/>
                <a:ea typeface="Quattrocento Sans" pitchFamily="34" charset="-122"/>
                <a:cs typeface="Quattrocento Sans" pitchFamily="34" charset="-120"/>
              </a:rPr>
              <a:t>One record in Table A relates to </a:t>
            </a:r>
            <a:r>
              <a:rPr lang="en-US" sz="1500" b="1" dirty="0">
                <a:solidFill>
                  <a:srgbClr val="1E1B2E"/>
                </a:solidFill>
                <a:latin typeface="Quattrocento Sans" pitchFamily="34" charset="0"/>
                <a:ea typeface="Quattrocento Sans" pitchFamily="34" charset="-122"/>
                <a:cs typeface="Quattrocento Sans" pitchFamily="34" charset="-120"/>
              </a:rPr>
              <a:t>one</a:t>
            </a:r>
            <a:r>
              <a:rPr lang="en-US" sz="1500" dirty="0">
                <a:solidFill>
                  <a:srgbClr val="1E1B2E"/>
                </a:solidFill>
                <a:latin typeface="Quattrocento Sans" pitchFamily="34" charset="0"/>
                <a:ea typeface="Quattrocento Sans" pitchFamily="34" charset="-122"/>
                <a:cs typeface="Quattrocento Sans" pitchFamily="34" charset="-120"/>
              </a:rPr>
              <a:t> record in Table B</a:t>
            </a:r>
            <a:endParaRPr lang="en-US" sz="1600" dirty="0"/>
          </a:p>
        </p:txBody>
      </p:sp>
      <p:sp>
        <p:nvSpPr>
          <p:cNvPr id="12" name="Text 8"/>
          <p:cNvSpPr/>
          <p:nvPr/>
        </p:nvSpPr>
        <p:spPr>
          <a:xfrm>
            <a:off x="8826500" y="2895600"/>
            <a:ext cx="6324600" cy="177800"/>
          </a:xfrm>
          <a:prstGeom prst="rect">
            <a:avLst/>
          </a:prstGeom>
          <a:noFill/>
          <a:ln/>
        </p:spPr>
        <p:txBody>
          <a:bodyPr wrap="square" lIns="0" tIns="0" rIns="0" bIns="0" rtlCol="0" anchor="ctr"/>
          <a:lstStyle/>
          <a:p>
            <a:pPr>
              <a:lnSpc>
                <a:spcPct val="100000"/>
              </a:lnSpc>
            </a:pPr>
            <a:r>
              <a:rPr lang="en-US" sz="1200" dirty="0">
                <a:solidFill>
                  <a:srgbClr val="6B7280"/>
                </a:solidFill>
                <a:latin typeface="Quattrocento Sans" pitchFamily="34" charset="0"/>
                <a:ea typeface="Quattrocento Sans" pitchFamily="34" charset="-122"/>
                <a:cs typeface="Quattrocento Sans" pitchFamily="34" charset="-120"/>
              </a:rPr>
              <a:t>Example: Student ↔ Student Profile</a:t>
            </a:r>
            <a:endParaRPr lang="en-US" sz="1600" dirty="0"/>
          </a:p>
        </p:txBody>
      </p:sp>
      <p:sp>
        <p:nvSpPr>
          <p:cNvPr id="13" name="Shape 9"/>
          <p:cNvSpPr/>
          <p:nvPr/>
        </p:nvSpPr>
        <p:spPr>
          <a:xfrm>
            <a:off x="8636000" y="3302000"/>
            <a:ext cx="6858000" cy="1117600"/>
          </a:xfrm>
          <a:prstGeom prst="roundRect">
            <a:avLst>
              <a:gd name="adj" fmla="val 10000"/>
            </a:avLst>
          </a:prstGeom>
          <a:solidFill>
            <a:srgbClr val="FFFFFF">
              <a:alpha val="90196"/>
            </a:srgbClr>
          </a:solidFill>
          <a:ln w="12700">
            <a:solidFill>
              <a:srgbClr val="D8B4FE"/>
            </a:solidFill>
            <a:prstDash val="solid"/>
          </a:ln>
          <a:effectLst>
            <a:outerShdw blurRad="101600" dist="38100" dir="5400000" algn="bl" rotWithShape="0">
              <a:srgbClr val="6B21A8">
                <a:alpha val="6275"/>
              </a:srgbClr>
            </a:outerShdw>
          </a:effectLst>
        </p:spPr>
        <p:txBody>
          <a:bodyPr/>
          <a:lstStyle/>
          <a:p>
            <a:endParaRPr lang="en-US"/>
          </a:p>
        </p:txBody>
      </p:sp>
      <p:sp>
        <p:nvSpPr>
          <p:cNvPr id="14" name="Shape 10"/>
          <p:cNvSpPr/>
          <p:nvPr/>
        </p:nvSpPr>
        <p:spPr>
          <a:xfrm>
            <a:off x="8826500" y="3492500"/>
            <a:ext cx="1651000" cy="330200"/>
          </a:xfrm>
          <a:prstGeom prst="roundRect">
            <a:avLst>
              <a:gd name="adj" fmla="val 16000"/>
            </a:avLst>
          </a:prstGeom>
          <a:solidFill>
            <a:srgbClr val="A855F7"/>
          </a:solidFill>
          <a:ln/>
        </p:spPr>
        <p:txBody>
          <a:bodyPr/>
          <a:lstStyle/>
          <a:p>
            <a:endParaRPr lang="en-US"/>
          </a:p>
        </p:txBody>
      </p:sp>
      <p:sp>
        <p:nvSpPr>
          <p:cNvPr id="2" name="Text 11"/>
          <p:cNvSpPr/>
          <p:nvPr/>
        </p:nvSpPr>
        <p:spPr>
          <a:xfrm>
            <a:off x="8826500" y="3492500"/>
            <a:ext cx="1651000" cy="330200"/>
          </a:xfrm>
          <a:prstGeom prst="rect">
            <a:avLst/>
          </a:prstGeom>
          <a:noFill/>
          <a:ln/>
        </p:spPr>
        <p:txBody>
          <a:bodyPr wrap="none" lIns="0" tIns="0" rIns="0" bIns="0" rtlCol="0" anchor="ctr"/>
          <a:lstStyle/>
          <a:p>
            <a:pPr algn="ctr">
              <a:lnSpc>
                <a:spcPct val="100000"/>
              </a:lnSpc>
            </a:pPr>
            <a:r>
              <a:rPr lang="en-US" sz="1100" b="1" dirty="0">
                <a:solidFill>
                  <a:srgbClr val="FFFFFF"/>
                </a:solidFill>
                <a:latin typeface="Liter" pitchFamily="34" charset="0"/>
                <a:ea typeface="Liter" pitchFamily="34" charset="-122"/>
                <a:cs typeface="Liter" pitchFamily="34" charset="-120"/>
              </a:rPr>
              <a:t>ONE-TO-MANY</a:t>
            </a:r>
            <a:endParaRPr lang="en-US" sz="1600" dirty="0"/>
          </a:p>
        </p:txBody>
      </p:sp>
      <p:sp>
        <p:nvSpPr>
          <p:cNvPr id="16" name="Text 12"/>
          <p:cNvSpPr/>
          <p:nvPr/>
        </p:nvSpPr>
        <p:spPr>
          <a:xfrm>
            <a:off x="8826500" y="3937000"/>
            <a:ext cx="6477000" cy="279400"/>
          </a:xfrm>
          <a:prstGeom prst="rect">
            <a:avLst/>
          </a:prstGeom>
          <a:noFill/>
          <a:ln/>
        </p:spPr>
        <p:txBody>
          <a:bodyPr wrap="square" lIns="0" tIns="0" rIns="0" bIns="0" rtlCol="0" anchor="ctr"/>
          <a:lstStyle/>
          <a:p>
            <a:pPr>
              <a:lnSpc>
                <a:spcPct val="100000"/>
              </a:lnSpc>
            </a:pPr>
            <a:r>
              <a:rPr lang="en-US" sz="1500" dirty="0">
                <a:solidFill>
                  <a:srgbClr val="1E1B2E"/>
                </a:solidFill>
                <a:latin typeface="Quattrocento Sans" pitchFamily="34" charset="0"/>
                <a:ea typeface="Quattrocento Sans" pitchFamily="34" charset="-122"/>
                <a:cs typeface="Quattrocento Sans" pitchFamily="34" charset="-120"/>
              </a:rPr>
              <a:t>One record in Table A relates to </a:t>
            </a:r>
            <a:r>
              <a:rPr lang="en-US" sz="1500" b="1" dirty="0">
                <a:solidFill>
                  <a:srgbClr val="1E1B2E"/>
                </a:solidFill>
                <a:latin typeface="Quattrocento Sans" pitchFamily="34" charset="0"/>
                <a:ea typeface="Quattrocento Sans" pitchFamily="34" charset="-122"/>
                <a:cs typeface="Quattrocento Sans" pitchFamily="34" charset="-120"/>
              </a:rPr>
              <a:t>many</a:t>
            </a:r>
            <a:r>
              <a:rPr lang="en-US" sz="1500" dirty="0">
                <a:solidFill>
                  <a:srgbClr val="1E1B2E"/>
                </a:solidFill>
                <a:latin typeface="Quattrocento Sans" pitchFamily="34" charset="0"/>
                <a:ea typeface="Quattrocento Sans" pitchFamily="34" charset="-122"/>
                <a:cs typeface="Quattrocento Sans" pitchFamily="34" charset="-120"/>
              </a:rPr>
              <a:t> records in Table B</a:t>
            </a:r>
            <a:endParaRPr lang="en-US" sz="1600" dirty="0"/>
          </a:p>
        </p:txBody>
      </p:sp>
      <p:sp>
        <p:nvSpPr>
          <p:cNvPr id="17" name="Text 13"/>
          <p:cNvSpPr/>
          <p:nvPr/>
        </p:nvSpPr>
        <p:spPr>
          <a:xfrm>
            <a:off x="8826500" y="4229100"/>
            <a:ext cx="6324600" cy="177800"/>
          </a:xfrm>
          <a:prstGeom prst="rect">
            <a:avLst/>
          </a:prstGeom>
          <a:noFill/>
          <a:ln/>
        </p:spPr>
        <p:txBody>
          <a:bodyPr wrap="square" lIns="0" tIns="0" rIns="0" bIns="0" rtlCol="0" anchor="ctr"/>
          <a:lstStyle/>
          <a:p>
            <a:pPr>
              <a:lnSpc>
                <a:spcPct val="100000"/>
              </a:lnSpc>
            </a:pPr>
            <a:r>
              <a:rPr lang="en-US" sz="1200" dirty="0">
                <a:solidFill>
                  <a:srgbClr val="6B7280"/>
                </a:solidFill>
                <a:latin typeface="Quattrocento Sans" pitchFamily="34" charset="0"/>
                <a:ea typeface="Quattrocento Sans" pitchFamily="34" charset="-122"/>
                <a:cs typeface="Quattrocento Sans" pitchFamily="34" charset="-120"/>
              </a:rPr>
              <a:t>Example: Teacher → Many Students</a:t>
            </a:r>
            <a:endParaRPr lang="en-US" sz="1600" dirty="0"/>
          </a:p>
        </p:txBody>
      </p:sp>
      <p:sp>
        <p:nvSpPr>
          <p:cNvPr id="18" name="Shape 14"/>
          <p:cNvSpPr/>
          <p:nvPr/>
        </p:nvSpPr>
        <p:spPr>
          <a:xfrm>
            <a:off x="8636000" y="4635500"/>
            <a:ext cx="6858000" cy="1117600"/>
          </a:xfrm>
          <a:prstGeom prst="roundRect">
            <a:avLst>
              <a:gd name="adj" fmla="val 10000"/>
            </a:avLst>
          </a:prstGeom>
          <a:solidFill>
            <a:srgbClr val="FFFFFF">
              <a:alpha val="90196"/>
            </a:srgbClr>
          </a:solidFill>
          <a:ln w="12700">
            <a:solidFill>
              <a:srgbClr val="D8B4FE"/>
            </a:solidFill>
            <a:prstDash val="solid"/>
          </a:ln>
          <a:effectLst>
            <a:outerShdw blurRad="101600" dist="38100" dir="5400000" algn="bl" rotWithShape="0">
              <a:srgbClr val="6B21A8">
                <a:alpha val="6275"/>
              </a:srgbClr>
            </a:outerShdw>
          </a:effectLst>
        </p:spPr>
        <p:txBody>
          <a:bodyPr/>
          <a:lstStyle/>
          <a:p>
            <a:endParaRPr lang="en-US"/>
          </a:p>
        </p:txBody>
      </p:sp>
      <p:sp>
        <p:nvSpPr>
          <p:cNvPr id="19" name="Shape 15"/>
          <p:cNvSpPr/>
          <p:nvPr/>
        </p:nvSpPr>
        <p:spPr>
          <a:xfrm>
            <a:off x="8826500" y="4826000"/>
            <a:ext cx="1778000" cy="330200"/>
          </a:xfrm>
          <a:prstGeom prst="roundRect">
            <a:avLst>
              <a:gd name="adj" fmla="val 16000"/>
            </a:avLst>
          </a:prstGeom>
          <a:solidFill>
            <a:srgbClr val="7C3AED"/>
          </a:solidFill>
          <a:ln/>
        </p:spPr>
        <p:txBody>
          <a:bodyPr/>
          <a:lstStyle/>
          <a:p>
            <a:endParaRPr lang="en-US"/>
          </a:p>
        </p:txBody>
      </p:sp>
      <p:sp>
        <p:nvSpPr>
          <p:cNvPr id="20" name="Text 16"/>
          <p:cNvSpPr/>
          <p:nvPr/>
        </p:nvSpPr>
        <p:spPr>
          <a:xfrm>
            <a:off x="8826500" y="4826000"/>
            <a:ext cx="1778000" cy="330200"/>
          </a:xfrm>
          <a:prstGeom prst="rect">
            <a:avLst/>
          </a:prstGeom>
          <a:noFill/>
          <a:ln/>
        </p:spPr>
        <p:txBody>
          <a:bodyPr wrap="none" lIns="0" tIns="0" rIns="0" bIns="0" rtlCol="0" anchor="ctr"/>
          <a:lstStyle/>
          <a:p>
            <a:pPr algn="ctr">
              <a:lnSpc>
                <a:spcPct val="100000"/>
              </a:lnSpc>
            </a:pPr>
            <a:r>
              <a:rPr lang="en-US" sz="1100" b="1" dirty="0">
                <a:solidFill>
                  <a:srgbClr val="FFFFFF"/>
                </a:solidFill>
                <a:latin typeface="Liter" pitchFamily="34" charset="0"/>
                <a:ea typeface="Liter" pitchFamily="34" charset="-122"/>
                <a:cs typeface="Liter" pitchFamily="34" charset="-120"/>
              </a:rPr>
              <a:t>MANY-TO-MANY</a:t>
            </a:r>
            <a:endParaRPr lang="en-US" sz="1600" dirty="0"/>
          </a:p>
        </p:txBody>
      </p:sp>
      <p:sp>
        <p:nvSpPr>
          <p:cNvPr id="21" name="Text 17"/>
          <p:cNvSpPr/>
          <p:nvPr/>
        </p:nvSpPr>
        <p:spPr>
          <a:xfrm>
            <a:off x="8826500" y="5270500"/>
            <a:ext cx="6477000" cy="279400"/>
          </a:xfrm>
          <a:prstGeom prst="rect">
            <a:avLst/>
          </a:prstGeom>
          <a:noFill/>
          <a:ln/>
        </p:spPr>
        <p:txBody>
          <a:bodyPr wrap="square" lIns="0" tIns="0" rIns="0" bIns="0" rtlCol="0" anchor="ctr"/>
          <a:lstStyle/>
          <a:p>
            <a:pPr>
              <a:lnSpc>
                <a:spcPct val="100000"/>
              </a:lnSpc>
            </a:pPr>
            <a:r>
              <a:rPr lang="en-US" sz="1500" dirty="0">
                <a:solidFill>
                  <a:srgbClr val="1E1B2E"/>
                </a:solidFill>
                <a:latin typeface="Quattrocento Sans" pitchFamily="34" charset="0"/>
                <a:ea typeface="Quattrocento Sans" pitchFamily="34" charset="-122"/>
                <a:cs typeface="Quattrocento Sans" pitchFamily="34" charset="-120"/>
              </a:rPr>
              <a:t>Many records in Table A relate to </a:t>
            </a:r>
            <a:r>
              <a:rPr lang="en-US" sz="1500" b="1" dirty="0">
                <a:solidFill>
                  <a:srgbClr val="1E1B2E"/>
                </a:solidFill>
                <a:latin typeface="Quattrocento Sans" pitchFamily="34" charset="0"/>
                <a:ea typeface="Quattrocento Sans" pitchFamily="34" charset="-122"/>
                <a:cs typeface="Quattrocento Sans" pitchFamily="34" charset="-120"/>
              </a:rPr>
              <a:t>many</a:t>
            </a:r>
            <a:r>
              <a:rPr lang="en-US" sz="1500" dirty="0">
                <a:solidFill>
                  <a:srgbClr val="1E1B2E"/>
                </a:solidFill>
                <a:latin typeface="Quattrocento Sans" pitchFamily="34" charset="0"/>
                <a:ea typeface="Quattrocento Sans" pitchFamily="34" charset="-122"/>
                <a:cs typeface="Quattrocento Sans" pitchFamily="34" charset="-120"/>
              </a:rPr>
              <a:t> records in Table B</a:t>
            </a:r>
            <a:endParaRPr lang="en-US" sz="1600" dirty="0"/>
          </a:p>
        </p:txBody>
      </p:sp>
      <p:sp>
        <p:nvSpPr>
          <p:cNvPr id="22" name="Text 18"/>
          <p:cNvSpPr/>
          <p:nvPr/>
        </p:nvSpPr>
        <p:spPr>
          <a:xfrm>
            <a:off x="8826500" y="5562600"/>
            <a:ext cx="6324600" cy="177800"/>
          </a:xfrm>
          <a:prstGeom prst="rect">
            <a:avLst/>
          </a:prstGeom>
          <a:noFill/>
          <a:ln/>
        </p:spPr>
        <p:txBody>
          <a:bodyPr wrap="square" lIns="0" tIns="0" rIns="0" bIns="0" rtlCol="0" anchor="ctr"/>
          <a:lstStyle/>
          <a:p>
            <a:pPr>
              <a:lnSpc>
                <a:spcPct val="100000"/>
              </a:lnSpc>
            </a:pPr>
            <a:r>
              <a:rPr lang="en-US" sz="1200" dirty="0">
                <a:solidFill>
                  <a:srgbClr val="6B7280"/>
                </a:solidFill>
                <a:latin typeface="Quattrocento Sans" pitchFamily="34" charset="0"/>
                <a:ea typeface="Quattrocento Sans" pitchFamily="34" charset="-122"/>
                <a:cs typeface="Quattrocento Sans" pitchFamily="34" charset="-120"/>
              </a:rPr>
              <a:t>Example: Students ↔ Courses (via junction table)</a:t>
            </a:r>
            <a:endParaRPr lang="en-US" sz="1600" dirty="0"/>
          </a:p>
        </p:txBody>
      </p:sp>
      <p:sp>
        <p:nvSpPr>
          <p:cNvPr id="23" name="Shape 19"/>
          <p:cNvSpPr/>
          <p:nvPr/>
        </p:nvSpPr>
        <p:spPr>
          <a:xfrm>
            <a:off x="762000" y="6223000"/>
            <a:ext cx="14732000" cy="1778000"/>
          </a:xfrm>
          <a:prstGeom prst="roundRect">
            <a:avLst>
              <a:gd name="adj" fmla="val 6000"/>
            </a:avLst>
          </a:prstGeom>
          <a:gradFill flip="none" rotWithShape="1">
            <a:gsLst>
              <a:gs pos="0">
                <a:srgbClr val="F3E8FF"/>
              </a:gs>
              <a:gs pos="100000">
                <a:srgbClr val="E9D5FF"/>
              </a:gs>
            </a:gsLst>
            <a:lin ang="0" scaled="1"/>
          </a:gradFill>
          <a:ln/>
        </p:spPr>
        <p:txBody>
          <a:bodyPr/>
          <a:lstStyle/>
          <a:p>
            <a:endParaRPr lang="en-US"/>
          </a:p>
        </p:txBody>
      </p:sp>
      <p:sp>
        <p:nvSpPr>
          <p:cNvPr id="24" name="Shape 20"/>
          <p:cNvSpPr/>
          <p:nvPr/>
        </p:nvSpPr>
        <p:spPr>
          <a:xfrm>
            <a:off x="1270000" y="6604000"/>
            <a:ext cx="1270000" cy="635000"/>
          </a:xfrm>
          <a:prstGeom prst="roundRect">
            <a:avLst>
              <a:gd name="adj" fmla="val 12000"/>
            </a:avLst>
          </a:prstGeom>
          <a:solidFill>
            <a:srgbClr val="6B21A8"/>
          </a:solidFill>
          <a:ln/>
        </p:spPr>
        <p:txBody>
          <a:bodyPr/>
          <a:lstStyle/>
          <a:p>
            <a:endParaRPr lang="en-US"/>
          </a:p>
        </p:txBody>
      </p:sp>
      <p:sp>
        <p:nvSpPr>
          <p:cNvPr id="25" name="Text 21"/>
          <p:cNvSpPr/>
          <p:nvPr/>
        </p:nvSpPr>
        <p:spPr>
          <a:xfrm>
            <a:off x="1270000" y="6604000"/>
            <a:ext cx="1270000" cy="635000"/>
          </a:xfrm>
          <a:prstGeom prst="rect">
            <a:avLst/>
          </a:prstGeom>
          <a:noFill/>
          <a:ln/>
        </p:spPr>
        <p:txBody>
          <a:bodyPr wrap="none" lIns="0" tIns="0" rIns="0" bIns="0" rtlCol="0" anchor="ctr"/>
          <a:lstStyle/>
          <a:p>
            <a:pPr algn="ctr">
              <a:lnSpc>
                <a:spcPct val="100000"/>
              </a:lnSpc>
            </a:pPr>
            <a:r>
              <a:rPr lang="en-US" sz="1200" b="1" dirty="0">
                <a:solidFill>
                  <a:srgbClr val="FFFFFF"/>
                </a:solidFill>
                <a:latin typeface="Liter" pitchFamily="34" charset="0"/>
                <a:ea typeface="Liter" pitchFamily="34" charset="-122"/>
                <a:cs typeface="Liter" pitchFamily="34" charset="-120"/>
              </a:rPr>
              <a:t>1</a:t>
            </a:r>
            <a:endParaRPr lang="en-US" sz="1600" dirty="0"/>
          </a:p>
        </p:txBody>
      </p:sp>
      <p:sp>
        <p:nvSpPr>
          <p:cNvPr id="26" name="Shape 22"/>
          <p:cNvSpPr/>
          <p:nvPr/>
        </p:nvSpPr>
        <p:spPr>
          <a:xfrm>
            <a:off x="2667000" y="6858000"/>
            <a:ext cx="635000" cy="0"/>
          </a:xfrm>
          <a:prstGeom prst="straightConnector1">
            <a:avLst/>
          </a:prstGeom>
          <a:noFill/>
          <a:ln w="25400">
            <a:solidFill>
              <a:srgbClr val="6B21A8"/>
            </a:solidFill>
            <a:prstDash val="solid"/>
            <a:headEnd type="none"/>
            <a:tailEnd type="none"/>
          </a:ln>
        </p:spPr>
        <p:txBody>
          <a:bodyPr/>
          <a:lstStyle/>
          <a:p>
            <a:endParaRPr lang="en-US"/>
          </a:p>
        </p:txBody>
      </p:sp>
      <p:sp>
        <p:nvSpPr>
          <p:cNvPr id="27" name="Shape 23"/>
          <p:cNvSpPr/>
          <p:nvPr/>
        </p:nvSpPr>
        <p:spPr>
          <a:xfrm>
            <a:off x="3429000" y="6604000"/>
            <a:ext cx="1270000" cy="635000"/>
          </a:xfrm>
          <a:prstGeom prst="roundRect">
            <a:avLst>
              <a:gd name="adj" fmla="val 12000"/>
            </a:avLst>
          </a:prstGeom>
          <a:solidFill>
            <a:srgbClr val="6B21A8"/>
          </a:solidFill>
          <a:ln/>
        </p:spPr>
        <p:txBody>
          <a:bodyPr/>
          <a:lstStyle/>
          <a:p>
            <a:endParaRPr lang="en-US"/>
          </a:p>
        </p:txBody>
      </p:sp>
      <p:sp>
        <p:nvSpPr>
          <p:cNvPr id="28" name="Text 24"/>
          <p:cNvSpPr/>
          <p:nvPr/>
        </p:nvSpPr>
        <p:spPr>
          <a:xfrm>
            <a:off x="3429000" y="6604000"/>
            <a:ext cx="1270000" cy="635000"/>
          </a:xfrm>
          <a:prstGeom prst="rect">
            <a:avLst/>
          </a:prstGeom>
          <a:noFill/>
          <a:ln/>
        </p:spPr>
        <p:txBody>
          <a:bodyPr wrap="none" lIns="0" tIns="0" rIns="0" bIns="0" rtlCol="0" anchor="ctr"/>
          <a:lstStyle/>
          <a:p>
            <a:pPr algn="ctr">
              <a:lnSpc>
                <a:spcPct val="100000"/>
              </a:lnSpc>
            </a:pPr>
            <a:r>
              <a:rPr lang="en-US" sz="1200" b="1" dirty="0">
                <a:solidFill>
                  <a:srgbClr val="FFFFFF"/>
                </a:solidFill>
                <a:latin typeface="Liter" pitchFamily="34" charset="0"/>
                <a:ea typeface="Liter" pitchFamily="34" charset="-122"/>
                <a:cs typeface="Liter" pitchFamily="34" charset="-120"/>
              </a:rPr>
              <a:t>1</a:t>
            </a:r>
            <a:endParaRPr lang="en-US" sz="1600" dirty="0"/>
          </a:p>
        </p:txBody>
      </p:sp>
      <p:sp>
        <p:nvSpPr>
          <p:cNvPr id="29" name="Text 25"/>
          <p:cNvSpPr/>
          <p:nvPr/>
        </p:nvSpPr>
        <p:spPr>
          <a:xfrm>
            <a:off x="1270000" y="7366000"/>
            <a:ext cx="3429000" cy="254000"/>
          </a:xfrm>
          <a:prstGeom prst="rect">
            <a:avLst/>
          </a:prstGeom>
          <a:noFill/>
          <a:ln/>
        </p:spPr>
        <p:txBody>
          <a:bodyPr wrap="none" lIns="0" tIns="0" rIns="0" bIns="0" rtlCol="0" anchor="ctr"/>
          <a:lstStyle/>
          <a:p>
            <a:pPr algn="ctr">
              <a:lnSpc>
                <a:spcPct val="100000"/>
              </a:lnSpc>
            </a:pPr>
            <a:r>
              <a:rPr lang="en-US" sz="1200" dirty="0">
                <a:solidFill>
                  <a:srgbClr val="6B21A8"/>
                </a:solidFill>
                <a:latin typeface="Quattrocento Sans" pitchFamily="34" charset="0"/>
                <a:ea typeface="Quattrocento Sans" pitchFamily="34" charset="-122"/>
                <a:cs typeface="Quattrocento Sans" pitchFamily="34" charset="-120"/>
              </a:rPr>
              <a:t>One-to-One</a:t>
            </a:r>
            <a:endParaRPr lang="en-US" sz="1600" dirty="0"/>
          </a:p>
        </p:txBody>
      </p:sp>
      <p:sp>
        <p:nvSpPr>
          <p:cNvPr id="30" name="Shape 26"/>
          <p:cNvSpPr/>
          <p:nvPr/>
        </p:nvSpPr>
        <p:spPr>
          <a:xfrm>
            <a:off x="5842000" y="6604000"/>
            <a:ext cx="1270000" cy="635000"/>
          </a:xfrm>
          <a:prstGeom prst="roundRect">
            <a:avLst>
              <a:gd name="adj" fmla="val 12000"/>
            </a:avLst>
          </a:prstGeom>
          <a:solidFill>
            <a:srgbClr val="A855F7"/>
          </a:solidFill>
          <a:ln/>
        </p:spPr>
        <p:txBody>
          <a:bodyPr/>
          <a:lstStyle/>
          <a:p>
            <a:endParaRPr lang="en-US"/>
          </a:p>
        </p:txBody>
      </p:sp>
      <p:sp>
        <p:nvSpPr>
          <p:cNvPr id="31" name="Text 27"/>
          <p:cNvSpPr/>
          <p:nvPr/>
        </p:nvSpPr>
        <p:spPr>
          <a:xfrm>
            <a:off x="5842000" y="6604000"/>
            <a:ext cx="1270000" cy="635000"/>
          </a:xfrm>
          <a:prstGeom prst="rect">
            <a:avLst/>
          </a:prstGeom>
          <a:noFill/>
          <a:ln/>
        </p:spPr>
        <p:txBody>
          <a:bodyPr wrap="none" lIns="0" tIns="0" rIns="0" bIns="0" rtlCol="0" anchor="ctr"/>
          <a:lstStyle/>
          <a:p>
            <a:pPr algn="ctr">
              <a:lnSpc>
                <a:spcPct val="100000"/>
              </a:lnSpc>
            </a:pPr>
            <a:r>
              <a:rPr lang="en-US" sz="1200" b="1" dirty="0">
                <a:solidFill>
                  <a:srgbClr val="FFFFFF"/>
                </a:solidFill>
                <a:latin typeface="Liter" pitchFamily="34" charset="0"/>
                <a:ea typeface="Liter" pitchFamily="34" charset="-122"/>
                <a:cs typeface="Liter" pitchFamily="34" charset="-120"/>
              </a:rPr>
              <a:t>1</a:t>
            </a:r>
            <a:endParaRPr lang="en-US" sz="1600" dirty="0"/>
          </a:p>
        </p:txBody>
      </p:sp>
      <p:sp>
        <p:nvSpPr>
          <p:cNvPr id="32" name="Shape 28"/>
          <p:cNvSpPr/>
          <p:nvPr/>
        </p:nvSpPr>
        <p:spPr>
          <a:xfrm>
            <a:off x="7239000" y="6858000"/>
            <a:ext cx="635000" cy="0"/>
          </a:xfrm>
          <a:prstGeom prst="straightConnector1">
            <a:avLst/>
          </a:prstGeom>
          <a:noFill/>
          <a:ln w="25400">
            <a:solidFill>
              <a:srgbClr val="A855F7"/>
            </a:solidFill>
            <a:prstDash val="solid"/>
            <a:headEnd type="none"/>
            <a:tailEnd type="none"/>
          </a:ln>
        </p:spPr>
        <p:txBody>
          <a:bodyPr/>
          <a:lstStyle/>
          <a:p>
            <a:endParaRPr lang="en-US"/>
          </a:p>
        </p:txBody>
      </p:sp>
      <p:sp>
        <p:nvSpPr>
          <p:cNvPr id="33" name="Shape 29"/>
          <p:cNvSpPr/>
          <p:nvPr/>
        </p:nvSpPr>
        <p:spPr>
          <a:xfrm>
            <a:off x="8001000" y="6604000"/>
            <a:ext cx="1270000" cy="635000"/>
          </a:xfrm>
          <a:prstGeom prst="roundRect">
            <a:avLst>
              <a:gd name="adj" fmla="val 12000"/>
            </a:avLst>
          </a:prstGeom>
          <a:solidFill>
            <a:srgbClr val="A855F7"/>
          </a:solidFill>
          <a:ln/>
        </p:spPr>
        <p:txBody>
          <a:bodyPr/>
          <a:lstStyle/>
          <a:p>
            <a:endParaRPr lang="en-US"/>
          </a:p>
        </p:txBody>
      </p:sp>
      <p:sp>
        <p:nvSpPr>
          <p:cNvPr id="34" name="Text 30"/>
          <p:cNvSpPr/>
          <p:nvPr/>
        </p:nvSpPr>
        <p:spPr>
          <a:xfrm>
            <a:off x="8001000" y="6604000"/>
            <a:ext cx="1270000" cy="635000"/>
          </a:xfrm>
          <a:prstGeom prst="rect">
            <a:avLst/>
          </a:prstGeom>
          <a:noFill/>
          <a:ln/>
        </p:spPr>
        <p:txBody>
          <a:bodyPr wrap="none" lIns="0" tIns="0" rIns="0" bIns="0" rtlCol="0" anchor="ctr"/>
          <a:lstStyle/>
          <a:p>
            <a:pPr algn="ctr">
              <a:lnSpc>
                <a:spcPct val="100000"/>
              </a:lnSpc>
            </a:pPr>
            <a:r>
              <a:rPr lang="en-US" sz="1200" b="1" dirty="0">
                <a:solidFill>
                  <a:srgbClr val="FFFFFF"/>
                </a:solidFill>
                <a:latin typeface="Liter" pitchFamily="34" charset="0"/>
                <a:ea typeface="Liter" pitchFamily="34" charset="-122"/>
                <a:cs typeface="Liter" pitchFamily="34" charset="-120"/>
              </a:rPr>
              <a:t>N</a:t>
            </a:r>
            <a:endParaRPr lang="en-US" sz="1600" dirty="0"/>
          </a:p>
        </p:txBody>
      </p:sp>
      <p:sp>
        <p:nvSpPr>
          <p:cNvPr id="35" name="Text 31"/>
          <p:cNvSpPr/>
          <p:nvPr/>
        </p:nvSpPr>
        <p:spPr>
          <a:xfrm>
            <a:off x="5842000" y="7366000"/>
            <a:ext cx="3429000" cy="254000"/>
          </a:xfrm>
          <a:prstGeom prst="rect">
            <a:avLst/>
          </a:prstGeom>
          <a:noFill/>
          <a:ln/>
        </p:spPr>
        <p:txBody>
          <a:bodyPr wrap="none" lIns="0" tIns="0" rIns="0" bIns="0" rtlCol="0" anchor="ctr"/>
          <a:lstStyle/>
          <a:p>
            <a:pPr algn="ctr">
              <a:lnSpc>
                <a:spcPct val="100000"/>
              </a:lnSpc>
            </a:pPr>
            <a:r>
              <a:rPr lang="en-US" sz="1200" dirty="0">
                <a:solidFill>
                  <a:srgbClr val="A855F7"/>
                </a:solidFill>
                <a:latin typeface="Quattrocento Sans" pitchFamily="34" charset="0"/>
                <a:ea typeface="Quattrocento Sans" pitchFamily="34" charset="-122"/>
                <a:cs typeface="Quattrocento Sans" pitchFamily="34" charset="-120"/>
              </a:rPr>
              <a:t>One-to-Many</a:t>
            </a:r>
            <a:endParaRPr lang="en-US" sz="1600" dirty="0"/>
          </a:p>
        </p:txBody>
      </p:sp>
      <p:sp>
        <p:nvSpPr>
          <p:cNvPr id="36" name="Shape 32"/>
          <p:cNvSpPr/>
          <p:nvPr/>
        </p:nvSpPr>
        <p:spPr>
          <a:xfrm>
            <a:off x="10668000" y="6604000"/>
            <a:ext cx="1270000" cy="635000"/>
          </a:xfrm>
          <a:prstGeom prst="roundRect">
            <a:avLst>
              <a:gd name="adj" fmla="val 12000"/>
            </a:avLst>
          </a:prstGeom>
          <a:solidFill>
            <a:srgbClr val="7C3AED"/>
          </a:solidFill>
          <a:ln/>
        </p:spPr>
        <p:txBody>
          <a:bodyPr/>
          <a:lstStyle/>
          <a:p>
            <a:endParaRPr lang="en-US"/>
          </a:p>
        </p:txBody>
      </p:sp>
      <p:sp>
        <p:nvSpPr>
          <p:cNvPr id="37" name="Text 33"/>
          <p:cNvSpPr/>
          <p:nvPr/>
        </p:nvSpPr>
        <p:spPr>
          <a:xfrm>
            <a:off x="10668000" y="6604000"/>
            <a:ext cx="1270000" cy="635000"/>
          </a:xfrm>
          <a:prstGeom prst="rect">
            <a:avLst/>
          </a:prstGeom>
          <a:noFill/>
          <a:ln/>
        </p:spPr>
        <p:txBody>
          <a:bodyPr wrap="none" lIns="0" tIns="0" rIns="0" bIns="0" rtlCol="0" anchor="ctr"/>
          <a:lstStyle/>
          <a:p>
            <a:pPr algn="ctr">
              <a:lnSpc>
                <a:spcPct val="100000"/>
              </a:lnSpc>
            </a:pPr>
            <a:r>
              <a:rPr lang="en-US" sz="1200" b="1" dirty="0">
                <a:solidFill>
                  <a:srgbClr val="FFFFFF"/>
                </a:solidFill>
                <a:latin typeface="Liter" pitchFamily="34" charset="0"/>
                <a:ea typeface="Liter" pitchFamily="34" charset="-122"/>
                <a:cs typeface="Liter" pitchFamily="34" charset="-120"/>
              </a:rPr>
              <a:t>N</a:t>
            </a:r>
            <a:endParaRPr lang="en-US" sz="1600" dirty="0"/>
          </a:p>
        </p:txBody>
      </p:sp>
      <p:sp>
        <p:nvSpPr>
          <p:cNvPr id="38" name="Shape 34"/>
          <p:cNvSpPr/>
          <p:nvPr/>
        </p:nvSpPr>
        <p:spPr>
          <a:xfrm>
            <a:off x="12065000" y="6858000"/>
            <a:ext cx="635000" cy="0"/>
          </a:xfrm>
          <a:prstGeom prst="straightConnector1">
            <a:avLst/>
          </a:prstGeom>
          <a:noFill/>
          <a:ln w="25400">
            <a:solidFill>
              <a:srgbClr val="7C3AED"/>
            </a:solidFill>
            <a:prstDash val="solid"/>
            <a:headEnd type="none"/>
            <a:tailEnd type="none"/>
          </a:ln>
        </p:spPr>
        <p:txBody>
          <a:bodyPr/>
          <a:lstStyle/>
          <a:p>
            <a:endParaRPr lang="en-US"/>
          </a:p>
        </p:txBody>
      </p:sp>
      <p:sp>
        <p:nvSpPr>
          <p:cNvPr id="39" name="Shape 35"/>
          <p:cNvSpPr/>
          <p:nvPr/>
        </p:nvSpPr>
        <p:spPr>
          <a:xfrm>
            <a:off x="12827000" y="6604000"/>
            <a:ext cx="1270000" cy="635000"/>
          </a:xfrm>
          <a:prstGeom prst="roundRect">
            <a:avLst>
              <a:gd name="adj" fmla="val 12000"/>
            </a:avLst>
          </a:prstGeom>
          <a:solidFill>
            <a:srgbClr val="7C3AED"/>
          </a:solidFill>
          <a:ln/>
        </p:spPr>
        <p:txBody>
          <a:bodyPr/>
          <a:lstStyle/>
          <a:p>
            <a:endParaRPr lang="en-US"/>
          </a:p>
        </p:txBody>
      </p:sp>
      <p:sp>
        <p:nvSpPr>
          <p:cNvPr id="40" name="Text 36"/>
          <p:cNvSpPr/>
          <p:nvPr/>
        </p:nvSpPr>
        <p:spPr>
          <a:xfrm>
            <a:off x="12827000" y="6604000"/>
            <a:ext cx="1270000" cy="635000"/>
          </a:xfrm>
          <a:prstGeom prst="rect">
            <a:avLst/>
          </a:prstGeom>
          <a:noFill/>
          <a:ln/>
        </p:spPr>
        <p:txBody>
          <a:bodyPr wrap="none" lIns="0" tIns="0" rIns="0" bIns="0" rtlCol="0" anchor="ctr"/>
          <a:lstStyle/>
          <a:p>
            <a:pPr algn="ctr">
              <a:lnSpc>
                <a:spcPct val="100000"/>
              </a:lnSpc>
            </a:pPr>
            <a:r>
              <a:rPr lang="en-US" sz="1200" b="1" dirty="0">
                <a:solidFill>
                  <a:srgbClr val="FFFFFF"/>
                </a:solidFill>
                <a:latin typeface="Liter" pitchFamily="34" charset="0"/>
                <a:ea typeface="Liter" pitchFamily="34" charset="-122"/>
                <a:cs typeface="Liter" pitchFamily="34" charset="-120"/>
              </a:rPr>
              <a:t>M</a:t>
            </a:r>
            <a:endParaRPr lang="en-US" sz="1600" dirty="0"/>
          </a:p>
        </p:txBody>
      </p:sp>
      <p:sp>
        <p:nvSpPr>
          <p:cNvPr id="41" name="Text 37"/>
          <p:cNvSpPr/>
          <p:nvPr/>
        </p:nvSpPr>
        <p:spPr>
          <a:xfrm>
            <a:off x="10668000" y="7366000"/>
            <a:ext cx="3429000" cy="254000"/>
          </a:xfrm>
          <a:prstGeom prst="rect">
            <a:avLst/>
          </a:prstGeom>
          <a:noFill/>
          <a:ln/>
        </p:spPr>
        <p:txBody>
          <a:bodyPr wrap="none" lIns="0" tIns="0" rIns="0" bIns="0" rtlCol="0" anchor="ctr"/>
          <a:lstStyle/>
          <a:p>
            <a:pPr algn="ctr">
              <a:lnSpc>
                <a:spcPct val="100000"/>
              </a:lnSpc>
            </a:pPr>
            <a:r>
              <a:rPr lang="en-US" sz="1200" dirty="0">
                <a:solidFill>
                  <a:srgbClr val="7C3AED"/>
                </a:solidFill>
                <a:latin typeface="Quattrocento Sans" pitchFamily="34" charset="0"/>
                <a:ea typeface="Quattrocento Sans" pitchFamily="34" charset="-122"/>
                <a:cs typeface="Quattrocento Sans" pitchFamily="34" charset="-120"/>
              </a:rPr>
              <a:t>Many-to-Many</a:t>
            </a:r>
            <a:endParaRPr lang="en-US" sz="1600" dirty="0"/>
          </a:p>
        </p:txBody>
      </p:sp>
      <p:sp>
        <p:nvSpPr>
          <p:cNvPr id="42" name="Text 38"/>
          <p:cNvSpPr/>
          <p:nvPr/>
        </p:nvSpPr>
        <p:spPr>
          <a:xfrm>
            <a:off x="14986000" y="8636000"/>
            <a:ext cx="762000" cy="317500"/>
          </a:xfrm>
          <a:prstGeom prst="rect">
            <a:avLst/>
          </a:prstGeom>
          <a:noFill/>
          <a:ln/>
        </p:spPr>
        <p:txBody>
          <a:bodyPr wrap="none" lIns="0" tIns="0" rIns="0" bIns="0" rtlCol="0" anchor="ctr"/>
          <a:lstStyle/>
          <a:p>
            <a:pPr algn="r">
              <a:lnSpc>
                <a:spcPct val="100000"/>
              </a:lnSpc>
            </a:pPr>
            <a:r>
              <a:rPr lang="en-US" sz="1200" dirty="0">
                <a:solidFill>
                  <a:srgbClr val="D8B4FE"/>
                </a:solidFill>
                <a:latin typeface="Liter" pitchFamily="34" charset="0"/>
                <a:ea typeface="Liter" pitchFamily="34" charset="-122"/>
                <a:cs typeface="Liter" pitchFamily="34" charset="-120"/>
              </a:rPr>
              <a:t>14 / 15</a:t>
            </a:r>
            <a:endParaRPr lang="en-US" sz="160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gradFill flip="none" rotWithShape="1">
          <a:gsLst>
            <a:gs pos="0">
              <a:srgbClr val="3B0764"/>
            </a:gs>
            <a:gs pos="50000">
              <a:srgbClr val="5B21B6"/>
            </a:gs>
            <a:gs pos="100000">
              <a:srgbClr val="7C3AED"/>
            </a:gs>
          </a:gsLst>
          <a:lin ang="8100000" scaled="1"/>
        </a:gradFill>
        <a:effectLst/>
      </p:bgPr>
    </p:bg>
    <p:spTree>
      <p:nvGrpSpPr>
        <p:cNvPr id="1" name=""/>
        <p:cNvGrpSpPr/>
        <p:nvPr/>
      </p:nvGrpSpPr>
      <p:grpSpPr>
        <a:xfrm>
          <a:off x="0" y="0"/>
          <a:ext cx="0" cy="0"/>
          <a:chOff x="0" y="0"/>
          <a:chExt cx="0" cy="0"/>
        </a:xfrm>
      </p:grpSpPr>
      <p:sp>
        <p:nvSpPr>
          <p:cNvPr id="3" name="Shape 0"/>
          <p:cNvSpPr/>
          <p:nvPr/>
        </p:nvSpPr>
        <p:spPr>
          <a:xfrm>
            <a:off x="0" y="0"/>
            <a:ext cx="2032000" cy="2032000"/>
          </a:xfrm>
          <a:prstGeom prst="ellipse">
            <a:avLst/>
          </a:prstGeom>
          <a:solidFill>
            <a:srgbClr val="FFFFFF">
              <a:alpha val="2353"/>
            </a:srgbClr>
          </a:solidFill>
          <a:ln/>
        </p:spPr>
        <p:txBody>
          <a:bodyPr/>
          <a:lstStyle/>
          <a:p>
            <a:endParaRPr lang="en-US"/>
          </a:p>
        </p:txBody>
      </p:sp>
      <p:sp>
        <p:nvSpPr>
          <p:cNvPr id="4" name="Shape 1"/>
          <p:cNvSpPr/>
          <p:nvPr/>
        </p:nvSpPr>
        <p:spPr>
          <a:xfrm>
            <a:off x="14224000" y="6350000"/>
            <a:ext cx="2032000" cy="2032000"/>
          </a:xfrm>
          <a:prstGeom prst="ellipse">
            <a:avLst/>
          </a:prstGeom>
          <a:solidFill>
            <a:srgbClr val="FFFFFF">
              <a:alpha val="2353"/>
            </a:srgbClr>
          </a:solidFill>
          <a:ln/>
        </p:spPr>
        <p:txBody>
          <a:bodyPr/>
          <a:lstStyle/>
          <a:p>
            <a:endParaRPr lang="en-US"/>
          </a:p>
        </p:txBody>
      </p:sp>
      <p:sp>
        <p:nvSpPr>
          <p:cNvPr id="5" name="Shape 2"/>
          <p:cNvSpPr/>
          <p:nvPr/>
        </p:nvSpPr>
        <p:spPr>
          <a:xfrm>
            <a:off x="2286000" y="1778000"/>
            <a:ext cx="101600" cy="101600"/>
          </a:xfrm>
          <a:prstGeom prst="ellipse">
            <a:avLst/>
          </a:prstGeom>
          <a:solidFill>
            <a:srgbClr val="D8B4FE">
              <a:alpha val="18824"/>
            </a:srgbClr>
          </a:solidFill>
          <a:ln/>
        </p:spPr>
        <p:txBody>
          <a:bodyPr/>
          <a:lstStyle/>
          <a:p>
            <a:endParaRPr lang="en-US"/>
          </a:p>
        </p:txBody>
      </p:sp>
      <p:sp>
        <p:nvSpPr>
          <p:cNvPr id="6" name="Shape 3"/>
          <p:cNvSpPr/>
          <p:nvPr/>
        </p:nvSpPr>
        <p:spPr>
          <a:xfrm>
            <a:off x="13970000" y="2540000"/>
            <a:ext cx="76200" cy="76200"/>
          </a:xfrm>
          <a:prstGeom prst="ellipse">
            <a:avLst/>
          </a:prstGeom>
          <a:solidFill>
            <a:srgbClr val="D8B4FE">
              <a:alpha val="25098"/>
            </a:srgbClr>
          </a:solidFill>
          <a:ln/>
        </p:spPr>
        <p:txBody>
          <a:bodyPr/>
          <a:lstStyle/>
          <a:p>
            <a:endParaRPr lang="en-US"/>
          </a:p>
        </p:txBody>
      </p:sp>
      <p:sp>
        <p:nvSpPr>
          <p:cNvPr id="7" name="Text 4"/>
          <p:cNvSpPr/>
          <p:nvPr/>
        </p:nvSpPr>
        <p:spPr>
          <a:xfrm>
            <a:off x="3048000" y="1016000"/>
            <a:ext cx="10160000" cy="762000"/>
          </a:xfrm>
          <a:prstGeom prst="rect">
            <a:avLst/>
          </a:prstGeom>
          <a:noFill/>
          <a:ln/>
        </p:spPr>
        <p:txBody>
          <a:bodyPr wrap="none" lIns="0" tIns="0" rIns="0" bIns="0" rtlCol="0" anchor="ctr"/>
          <a:lstStyle/>
          <a:p>
            <a:pPr algn="ctr">
              <a:lnSpc>
                <a:spcPct val="120000"/>
              </a:lnSpc>
            </a:pPr>
            <a:r>
              <a:rPr lang="en-US" sz="4200" b="1" kern="0" spc="300" dirty="0">
                <a:solidFill>
                  <a:srgbClr val="FFFFFF"/>
                </a:solidFill>
                <a:latin typeface="Liter" pitchFamily="34" charset="0"/>
                <a:ea typeface="Liter" pitchFamily="34" charset="-122"/>
                <a:cs typeface="Liter" pitchFamily="34" charset="-120"/>
              </a:rPr>
              <a:t>THANK YOU</a:t>
            </a:r>
            <a:endParaRPr lang="en-US" sz="4200" dirty="0"/>
          </a:p>
        </p:txBody>
      </p:sp>
      <p:sp>
        <p:nvSpPr>
          <p:cNvPr id="8" name="Shape 5"/>
          <p:cNvSpPr/>
          <p:nvPr/>
        </p:nvSpPr>
        <p:spPr>
          <a:xfrm>
            <a:off x="6223000" y="1905000"/>
            <a:ext cx="3810000" cy="38100"/>
          </a:xfrm>
          <a:prstGeom prst="rect">
            <a:avLst/>
          </a:prstGeom>
          <a:gradFill flip="none" rotWithShape="1">
            <a:gsLst>
              <a:gs pos="0">
                <a:srgbClr val="D8B4FE">
                  <a:alpha val="0"/>
                </a:srgbClr>
              </a:gs>
              <a:gs pos="30000">
                <a:srgbClr val="D8B4FE"/>
              </a:gs>
              <a:gs pos="70000">
                <a:srgbClr val="D8B4FE"/>
              </a:gs>
              <a:gs pos="100000">
                <a:srgbClr val="D8B4FE">
                  <a:alpha val="0"/>
                </a:srgbClr>
              </a:gs>
            </a:gsLst>
            <a:lin ang="0" scaled="1"/>
          </a:gradFill>
          <a:ln/>
        </p:spPr>
        <p:txBody>
          <a:bodyPr/>
          <a:lstStyle/>
          <a:p>
            <a:endParaRPr lang="en-US"/>
          </a:p>
        </p:txBody>
      </p:sp>
      <p:sp>
        <p:nvSpPr>
          <p:cNvPr id="9" name="Text 6"/>
          <p:cNvSpPr/>
          <p:nvPr/>
        </p:nvSpPr>
        <p:spPr>
          <a:xfrm>
            <a:off x="4318000" y="2222500"/>
            <a:ext cx="7620000" cy="381000"/>
          </a:xfrm>
          <a:prstGeom prst="rect">
            <a:avLst/>
          </a:prstGeom>
          <a:noFill/>
          <a:ln/>
        </p:spPr>
        <p:txBody>
          <a:bodyPr wrap="none" lIns="0" tIns="0" rIns="0" bIns="0" rtlCol="0" anchor="ctr"/>
          <a:lstStyle/>
          <a:p>
            <a:pPr algn="ctr">
              <a:lnSpc>
                <a:spcPct val="100000"/>
              </a:lnSpc>
            </a:pPr>
            <a:r>
              <a:rPr lang="en-US" sz="1800" kern="0" spc="300" dirty="0">
                <a:solidFill>
                  <a:srgbClr val="E9D5FF"/>
                </a:solidFill>
                <a:latin typeface="Liter" pitchFamily="34" charset="0"/>
                <a:ea typeface="Liter" pitchFamily="34" charset="-122"/>
                <a:cs typeface="Liter" pitchFamily="34" charset="-120"/>
              </a:rPr>
              <a:t>KEY TECHNOLOGIES LEARNED</a:t>
            </a:r>
            <a:endParaRPr lang="en-US" sz="1600" dirty="0"/>
          </a:p>
        </p:txBody>
      </p:sp>
      <p:sp>
        <p:nvSpPr>
          <p:cNvPr id="10" name="Shape 7"/>
          <p:cNvSpPr/>
          <p:nvPr/>
        </p:nvSpPr>
        <p:spPr>
          <a:xfrm>
            <a:off x="2476500" y="2794000"/>
            <a:ext cx="1778000" cy="571500"/>
          </a:xfrm>
          <a:prstGeom prst="roundRect">
            <a:avLst>
              <a:gd name="adj" fmla="val 16000"/>
            </a:avLst>
          </a:prstGeom>
          <a:solidFill>
            <a:srgbClr val="FFFFFF">
              <a:alpha val="12549"/>
            </a:srgbClr>
          </a:solidFill>
          <a:ln w="12700">
            <a:solidFill>
              <a:srgbClr val="FFFFFF">
                <a:alpha val="18824"/>
              </a:srgbClr>
            </a:solidFill>
            <a:prstDash val="solid"/>
          </a:ln>
        </p:spPr>
        <p:txBody>
          <a:bodyPr/>
          <a:lstStyle/>
          <a:p>
            <a:endParaRPr lang="en-US"/>
          </a:p>
        </p:txBody>
      </p:sp>
      <p:sp>
        <p:nvSpPr>
          <p:cNvPr id="11" name="Shape 8"/>
          <p:cNvSpPr/>
          <p:nvPr/>
        </p:nvSpPr>
        <p:spPr>
          <a:xfrm>
            <a:off x="2641600" y="2921000"/>
            <a:ext cx="304800" cy="304800"/>
          </a:xfrm>
          <a:custGeom>
            <a:avLst/>
            <a:gdLst/>
            <a:ahLst/>
            <a:cxnLst/>
            <a:rect l="l" t="t" r="r" b="b"/>
            <a:pathLst>
              <a:path w="304800" h="304800">
                <a:moveTo>
                  <a:pt x="152400" y="304800"/>
                </a:moveTo>
                <a:cubicBezTo>
                  <a:pt x="236512" y="304800"/>
                  <a:pt x="304800" y="236512"/>
                  <a:pt x="304800" y="152400"/>
                </a:cubicBezTo>
                <a:cubicBezTo>
                  <a:pt x="304800" y="68288"/>
                  <a:pt x="236512" y="0"/>
                  <a:pt x="152400" y="0"/>
                </a:cubicBezTo>
                <a:cubicBezTo>
                  <a:pt x="68288" y="0"/>
                  <a:pt x="0" y="68288"/>
                  <a:pt x="0" y="152400"/>
                </a:cubicBezTo>
                <a:cubicBezTo>
                  <a:pt x="0" y="236512"/>
                  <a:pt x="68288" y="304800"/>
                  <a:pt x="152400" y="304800"/>
                </a:cubicBezTo>
                <a:close/>
                <a:moveTo>
                  <a:pt x="202644" y="126623"/>
                </a:moveTo>
                <a:lnTo>
                  <a:pt x="155019" y="202823"/>
                </a:lnTo>
                <a:cubicBezTo>
                  <a:pt x="152519" y="206812"/>
                  <a:pt x="148233" y="209312"/>
                  <a:pt x="143530" y="209550"/>
                </a:cubicBezTo>
                <a:cubicBezTo>
                  <a:pt x="138827" y="209788"/>
                  <a:pt x="134302" y="207645"/>
                  <a:pt x="131505" y="203835"/>
                </a:cubicBezTo>
                <a:lnTo>
                  <a:pt x="102930" y="165735"/>
                </a:lnTo>
                <a:cubicBezTo>
                  <a:pt x="98167" y="159425"/>
                  <a:pt x="99477" y="150495"/>
                  <a:pt x="105787" y="145733"/>
                </a:cubicBezTo>
                <a:cubicBezTo>
                  <a:pt x="112097" y="140970"/>
                  <a:pt x="121027" y="142280"/>
                  <a:pt x="125790" y="148590"/>
                </a:cubicBezTo>
                <a:lnTo>
                  <a:pt x="141863" y="170021"/>
                </a:lnTo>
                <a:lnTo>
                  <a:pt x="178415" y="111502"/>
                </a:lnTo>
                <a:cubicBezTo>
                  <a:pt x="182582" y="104835"/>
                  <a:pt x="191393" y="102751"/>
                  <a:pt x="198120" y="106978"/>
                </a:cubicBezTo>
                <a:cubicBezTo>
                  <a:pt x="204847" y="111204"/>
                  <a:pt x="206871" y="119955"/>
                  <a:pt x="202644" y="126683"/>
                </a:cubicBezTo>
                <a:close/>
              </a:path>
            </a:pathLst>
          </a:custGeom>
          <a:solidFill>
            <a:srgbClr val="86EFAC"/>
          </a:solidFill>
          <a:ln/>
        </p:spPr>
        <p:txBody>
          <a:bodyPr/>
          <a:lstStyle/>
          <a:p>
            <a:endParaRPr lang="en-US"/>
          </a:p>
        </p:txBody>
      </p:sp>
      <p:sp>
        <p:nvSpPr>
          <p:cNvPr id="12" name="Text 9"/>
          <p:cNvSpPr/>
          <p:nvPr/>
        </p:nvSpPr>
        <p:spPr>
          <a:xfrm>
            <a:off x="2984500" y="2794000"/>
            <a:ext cx="1206500" cy="571500"/>
          </a:xfrm>
          <a:prstGeom prst="rect">
            <a:avLst/>
          </a:prstGeom>
          <a:noFill/>
          <a:ln/>
        </p:spPr>
        <p:txBody>
          <a:bodyPr wrap="none" lIns="0" tIns="0" rIns="0" bIns="0" rtlCol="0" anchor="ctr"/>
          <a:lstStyle/>
          <a:p>
            <a:pPr>
              <a:lnSpc>
                <a:spcPct val="100000"/>
              </a:lnSpc>
            </a:pPr>
            <a:r>
              <a:rPr lang="en-US" sz="1600" b="1" dirty="0">
                <a:solidFill>
                  <a:srgbClr val="FFFFFF"/>
                </a:solidFill>
                <a:latin typeface="Liter" pitchFamily="34" charset="0"/>
                <a:ea typeface="Liter" pitchFamily="34" charset="-122"/>
                <a:cs typeface="Liter" pitchFamily="34" charset="-120"/>
              </a:rPr>
              <a:t>HTML</a:t>
            </a:r>
            <a:endParaRPr lang="en-US" sz="1600" dirty="0"/>
          </a:p>
        </p:txBody>
      </p:sp>
      <p:sp>
        <p:nvSpPr>
          <p:cNvPr id="13" name="Shape 10"/>
          <p:cNvSpPr/>
          <p:nvPr/>
        </p:nvSpPr>
        <p:spPr>
          <a:xfrm>
            <a:off x="4508500" y="2794000"/>
            <a:ext cx="1778000" cy="571500"/>
          </a:xfrm>
          <a:prstGeom prst="roundRect">
            <a:avLst>
              <a:gd name="adj" fmla="val 16000"/>
            </a:avLst>
          </a:prstGeom>
          <a:solidFill>
            <a:srgbClr val="FFFFFF">
              <a:alpha val="12549"/>
            </a:srgbClr>
          </a:solidFill>
          <a:ln w="12700">
            <a:solidFill>
              <a:srgbClr val="FFFFFF">
                <a:alpha val="18824"/>
              </a:srgbClr>
            </a:solidFill>
            <a:prstDash val="solid"/>
          </a:ln>
        </p:spPr>
        <p:txBody>
          <a:bodyPr/>
          <a:lstStyle/>
          <a:p>
            <a:endParaRPr lang="en-US"/>
          </a:p>
        </p:txBody>
      </p:sp>
      <p:sp>
        <p:nvSpPr>
          <p:cNvPr id="14" name="Shape 11"/>
          <p:cNvSpPr/>
          <p:nvPr/>
        </p:nvSpPr>
        <p:spPr>
          <a:xfrm>
            <a:off x="4673600" y="2921000"/>
            <a:ext cx="304800" cy="304800"/>
          </a:xfrm>
          <a:custGeom>
            <a:avLst/>
            <a:gdLst/>
            <a:ahLst/>
            <a:cxnLst/>
            <a:rect l="l" t="t" r="r" b="b"/>
            <a:pathLst>
              <a:path w="304800" h="304800">
                <a:moveTo>
                  <a:pt x="152400" y="304800"/>
                </a:moveTo>
                <a:cubicBezTo>
                  <a:pt x="236512" y="304800"/>
                  <a:pt x="304800" y="236512"/>
                  <a:pt x="304800" y="152400"/>
                </a:cubicBezTo>
                <a:cubicBezTo>
                  <a:pt x="304800" y="68288"/>
                  <a:pt x="236512" y="0"/>
                  <a:pt x="152400" y="0"/>
                </a:cubicBezTo>
                <a:cubicBezTo>
                  <a:pt x="68288" y="0"/>
                  <a:pt x="0" y="68288"/>
                  <a:pt x="0" y="152400"/>
                </a:cubicBezTo>
                <a:cubicBezTo>
                  <a:pt x="0" y="236512"/>
                  <a:pt x="68288" y="304800"/>
                  <a:pt x="152400" y="304800"/>
                </a:cubicBezTo>
                <a:close/>
                <a:moveTo>
                  <a:pt x="202644" y="126623"/>
                </a:moveTo>
                <a:lnTo>
                  <a:pt x="155019" y="202823"/>
                </a:lnTo>
                <a:cubicBezTo>
                  <a:pt x="152519" y="206812"/>
                  <a:pt x="148233" y="209312"/>
                  <a:pt x="143530" y="209550"/>
                </a:cubicBezTo>
                <a:cubicBezTo>
                  <a:pt x="138827" y="209788"/>
                  <a:pt x="134302" y="207645"/>
                  <a:pt x="131505" y="203835"/>
                </a:cubicBezTo>
                <a:lnTo>
                  <a:pt x="102930" y="165735"/>
                </a:lnTo>
                <a:cubicBezTo>
                  <a:pt x="98167" y="159425"/>
                  <a:pt x="99477" y="150495"/>
                  <a:pt x="105787" y="145733"/>
                </a:cubicBezTo>
                <a:cubicBezTo>
                  <a:pt x="112097" y="140970"/>
                  <a:pt x="121027" y="142280"/>
                  <a:pt x="125790" y="148590"/>
                </a:cubicBezTo>
                <a:lnTo>
                  <a:pt x="141863" y="170021"/>
                </a:lnTo>
                <a:lnTo>
                  <a:pt x="178415" y="111502"/>
                </a:lnTo>
                <a:cubicBezTo>
                  <a:pt x="182582" y="104835"/>
                  <a:pt x="191393" y="102751"/>
                  <a:pt x="198120" y="106978"/>
                </a:cubicBezTo>
                <a:cubicBezTo>
                  <a:pt x="204847" y="111204"/>
                  <a:pt x="206871" y="119955"/>
                  <a:pt x="202644" y="126683"/>
                </a:cubicBezTo>
                <a:close/>
              </a:path>
            </a:pathLst>
          </a:custGeom>
          <a:solidFill>
            <a:srgbClr val="86EFAC"/>
          </a:solidFill>
          <a:ln/>
        </p:spPr>
        <p:txBody>
          <a:bodyPr/>
          <a:lstStyle/>
          <a:p>
            <a:endParaRPr lang="en-US"/>
          </a:p>
        </p:txBody>
      </p:sp>
      <p:sp>
        <p:nvSpPr>
          <p:cNvPr id="15" name="Text 12"/>
          <p:cNvSpPr/>
          <p:nvPr/>
        </p:nvSpPr>
        <p:spPr>
          <a:xfrm>
            <a:off x="5016500" y="2794000"/>
            <a:ext cx="1206500" cy="571500"/>
          </a:xfrm>
          <a:prstGeom prst="rect">
            <a:avLst/>
          </a:prstGeom>
          <a:noFill/>
          <a:ln/>
        </p:spPr>
        <p:txBody>
          <a:bodyPr wrap="none" lIns="0" tIns="0" rIns="0" bIns="0" rtlCol="0" anchor="ctr"/>
          <a:lstStyle/>
          <a:p>
            <a:pPr>
              <a:lnSpc>
                <a:spcPct val="100000"/>
              </a:lnSpc>
            </a:pPr>
            <a:r>
              <a:rPr lang="en-US" sz="1600" b="1" dirty="0">
                <a:solidFill>
                  <a:srgbClr val="FFFFFF"/>
                </a:solidFill>
                <a:latin typeface="Liter" pitchFamily="34" charset="0"/>
                <a:ea typeface="Liter" pitchFamily="34" charset="-122"/>
                <a:cs typeface="Liter" pitchFamily="34" charset="-120"/>
              </a:rPr>
              <a:t>CSS</a:t>
            </a:r>
            <a:endParaRPr lang="en-US" sz="1600" dirty="0"/>
          </a:p>
        </p:txBody>
      </p:sp>
      <p:sp>
        <p:nvSpPr>
          <p:cNvPr id="16" name="Shape 13"/>
          <p:cNvSpPr/>
          <p:nvPr/>
        </p:nvSpPr>
        <p:spPr>
          <a:xfrm>
            <a:off x="6540500" y="2794000"/>
            <a:ext cx="2286000" cy="571500"/>
          </a:xfrm>
          <a:prstGeom prst="roundRect">
            <a:avLst>
              <a:gd name="adj" fmla="val 16000"/>
            </a:avLst>
          </a:prstGeom>
          <a:solidFill>
            <a:srgbClr val="FFFFFF">
              <a:alpha val="12549"/>
            </a:srgbClr>
          </a:solidFill>
          <a:ln w="12700">
            <a:solidFill>
              <a:srgbClr val="FFFFFF">
                <a:alpha val="18824"/>
              </a:srgbClr>
            </a:solidFill>
            <a:prstDash val="solid"/>
          </a:ln>
        </p:spPr>
        <p:txBody>
          <a:bodyPr/>
          <a:lstStyle/>
          <a:p>
            <a:endParaRPr lang="en-US"/>
          </a:p>
        </p:txBody>
      </p:sp>
      <p:sp>
        <p:nvSpPr>
          <p:cNvPr id="17" name="Shape 14"/>
          <p:cNvSpPr/>
          <p:nvPr/>
        </p:nvSpPr>
        <p:spPr>
          <a:xfrm>
            <a:off x="6705600" y="2921000"/>
            <a:ext cx="304800" cy="304800"/>
          </a:xfrm>
          <a:custGeom>
            <a:avLst/>
            <a:gdLst/>
            <a:ahLst/>
            <a:cxnLst/>
            <a:rect l="l" t="t" r="r" b="b"/>
            <a:pathLst>
              <a:path w="304800" h="304800">
                <a:moveTo>
                  <a:pt x="152400" y="304800"/>
                </a:moveTo>
                <a:cubicBezTo>
                  <a:pt x="236512" y="304800"/>
                  <a:pt x="304800" y="236512"/>
                  <a:pt x="304800" y="152400"/>
                </a:cubicBezTo>
                <a:cubicBezTo>
                  <a:pt x="304800" y="68288"/>
                  <a:pt x="236512" y="0"/>
                  <a:pt x="152400" y="0"/>
                </a:cubicBezTo>
                <a:cubicBezTo>
                  <a:pt x="68288" y="0"/>
                  <a:pt x="0" y="68288"/>
                  <a:pt x="0" y="152400"/>
                </a:cubicBezTo>
                <a:cubicBezTo>
                  <a:pt x="0" y="236512"/>
                  <a:pt x="68288" y="304800"/>
                  <a:pt x="152400" y="304800"/>
                </a:cubicBezTo>
                <a:close/>
                <a:moveTo>
                  <a:pt x="202644" y="126623"/>
                </a:moveTo>
                <a:lnTo>
                  <a:pt x="155019" y="202823"/>
                </a:lnTo>
                <a:cubicBezTo>
                  <a:pt x="152519" y="206812"/>
                  <a:pt x="148233" y="209312"/>
                  <a:pt x="143530" y="209550"/>
                </a:cubicBezTo>
                <a:cubicBezTo>
                  <a:pt x="138827" y="209788"/>
                  <a:pt x="134302" y="207645"/>
                  <a:pt x="131505" y="203835"/>
                </a:cubicBezTo>
                <a:lnTo>
                  <a:pt x="102930" y="165735"/>
                </a:lnTo>
                <a:cubicBezTo>
                  <a:pt x="98167" y="159425"/>
                  <a:pt x="99477" y="150495"/>
                  <a:pt x="105787" y="145733"/>
                </a:cubicBezTo>
                <a:cubicBezTo>
                  <a:pt x="112097" y="140970"/>
                  <a:pt x="121027" y="142280"/>
                  <a:pt x="125790" y="148590"/>
                </a:cubicBezTo>
                <a:lnTo>
                  <a:pt x="141863" y="170021"/>
                </a:lnTo>
                <a:lnTo>
                  <a:pt x="178415" y="111502"/>
                </a:lnTo>
                <a:cubicBezTo>
                  <a:pt x="182582" y="104835"/>
                  <a:pt x="191393" y="102751"/>
                  <a:pt x="198120" y="106978"/>
                </a:cubicBezTo>
                <a:cubicBezTo>
                  <a:pt x="204847" y="111204"/>
                  <a:pt x="206871" y="119955"/>
                  <a:pt x="202644" y="126683"/>
                </a:cubicBezTo>
                <a:close/>
              </a:path>
            </a:pathLst>
          </a:custGeom>
          <a:solidFill>
            <a:srgbClr val="86EFAC"/>
          </a:solidFill>
          <a:ln/>
        </p:spPr>
        <p:txBody>
          <a:bodyPr/>
          <a:lstStyle/>
          <a:p>
            <a:endParaRPr lang="en-US"/>
          </a:p>
        </p:txBody>
      </p:sp>
      <p:sp>
        <p:nvSpPr>
          <p:cNvPr id="18" name="Text 15"/>
          <p:cNvSpPr/>
          <p:nvPr/>
        </p:nvSpPr>
        <p:spPr>
          <a:xfrm>
            <a:off x="7048500" y="2794000"/>
            <a:ext cx="1714500" cy="571500"/>
          </a:xfrm>
          <a:prstGeom prst="rect">
            <a:avLst/>
          </a:prstGeom>
          <a:noFill/>
          <a:ln/>
        </p:spPr>
        <p:txBody>
          <a:bodyPr wrap="none" lIns="0" tIns="0" rIns="0" bIns="0" rtlCol="0" anchor="ctr"/>
          <a:lstStyle/>
          <a:p>
            <a:pPr>
              <a:lnSpc>
                <a:spcPct val="100000"/>
              </a:lnSpc>
            </a:pPr>
            <a:r>
              <a:rPr lang="en-US" sz="1600" b="1" dirty="0">
                <a:solidFill>
                  <a:srgbClr val="FFFFFF"/>
                </a:solidFill>
                <a:latin typeface="Liter" pitchFamily="34" charset="0"/>
                <a:ea typeface="Liter" pitchFamily="34" charset="-122"/>
                <a:cs typeface="Liter" pitchFamily="34" charset="-120"/>
              </a:rPr>
              <a:t>JavaScript</a:t>
            </a:r>
            <a:endParaRPr lang="en-US" sz="1600" dirty="0"/>
          </a:p>
        </p:txBody>
      </p:sp>
      <p:sp>
        <p:nvSpPr>
          <p:cNvPr id="19" name="Shape 16"/>
          <p:cNvSpPr/>
          <p:nvPr/>
        </p:nvSpPr>
        <p:spPr>
          <a:xfrm>
            <a:off x="9080500" y="2794000"/>
            <a:ext cx="1778000" cy="571500"/>
          </a:xfrm>
          <a:prstGeom prst="roundRect">
            <a:avLst>
              <a:gd name="adj" fmla="val 16000"/>
            </a:avLst>
          </a:prstGeom>
          <a:solidFill>
            <a:srgbClr val="FFFFFF">
              <a:alpha val="12549"/>
            </a:srgbClr>
          </a:solidFill>
          <a:ln w="12700">
            <a:solidFill>
              <a:srgbClr val="FFFFFF">
                <a:alpha val="18824"/>
              </a:srgbClr>
            </a:solidFill>
            <a:prstDash val="solid"/>
          </a:ln>
        </p:spPr>
        <p:txBody>
          <a:bodyPr/>
          <a:lstStyle/>
          <a:p>
            <a:endParaRPr lang="en-US"/>
          </a:p>
        </p:txBody>
      </p:sp>
      <p:sp>
        <p:nvSpPr>
          <p:cNvPr id="20" name="Shape 17"/>
          <p:cNvSpPr/>
          <p:nvPr/>
        </p:nvSpPr>
        <p:spPr>
          <a:xfrm>
            <a:off x="9245600" y="2921000"/>
            <a:ext cx="304800" cy="304800"/>
          </a:xfrm>
          <a:custGeom>
            <a:avLst/>
            <a:gdLst/>
            <a:ahLst/>
            <a:cxnLst/>
            <a:rect l="l" t="t" r="r" b="b"/>
            <a:pathLst>
              <a:path w="304800" h="304800">
                <a:moveTo>
                  <a:pt x="152400" y="304800"/>
                </a:moveTo>
                <a:cubicBezTo>
                  <a:pt x="236512" y="304800"/>
                  <a:pt x="304800" y="236512"/>
                  <a:pt x="304800" y="152400"/>
                </a:cubicBezTo>
                <a:cubicBezTo>
                  <a:pt x="304800" y="68288"/>
                  <a:pt x="236512" y="0"/>
                  <a:pt x="152400" y="0"/>
                </a:cubicBezTo>
                <a:cubicBezTo>
                  <a:pt x="68288" y="0"/>
                  <a:pt x="0" y="68288"/>
                  <a:pt x="0" y="152400"/>
                </a:cubicBezTo>
                <a:cubicBezTo>
                  <a:pt x="0" y="236512"/>
                  <a:pt x="68288" y="304800"/>
                  <a:pt x="152400" y="304800"/>
                </a:cubicBezTo>
                <a:close/>
                <a:moveTo>
                  <a:pt x="202644" y="126623"/>
                </a:moveTo>
                <a:lnTo>
                  <a:pt x="155019" y="202823"/>
                </a:lnTo>
                <a:cubicBezTo>
                  <a:pt x="152519" y="206812"/>
                  <a:pt x="148233" y="209312"/>
                  <a:pt x="143530" y="209550"/>
                </a:cubicBezTo>
                <a:cubicBezTo>
                  <a:pt x="138827" y="209788"/>
                  <a:pt x="134302" y="207645"/>
                  <a:pt x="131505" y="203835"/>
                </a:cubicBezTo>
                <a:lnTo>
                  <a:pt x="102930" y="165735"/>
                </a:lnTo>
                <a:cubicBezTo>
                  <a:pt x="98167" y="159425"/>
                  <a:pt x="99477" y="150495"/>
                  <a:pt x="105787" y="145733"/>
                </a:cubicBezTo>
                <a:cubicBezTo>
                  <a:pt x="112097" y="140970"/>
                  <a:pt x="121027" y="142280"/>
                  <a:pt x="125790" y="148590"/>
                </a:cubicBezTo>
                <a:lnTo>
                  <a:pt x="141863" y="170021"/>
                </a:lnTo>
                <a:lnTo>
                  <a:pt x="178415" y="111502"/>
                </a:lnTo>
                <a:cubicBezTo>
                  <a:pt x="182582" y="104835"/>
                  <a:pt x="191393" y="102751"/>
                  <a:pt x="198120" y="106978"/>
                </a:cubicBezTo>
                <a:cubicBezTo>
                  <a:pt x="204847" y="111204"/>
                  <a:pt x="206871" y="119955"/>
                  <a:pt x="202644" y="126683"/>
                </a:cubicBezTo>
                <a:close/>
              </a:path>
            </a:pathLst>
          </a:custGeom>
          <a:solidFill>
            <a:srgbClr val="86EFAC"/>
          </a:solidFill>
          <a:ln/>
        </p:spPr>
        <p:txBody>
          <a:bodyPr/>
          <a:lstStyle/>
          <a:p>
            <a:endParaRPr lang="en-US"/>
          </a:p>
        </p:txBody>
      </p:sp>
      <p:sp>
        <p:nvSpPr>
          <p:cNvPr id="21" name="Text 18"/>
          <p:cNvSpPr/>
          <p:nvPr/>
        </p:nvSpPr>
        <p:spPr>
          <a:xfrm>
            <a:off x="9588500" y="2794000"/>
            <a:ext cx="1206500" cy="571500"/>
          </a:xfrm>
          <a:prstGeom prst="rect">
            <a:avLst/>
          </a:prstGeom>
          <a:noFill/>
          <a:ln/>
        </p:spPr>
        <p:txBody>
          <a:bodyPr wrap="none" lIns="0" tIns="0" rIns="0" bIns="0" rtlCol="0" anchor="ctr"/>
          <a:lstStyle/>
          <a:p>
            <a:pPr>
              <a:lnSpc>
                <a:spcPct val="100000"/>
              </a:lnSpc>
            </a:pPr>
            <a:r>
              <a:rPr lang="en-US" sz="1600" b="1" dirty="0">
                <a:solidFill>
                  <a:srgbClr val="FFFFFF"/>
                </a:solidFill>
                <a:latin typeface="Liter" pitchFamily="34" charset="0"/>
                <a:ea typeface="Liter" pitchFamily="34" charset="-122"/>
                <a:cs typeface="Liter" pitchFamily="34" charset="-120"/>
              </a:rPr>
              <a:t>PHP</a:t>
            </a:r>
            <a:endParaRPr lang="en-US" sz="1600" dirty="0"/>
          </a:p>
        </p:txBody>
      </p:sp>
      <p:sp>
        <p:nvSpPr>
          <p:cNvPr id="22" name="Shape 19"/>
          <p:cNvSpPr/>
          <p:nvPr/>
        </p:nvSpPr>
        <p:spPr>
          <a:xfrm>
            <a:off x="11112500" y="2794000"/>
            <a:ext cx="2032000" cy="571500"/>
          </a:xfrm>
          <a:prstGeom prst="roundRect">
            <a:avLst>
              <a:gd name="adj" fmla="val 16000"/>
            </a:avLst>
          </a:prstGeom>
          <a:solidFill>
            <a:srgbClr val="FFFFFF">
              <a:alpha val="12549"/>
            </a:srgbClr>
          </a:solidFill>
          <a:ln w="12700">
            <a:solidFill>
              <a:srgbClr val="FFFFFF">
                <a:alpha val="18824"/>
              </a:srgbClr>
            </a:solidFill>
            <a:prstDash val="solid"/>
          </a:ln>
        </p:spPr>
        <p:txBody>
          <a:bodyPr/>
          <a:lstStyle/>
          <a:p>
            <a:endParaRPr lang="en-US"/>
          </a:p>
        </p:txBody>
      </p:sp>
      <p:sp>
        <p:nvSpPr>
          <p:cNvPr id="23" name="Shape 20"/>
          <p:cNvSpPr/>
          <p:nvPr/>
        </p:nvSpPr>
        <p:spPr>
          <a:xfrm>
            <a:off x="11277600" y="2921000"/>
            <a:ext cx="304800" cy="304800"/>
          </a:xfrm>
          <a:custGeom>
            <a:avLst/>
            <a:gdLst/>
            <a:ahLst/>
            <a:cxnLst/>
            <a:rect l="l" t="t" r="r" b="b"/>
            <a:pathLst>
              <a:path w="304800" h="304800">
                <a:moveTo>
                  <a:pt x="152400" y="304800"/>
                </a:moveTo>
                <a:cubicBezTo>
                  <a:pt x="236512" y="304800"/>
                  <a:pt x="304800" y="236512"/>
                  <a:pt x="304800" y="152400"/>
                </a:cubicBezTo>
                <a:cubicBezTo>
                  <a:pt x="304800" y="68288"/>
                  <a:pt x="236512" y="0"/>
                  <a:pt x="152400" y="0"/>
                </a:cubicBezTo>
                <a:cubicBezTo>
                  <a:pt x="68288" y="0"/>
                  <a:pt x="0" y="68288"/>
                  <a:pt x="0" y="152400"/>
                </a:cubicBezTo>
                <a:cubicBezTo>
                  <a:pt x="0" y="236512"/>
                  <a:pt x="68288" y="304800"/>
                  <a:pt x="152400" y="304800"/>
                </a:cubicBezTo>
                <a:close/>
                <a:moveTo>
                  <a:pt x="202644" y="126623"/>
                </a:moveTo>
                <a:lnTo>
                  <a:pt x="155019" y="202823"/>
                </a:lnTo>
                <a:cubicBezTo>
                  <a:pt x="152519" y="206812"/>
                  <a:pt x="148233" y="209312"/>
                  <a:pt x="143530" y="209550"/>
                </a:cubicBezTo>
                <a:cubicBezTo>
                  <a:pt x="138827" y="209788"/>
                  <a:pt x="134302" y="207645"/>
                  <a:pt x="131505" y="203835"/>
                </a:cubicBezTo>
                <a:lnTo>
                  <a:pt x="102930" y="165735"/>
                </a:lnTo>
                <a:cubicBezTo>
                  <a:pt x="98167" y="159425"/>
                  <a:pt x="99477" y="150495"/>
                  <a:pt x="105787" y="145733"/>
                </a:cubicBezTo>
                <a:cubicBezTo>
                  <a:pt x="112097" y="140970"/>
                  <a:pt x="121027" y="142280"/>
                  <a:pt x="125790" y="148590"/>
                </a:cubicBezTo>
                <a:lnTo>
                  <a:pt x="141863" y="170021"/>
                </a:lnTo>
                <a:lnTo>
                  <a:pt x="178415" y="111502"/>
                </a:lnTo>
                <a:cubicBezTo>
                  <a:pt x="182582" y="104835"/>
                  <a:pt x="191393" y="102751"/>
                  <a:pt x="198120" y="106978"/>
                </a:cubicBezTo>
                <a:cubicBezTo>
                  <a:pt x="204847" y="111204"/>
                  <a:pt x="206871" y="119955"/>
                  <a:pt x="202644" y="126683"/>
                </a:cubicBezTo>
                <a:close/>
              </a:path>
            </a:pathLst>
          </a:custGeom>
          <a:solidFill>
            <a:srgbClr val="86EFAC"/>
          </a:solidFill>
          <a:ln/>
        </p:spPr>
        <p:txBody>
          <a:bodyPr/>
          <a:lstStyle/>
          <a:p>
            <a:endParaRPr lang="en-US"/>
          </a:p>
        </p:txBody>
      </p:sp>
      <p:sp>
        <p:nvSpPr>
          <p:cNvPr id="24" name="Text 21"/>
          <p:cNvSpPr/>
          <p:nvPr/>
        </p:nvSpPr>
        <p:spPr>
          <a:xfrm>
            <a:off x="11620500" y="2794000"/>
            <a:ext cx="1460500" cy="571500"/>
          </a:xfrm>
          <a:prstGeom prst="rect">
            <a:avLst/>
          </a:prstGeom>
          <a:noFill/>
          <a:ln/>
        </p:spPr>
        <p:txBody>
          <a:bodyPr wrap="none" lIns="0" tIns="0" rIns="0" bIns="0" rtlCol="0" anchor="ctr"/>
          <a:lstStyle/>
          <a:p>
            <a:pPr>
              <a:lnSpc>
                <a:spcPct val="100000"/>
              </a:lnSpc>
            </a:pPr>
            <a:r>
              <a:rPr lang="en-US" sz="1600" b="1" dirty="0">
                <a:solidFill>
                  <a:srgbClr val="FFFFFF"/>
                </a:solidFill>
                <a:latin typeface="Liter" pitchFamily="34" charset="0"/>
                <a:ea typeface="Liter" pitchFamily="34" charset="-122"/>
                <a:cs typeface="Liter" pitchFamily="34" charset="-120"/>
              </a:rPr>
              <a:t>MySQL</a:t>
            </a:r>
            <a:endParaRPr lang="en-US" sz="1600" dirty="0"/>
          </a:p>
        </p:txBody>
      </p:sp>
      <p:sp>
        <p:nvSpPr>
          <p:cNvPr id="25" name="Shape 22"/>
          <p:cNvSpPr/>
          <p:nvPr/>
        </p:nvSpPr>
        <p:spPr>
          <a:xfrm>
            <a:off x="2032000" y="3746500"/>
            <a:ext cx="12192000" cy="2286000"/>
          </a:xfrm>
          <a:prstGeom prst="roundRect">
            <a:avLst>
              <a:gd name="adj" fmla="val 10000"/>
            </a:avLst>
          </a:prstGeom>
          <a:solidFill>
            <a:srgbClr val="FFFFFF">
              <a:alpha val="8235"/>
            </a:srgbClr>
          </a:solidFill>
          <a:ln w="12700">
            <a:solidFill>
              <a:srgbClr val="FFFFFF">
                <a:alpha val="14510"/>
              </a:srgbClr>
            </a:solidFill>
            <a:prstDash val="solid"/>
          </a:ln>
        </p:spPr>
        <p:txBody>
          <a:bodyPr/>
          <a:lstStyle/>
          <a:p>
            <a:endParaRPr lang="en-US"/>
          </a:p>
        </p:txBody>
      </p:sp>
      <p:sp>
        <p:nvSpPr>
          <p:cNvPr id="26" name="Shape 23"/>
          <p:cNvSpPr/>
          <p:nvPr/>
        </p:nvSpPr>
        <p:spPr>
          <a:xfrm>
            <a:off x="2505075" y="4000500"/>
            <a:ext cx="400050" cy="457200"/>
          </a:xfrm>
          <a:custGeom>
            <a:avLst/>
            <a:gdLst/>
            <a:ahLst/>
            <a:cxnLst/>
            <a:rect l="l" t="t" r="r" b="b"/>
            <a:pathLst>
              <a:path w="400050" h="457200">
                <a:moveTo>
                  <a:pt x="0" y="192881"/>
                </a:moveTo>
                <a:cubicBezTo>
                  <a:pt x="0" y="133677"/>
                  <a:pt x="47952" y="85725"/>
                  <a:pt x="107156" y="85725"/>
                </a:cubicBezTo>
                <a:lnTo>
                  <a:pt x="114300" y="85725"/>
                </a:lnTo>
                <a:cubicBezTo>
                  <a:pt x="130106" y="85725"/>
                  <a:pt x="142875" y="98494"/>
                  <a:pt x="142875" y="114300"/>
                </a:cubicBezTo>
                <a:cubicBezTo>
                  <a:pt x="142875" y="130106"/>
                  <a:pt x="130106" y="142875"/>
                  <a:pt x="114300" y="142875"/>
                </a:cubicBezTo>
                <a:lnTo>
                  <a:pt x="107156" y="142875"/>
                </a:lnTo>
                <a:cubicBezTo>
                  <a:pt x="79564" y="142875"/>
                  <a:pt x="57150" y="165289"/>
                  <a:pt x="57150" y="192881"/>
                </a:cubicBezTo>
                <a:lnTo>
                  <a:pt x="57150" y="200025"/>
                </a:lnTo>
                <a:lnTo>
                  <a:pt x="114300" y="200025"/>
                </a:lnTo>
                <a:cubicBezTo>
                  <a:pt x="145822" y="200025"/>
                  <a:pt x="171450" y="225653"/>
                  <a:pt x="171450" y="257175"/>
                </a:cubicBezTo>
                <a:lnTo>
                  <a:pt x="171450" y="314325"/>
                </a:lnTo>
                <a:cubicBezTo>
                  <a:pt x="171450" y="345847"/>
                  <a:pt x="145822" y="371475"/>
                  <a:pt x="114300" y="371475"/>
                </a:cubicBezTo>
                <a:lnTo>
                  <a:pt x="57150" y="371475"/>
                </a:lnTo>
                <a:cubicBezTo>
                  <a:pt x="25628" y="371475"/>
                  <a:pt x="0" y="345847"/>
                  <a:pt x="0" y="314325"/>
                </a:cubicBezTo>
                <a:lnTo>
                  <a:pt x="0" y="192881"/>
                </a:lnTo>
                <a:close/>
                <a:moveTo>
                  <a:pt x="228600" y="192881"/>
                </a:moveTo>
                <a:cubicBezTo>
                  <a:pt x="228600" y="133677"/>
                  <a:pt x="276552" y="85725"/>
                  <a:pt x="335756" y="85725"/>
                </a:cubicBezTo>
                <a:lnTo>
                  <a:pt x="342900" y="85725"/>
                </a:lnTo>
                <a:cubicBezTo>
                  <a:pt x="358706" y="85725"/>
                  <a:pt x="371475" y="98494"/>
                  <a:pt x="371475" y="114300"/>
                </a:cubicBezTo>
                <a:cubicBezTo>
                  <a:pt x="371475" y="130106"/>
                  <a:pt x="358706" y="142875"/>
                  <a:pt x="342900" y="142875"/>
                </a:cubicBezTo>
                <a:lnTo>
                  <a:pt x="335756" y="142875"/>
                </a:lnTo>
                <a:cubicBezTo>
                  <a:pt x="308164" y="142875"/>
                  <a:pt x="285750" y="165289"/>
                  <a:pt x="285750" y="192881"/>
                </a:cubicBezTo>
                <a:lnTo>
                  <a:pt x="285750" y="200025"/>
                </a:lnTo>
                <a:lnTo>
                  <a:pt x="342900" y="200025"/>
                </a:lnTo>
                <a:cubicBezTo>
                  <a:pt x="374422" y="200025"/>
                  <a:pt x="400050" y="225653"/>
                  <a:pt x="400050" y="257175"/>
                </a:cubicBezTo>
                <a:lnTo>
                  <a:pt x="400050" y="314325"/>
                </a:lnTo>
                <a:cubicBezTo>
                  <a:pt x="400050" y="345847"/>
                  <a:pt x="374422" y="371475"/>
                  <a:pt x="342900" y="371475"/>
                </a:cubicBezTo>
                <a:lnTo>
                  <a:pt x="285750" y="371475"/>
                </a:lnTo>
                <a:cubicBezTo>
                  <a:pt x="254228" y="371475"/>
                  <a:pt x="228600" y="345847"/>
                  <a:pt x="228600" y="314325"/>
                </a:cubicBezTo>
                <a:lnTo>
                  <a:pt x="228600" y="192881"/>
                </a:lnTo>
                <a:close/>
              </a:path>
            </a:pathLst>
          </a:custGeom>
          <a:solidFill>
            <a:srgbClr val="D8B4FE">
              <a:alpha val="37647"/>
            </a:srgbClr>
          </a:solidFill>
          <a:ln/>
        </p:spPr>
        <p:txBody>
          <a:bodyPr/>
          <a:lstStyle/>
          <a:p>
            <a:endParaRPr lang="en-US"/>
          </a:p>
        </p:txBody>
      </p:sp>
      <p:sp>
        <p:nvSpPr>
          <p:cNvPr id="27" name="Text 24"/>
          <p:cNvSpPr/>
          <p:nvPr/>
        </p:nvSpPr>
        <p:spPr>
          <a:xfrm>
            <a:off x="2476500" y="4508500"/>
            <a:ext cx="11303000" cy="1270000"/>
          </a:xfrm>
          <a:prstGeom prst="rect">
            <a:avLst/>
          </a:prstGeom>
          <a:noFill/>
          <a:ln/>
        </p:spPr>
        <p:txBody>
          <a:bodyPr wrap="square" lIns="0" tIns="0" rIns="0" bIns="0" rtlCol="0" anchor="ctr"/>
          <a:lstStyle/>
          <a:p>
            <a:pPr algn="ctr">
              <a:lnSpc>
                <a:spcPct val="170000"/>
              </a:lnSpc>
            </a:pPr>
            <a:r>
              <a:rPr lang="en-US" sz="1800" i="1" dirty="0">
                <a:solidFill>
                  <a:srgbClr val="FFFFFF"/>
                </a:solidFill>
                <a:latin typeface="Quattrocento Sans" pitchFamily="34" charset="0"/>
                <a:ea typeface="Quattrocento Sans" pitchFamily="34" charset="-122"/>
                <a:cs typeface="Quattrocento Sans" pitchFamily="34" charset="-120"/>
              </a:rPr>
              <a:t>"Web Development is the foundation of modern digital solutions. By combining HTML, CSS, JavaScript, PHP, and MySQL, developers can create powerful, interactive, and user-friendly web applications."</a:t>
            </a:r>
            <a:endParaRPr lang="en-US" sz="1600" dirty="0"/>
          </a:p>
        </p:txBody>
      </p:sp>
      <p:sp>
        <p:nvSpPr>
          <p:cNvPr id="28" name="Shape 25"/>
          <p:cNvSpPr/>
          <p:nvPr/>
        </p:nvSpPr>
        <p:spPr>
          <a:xfrm>
            <a:off x="5391150" y="6477000"/>
            <a:ext cx="342900" cy="457200"/>
          </a:xfrm>
          <a:custGeom>
            <a:avLst/>
            <a:gdLst/>
            <a:ahLst/>
            <a:cxnLst/>
            <a:rect l="l" t="t" r="r" b="b"/>
            <a:pathLst>
              <a:path w="342900" h="457200">
                <a:moveTo>
                  <a:pt x="0" y="28575"/>
                </a:moveTo>
                <a:lnTo>
                  <a:pt x="31165" y="382012"/>
                </a:lnTo>
                <a:lnTo>
                  <a:pt x="171004" y="428625"/>
                </a:lnTo>
                <a:lnTo>
                  <a:pt x="311735" y="382012"/>
                </a:lnTo>
                <a:lnTo>
                  <a:pt x="342900" y="28575"/>
                </a:lnTo>
                <a:lnTo>
                  <a:pt x="0" y="28575"/>
                </a:lnTo>
                <a:close/>
                <a:moveTo>
                  <a:pt x="275213" y="142786"/>
                </a:moveTo>
                <a:lnTo>
                  <a:pt x="111085" y="142786"/>
                </a:lnTo>
                <a:lnTo>
                  <a:pt x="114746" y="186898"/>
                </a:lnTo>
                <a:lnTo>
                  <a:pt x="271552" y="186898"/>
                </a:lnTo>
                <a:lnTo>
                  <a:pt x="259407" y="319415"/>
                </a:lnTo>
                <a:lnTo>
                  <a:pt x="171986" y="343525"/>
                </a:lnTo>
                <a:lnTo>
                  <a:pt x="171986" y="343793"/>
                </a:lnTo>
                <a:lnTo>
                  <a:pt x="171004" y="343793"/>
                </a:lnTo>
                <a:lnTo>
                  <a:pt x="82867" y="319415"/>
                </a:lnTo>
                <a:lnTo>
                  <a:pt x="77510" y="251728"/>
                </a:lnTo>
                <a:lnTo>
                  <a:pt x="120104" y="251728"/>
                </a:lnTo>
                <a:lnTo>
                  <a:pt x="123230" y="285750"/>
                </a:lnTo>
                <a:lnTo>
                  <a:pt x="171004" y="298698"/>
                </a:lnTo>
                <a:lnTo>
                  <a:pt x="218956" y="285750"/>
                </a:lnTo>
                <a:lnTo>
                  <a:pt x="224314" y="230207"/>
                </a:lnTo>
                <a:lnTo>
                  <a:pt x="75277" y="230207"/>
                </a:lnTo>
                <a:lnTo>
                  <a:pt x="63847" y="100191"/>
                </a:lnTo>
                <a:lnTo>
                  <a:pt x="279142" y="100191"/>
                </a:lnTo>
                <a:lnTo>
                  <a:pt x="275213" y="142786"/>
                </a:lnTo>
                <a:close/>
              </a:path>
            </a:pathLst>
          </a:custGeom>
          <a:solidFill>
            <a:srgbClr val="E9D5FF"/>
          </a:solidFill>
          <a:ln/>
        </p:spPr>
        <p:txBody>
          <a:bodyPr/>
          <a:lstStyle/>
          <a:p>
            <a:endParaRPr lang="en-US"/>
          </a:p>
        </p:txBody>
      </p:sp>
      <p:sp>
        <p:nvSpPr>
          <p:cNvPr id="29" name="Shape 26"/>
          <p:cNvSpPr/>
          <p:nvPr/>
        </p:nvSpPr>
        <p:spPr>
          <a:xfrm>
            <a:off x="6153150" y="6477000"/>
            <a:ext cx="342900" cy="457200"/>
          </a:xfrm>
          <a:custGeom>
            <a:avLst/>
            <a:gdLst/>
            <a:ahLst/>
            <a:cxnLst/>
            <a:rect l="l" t="t" r="r" b="b"/>
            <a:pathLst>
              <a:path w="342900" h="457200">
                <a:moveTo>
                  <a:pt x="0" y="28575"/>
                </a:moveTo>
                <a:lnTo>
                  <a:pt x="31165" y="382012"/>
                </a:lnTo>
                <a:lnTo>
                  <a:pt x="171450" y="428625"/>
                </a:lnTo>
                <a:lnTo>
                  <a:pt x="311735" y="382012"/>
                </a:lnTo>
                <a:lnTo>
                  <a:pt x="342900" y="28575"/>
                </a:lnTo>
                <a:lnTo>
                  <a:pt x="0" y="28575"/>
                </a:lnTo>
                <a:close/>
                <a:moveTo>
                  <a:pt x="279589" y="100013"/>
                </a:moveTo>
                <a:lnTo>
                  <a:pt x="275302" y="142250"/>
                </a:lnTo>
                <a:lnTo>
                  <a:pt x="172343" y="186273"/>
                </a:lnTo>
                <a:lnTo>
                  <a:pt x="172075" y="186363"/>
                </a:lnTo>
                <a:lnTo>
                  <a:pt x="271641" y="186363"/>
                </a:lnTo>
                <a:lnTo>
                  <a:pt x="260211" y="317272"/>
                </a:lnTo>
                <a:lnTo>
                  <a:pt x="172522" y="342900"/>
                </a:lnTo>
                <a:lnTo>
                  <a:pt x="84296" y="316825"/>
                </a:lnTo>
                <a:lnTo>
                  <a:pt x="78581" y="250835"/>
                </a:lnTo>
                <a:lnTo>
                  <a:pt x="122247" y="250835"/>
                </a:lnTo>
                <a:lnTo>
                  <a:pt x="125105" y="285036"/>
                </a:lnTo>
                <a:lnTo>
                  <a:pt x="172075" y="296912"/>
                </a:lnTo>
                <a:lnTo>
                  <a:pt x="220920" y="283160"/>
                </a:lnTo>
                <a:lnTo>
                  <a:pt x="224224" y="228154"/>
                </a:lnTo>
                <a:lnTo>
                  <a:pt x="75724" y="227707"/>
                </a:lnTo>
                <a:lnTo>
                  <a:pt x="75724" y="227618"/>
                </a:lnTo>
                <a:lnTo>
                  <a:pt x="75545" y="227707"/>
                </a:lnTo>
                <a:lnTo>
                  <a:pt x="72330" y="186363"/>
                </a:lnTo>
                <a:lnTo>
                  <a:pt x="172432" y="144661"/>
                </a:lnTo>
                <a:lnTo>
                  <a:pt x="178237" y="142250"/>
                </a:lnTo>
                <a:lnTo>
                  <a:pt x="68491" y="142250"/>
                </a:lnTo>
                <a:lnTo>
                  <a:pt x="63311" y="100013"/>
                </a:lnTo>
                <a:lnTo>
                  <a:pt x="279589" y="100013"/>
                </a:lnTo>
                <a:close/>
              </a:path>
            </a:pathLst>
          </a:custGeom>
          <a:solidFill>
            <a:srgbClr val="E9D5FF"/>
          </a:solidFill>
          <a:ln/>
        </p:spPr>
        <p:txBody>
          <a:bodyPr/>
          <a:lstStyle/>
          <a:p>
            <a:endParaRPr lang="en-US"/>
          </a:p>
        </p:txBody>
      </p:sp>
      <p:sp>
        <p:nvSpPr>
          <p:cNvPr id="30" name="Shape 27"/>
          <p:cNvSpPr/>
          <p:nvPr/>
        </p:nvSpPr>
        <p:spPr>
          <a:xfrm>
            <a:off x="6886575" y="6477000"/>
            <a:ext cx="400050" cy="457200"/>
          </a:xfrm>
          <a:custGeom>
            <a:avLst/>
            <a:gdLst/>
            <a:ahLst/>
            <a:cxnLst/>
            <a:rect l="l" t="t" r="r" b="b"/>
            <a:pathLst>
              <a:path w="400050" h="457200">
                <a:moveTo>
                  <a:pt x="0" y="28575"/>
                </a:moveTo>
                <a:lnTo>
                  <a:pt x="0" y="428625"/>
                </a:lnTo>
                <a:lnTo>
                  <a:pt x="400050" y="428625"/>
                </a:lnTo>
                <a:lnTo>
                  <a:pt x="400050" y="28575"/>
                </a:lnTo>
                <a:lnTo>
                  <a:pt x="0" y="28575"/>
                </a:lnTo>
                <a:close/>
                <a:moveTo>
                  <a:pt x="217706" y="340578"/>
                </a:moveTo>
                <a:cubicBezTo>
                  <a:pt x="217706" y="379512"/>
                  <a:pt x="194846" y="397282"/>
                  <a:pt x="161538" y="397282"/>
                </a:cubicBezTo>
                <a:cubicBezTo>
                  <a:pt x="131445" y="397282"/>
                  <a:pt x="114032" y="381744"/>
                  <a:pt x="105102" y="362903"/>
                </a:cubicBezTo>
                <a:lnTo>
                  <a:pt x="135731" y="344418"/>
                </a:lnTo>
                <a:cubicBezTo>
                  <a:pt x="141625" y="354866"/>
                  <a:pt x="146983" y="363706"/>
                  <a:pt x="159931" y="363706"/>
                </a:cubicBezTo>
                <a:cubicBezTo>
                  <a:pt x="172254" y="363706"/>
                  <a:pt x="180112" y="358884"/>
                  <a:pt x="180112" y="340043"/>
                </a:cubicBezTo>
                <a:lnTo>
                  <a:pt x="180112" y="212259"/>
                </a:lnTo>
                <a:lnTo>
                  <a:pt x="217706" y="212259"/>
                </a:lnTo>
                <a:lnTo>
                  <a:pt x="217706" y="340578"/>
                </a:lnTo>
                <a:close/>
                <a:moveTo>
                  <a:pt x="306645" y="397282"/>
                </a:moveTo>
                <a:cubicBezTo>
                  <a:pt x="271730" y="397282"/>
                  <a:pt x="249138" y="380673"/>
                  <a:pt x="238155" y="358884"/>
                </a:cubicBezTo>
                <a:lnTo>
                  <a:pt x="268784" y="341203"/>
                </a:lnTo>
                <a:cubicBezTo>
                  <a:pt x="276820" y="354330"/>
                  <a:pt x="287357" y="364063"/>
                  <a:pt x="305842" y="364063"/>
                </a:cubicBezTo>
                <a:cubicBezTo>
                  <a:pt x="321379" y="364063"/>
                  <a:pt x="331381" y="356295"/>
                  <a:pt x="331381" y="345490"/>
                </a:cubicBezTo>
                <a:cubicBezTo>
                  <a:pt x="331381" y="332631"/>
                  <a:pt x="321201" y="328077"/>
                  <a:pt x="303967" y="320486"/>
                </a:cubicBezTo>
                <a:lnTo>
                  <a:pt x="294590" y="316468"/>
                </a:lnTo>
                <a:cubicBezTo>
                  <a:pt x="267444" y="304949"/>
                  <a:pt x="249495" y="290393"/>
                  <a:pt x="249495" y="259765"/>
                </a:cubicBezTo>
                <a:cubicBezTo>
                  <a:pt x="249495" y="231547"/>
                  <a:pt x="271016" y="210116"/>
                  <a:pt x="304502" y="210116"/>
                </a:cubicBezTo>
                <a:cubicBezTo>
                  <a:pt x="328434" y="210116"/>
                  <a:pt x="345579" y="218420"/>
                  <a:pt x="357902" y="240209"/>
                </a:cubicBezTo>
                <a:lnTo>
                  <a:pt x="328613" y="258961"/>
                </a:lnTo>
                <a:cubicBezTo>
                  <a:pt x="322183" y="247442"/>
                  <a:pt x="315218" y="242888"/>
                  <a:pt x="304413" y="242888"/>
                </a:cubicBezTo>
                <a:cubicBezTo>
                  <a:pt x="293430" y="242888"/>
                  <a:pt x="286464" y="249853"/>
                  <a:pt x="286464" y="258961"/>
                </a:cubicBezTo>
                <a:cubicBezTo>
                  <a:pt x="286464" y="270212"/>
                  <a:pt x="293430" y="274766"/>
                  <a:pt x="309592" y="281821"/>
                </a:cubicBezTo>
                <a:lnTo>
                  <a:pt x="318968" y="285839"/>
                </a:lnTo>
                <a:cubicBezTo>
                  <a:pt x="350937" y="299502"/>
                  <a:pt x="368885" y="313521"/>
                  <a:pt x="368885" y="344954"/>
                </a:cubicBezTo>
                <a:cubicBezTo>
                  <a:pt x="368885" y="378708"/>
                  <a:pt x="342275" y="397282"/>
                  <a:pt x="306645" y="397282"/>
                </a:cubicBezTo>
                <a:close/>
              </a:path>
            </a:pathLst>
          </a:custGeom>
          <a:solidFill>
            <a:srgbClr val="E9D5FF"/>
          </a:solidFill>
          <a:ln/>
        </p:spPr>
        <p:txBody>
          <a:bodyPr/>
          <a:lstStyle/>
          <a:p>
            <a:endParaRPr lang="en-US"/>
          </a:p>
        </p:txBody>
      </p:sp>
      <p:sp>
        <p:nvSpPr>
          <p:cNvPr id="31" name="Shape 28"/>
          <p:cNvSpPr/>
          <p:nvPr/>
        </p:nvSpPr>
        <p:spPr>
          <a:xfrm>
            <a:off x="7562850" y="6477000"/>
            <a:ext cx="571500" cy="457200"/>
          </a:xfrm>
          <a:custGeom>
            <a:avLst/>
            <a:gdLst/>
            <a:ahLst/>
            <a:cxnLst/>
            <a:rect l="l" t="t" r="r" b="b"/>
            <a:pathLst>
              <a:path w="571500" h="457200">
                <a:moveTo>
                  <a:pt x="285750" y="93315"/>
                </a:moveTo>
                <a:cubicBezTo>
                  <a:pt x="438805" y="93315"/>
                  <a:pt x="556498" y="157788"/>
                  <a:pt x="556498" y="228600"/>
                </a:cubicBezTo>
                <a:cubicBezTo>
                  <a:pt x="556498" y="299412"/>
                  <a:pt x="438716" y="363885"/>
                  <a:pt x="285750" y="363885"/>
                </a:cubicBezTo>
                <a:cubicBezTo>
                  <a:pt x="132695" y="363885"/>
                  <a:pt x="15002" y="299412"/>
                  <a:pt x="15002" y="228600"/>
                </a:cubicBezTo>
                <a:cubicBezTo>
                  <a:pt x="15002" y="157788"/>
                  <a:pt x="132784" y="93315"/>
                  <a:pt x="285750" y="93315"/>
                </a:cubicBezTo>
                <a:close/>
                <a:moveTo>
                  <a:pt x="285750" y="78313"/>
                </a:moveTo>
                <a:cubicBezTo>
                  <a:pt x="127962" y="78313"/>
                  <a:pt x="0" y="145554"/>
                  <a:pt x="0" y="228600"/>
                </a:cubicBezTo>
                <a:cubicBezTo>
                  <a:pt x="0" y="311646"/>
                  <a:pt x="127962" y="378887"/>
                  <a:pt x="285750" y="378887"/>
                </a:cubicBezTo>
                <a:cubicBezTo>
                  <a:pt x="443538" y="378887"/>
                  <a:pt x="571500" y="311646"/>
                  <a:pt x="571500" y="228600"/>
                </a:cubicBezTo>
                <a:cubicBezTo>
                  <a:pt x="571500" y="145554"/>
                  <a:pt x="443538" y="78313"/>
                  <a:pt x="285750" y="78313"/>
                </a:cubicBezTo>
                <a:close/>
                <a:moveTo>
                  <a:pt x="194846" y="216545"/>
                </a:moveTo>
                <a:cubicBezTo>
                  <a:pt x="187791" y="252710"/>
                  <a:pt x="162877" y="248960"/>
                  <a:pt x="132249" y="248960"/>
                </a:cubicBezTo>
                <a:lnTo>
                  <a:pt x="144482" y="185916"/>
                </a:lnTo>
                <a:cubicBezTo>
                  <a:pt x="178415" y="185916"/>
                  <a:pt x="201454" y="182255"/>
                  <a:pt x="194846" y="216545"/>
                </a:cubicBezTo>
                <a:close/>
                <a:moveTo>
                  <a:pt x="86975" y="312807"/>
                </a:moveTo>
                <a:lnTo>
                  <a:pt x="119747" y="312807"/>
                </a:lnTo>
                <a:lnTo>
                  <a:pt x="127516" y="272802"/>
                </a:lnTo>
                <a:cubicBezTo>
                  <a:pt x="164217" y="272802"/>
                  <a:pt x="186988" y="275481"/>
                  <a:pt x="208062" y="255746"/>
                </a:cubicBezTo>
                <a:cubicBezTo>
                  <a:pt x="231368" y="234315"/>
                  <a:pt x="237440" y="196185"/>
                  <a:pt x="220831" y="177076"/>
                </a:cubicBezTo>
                <a:cubicBezTo>
                  <a:pt x="212169" y="167074"/>
                  <a:pt x="198239" y="162163"/>
                  <a:pt x="179308" y="162163"/>
                </a:cubicBezTo>
                <a:lnTo>
                  <a:pt x="116175" y="162163"/>
                </a:lnTo>
                <a:lnTo>
                  <a:pt x="86975" y="312807"/>
                </a:lnTo>
                <a:close/>
                <a:moveTo>
                  <a:pt x="252799" y="122069"/>
                </a:moveTo>
                <a:lnTo>
                  <a:pt x="285393" y="122069"/>
                </a:lnTo>
                <a:lnTo>
                  <a:pt x="277624" y="162074"/>
                </a:lnTo>
                <a:cubicBezTo>
                  <a:pt x="305753" y="162074"/>
                  <a:pt x="331827" y="160020"/>
                  <a:pt x="344418" y="171629"/>
                </a:cubicBezTo>
                <a:cubicBezTo>
                  <a:pt x="357634" y="183773"/>
                  <a:pt x="351294" y="199311"/>
                  <a:pt x="337006" y="272623"/>
                </a:cubicBezTo>
                <a:lnTo>
                  <a:pt x="303967" y="272623"/>
                </a:lnTo>
                <a:cubicBezTo>
                  <a:pt x="317718" y="201722"/>
                  <a:pt x="320308" y="195828"/>
                  <a:pt x="315307" y="190470"/>
                </a:cubicBezTo>
                <a:cubicBezTo>
                  <a:pt x="310485" y="185291"/>
                  <a:pt x="299502" y="186363"/>
                  <a:pt x="272981" y="186363"/>
                </a:cubicBezTo>
                <a:lnTo>
                  <a:pt x="256193" y="272623"/>
                </a:lnTo>
                <a:lnTo>
                  <a:pt x="223599" y="272623"/>
                </a:lnTo>
                <a:lnTo>
                  <a:pt x="252799" y="122069"/>
                </a:lnTo>
                <a:close/>
                <a:moveTo>
                  <a:pt x="450949" y="216545"/>
                </a:moveTo>
                <a:cubicBezTo>
                  <a:pt x="443805" y="253246"/>
                  <a:pt x="418177" y="248960"/>
                  <a:pt x="388352" y="248960"/>
                </a:cubicBezTo>
                <a:lnTo>
                  <a:pt x="400586" y="185916"/>
                </a:lnTo>
                <a:cubicBezTo>
                  <a:pt x="434697" y="185916"/>
                  <a:pt x="457557" y="182255"/>
                  <a:pt x="450949" y="216545"/>
                </a:cubicBezTo>
                <a:close/>
                <a:moveTo>
                  <a:pt x="343079" y="312807"/>
                </a:moveTo>
                <a:lnTo>
                  <a:pt x="375940" y="312807"/>
                </a:lnTo>
                <a:lnTo>
                  <a:pt x="383709" y="272802"/>
                </a:lnTo>
                <a:cubicBezTo>
                  <a:pt x="422285" y="272802"/>
                  <a:pt x="443627" y="275034"/>
                  <a:pt x="464254" y="255746"/>
                </a:cubicBezTo>
                <a:cubicBezTo>
                  <a:pt x="487561" y="234315"/>
                  <a:pt x="493633" y="196185"/>
                  <a:pt x="477024" y="177076"/>
                </a:cubicBezTo>
                <a:cubicBezTo>
                  <a:pt x="468362" y="167074"/>
                  <a:pt x="454432" y="162163"/>
                  <a:pt x="435501" y="162163"/>
                </a:cubicBezTo>
                <a:lnTo>
                  <a:pt x="372368" y="162163"/>
                </a:lnTo>
                <a:lnTo>
                  <a:pt x="343079" y="312807"/>
                </a:lnTo>
                <a:close/>
              </a:path>
            </a:pathLst>
          </a:custGeom>
          <a:solidFill>
            <a:srgbClr val="E9D5FF"/>
          </a:solidFill>
          <a:ln/>
        </p:spPr>
        <p:txBody>
          <a:bodyPr/>
          <a:lstStyle/>
          <a:p>
            <a:endParaRPr lang="en-US"/>
          </a:p>
        </p:txBody>
      </p:sp>
      <p:sp>
        <p:nvSpPr>
          <p:cNvPr id="32" name="Shape 29"/>
          <p:cNvSpPr/>
          <p:nvPr/>
        </p:nvSpPr>
        <p:spPr>
          <a:xfrm>
            <a:off x="8410575" y="6477000"/>
            <a:ext cx="400050" cy="457200"/>
          </a:xfrm>
          <a:custGeom>
            <a:avLst/>
            <a:gdLst/>
            <a:ahLst/>
            <a:cxnLst/>
            <a:rect l="l" t="t" r="r" b="b"/>
            <a:pathLst>
              <a:path w="400050" h="457200">
                <a:moveTo>
                  <a:pt x="400050" y="183773"/>
                </a:moveTo>
                <a:cubicBezTo>
                  <a:pt x="386834" y="192524"/>
                  <a:pt x="371654" y="199579"/>
                  <a:pt x="355848" y="205204"/>
                </a:cubicBezTo>
                <a:cubicBezTo>
                  <a:pt x="313879" y="220206"/>
                  <a:pt x="258782" y="228600"/>
                  <a:pt x="200025" y="228600"/>
                </a:cubicBezTo>
                <a:cubicBezTo>
                  <a:pt x="141268" y="228600"/>
                  <a:pt x="86082" y="220117"/>
                  <a:pt x="44202" y="205204"/>
                </a:cubicBezTo>
                <a:cubicBezTo>
                  <a:pt x="28486" y="199579"/>
                  <a:pt x="13216" y="192524"/>
                  <a:pt x="0" y="183773"/>
                </a:cubicBezTo>
                <a:lnTo>
                  <a:pt x="0" y="257175"/>
                </a:lnTo>
                <a:cubicBezTo>
                  <a:pt x="0" y="296644"/>
                  <a:pt x="89565" y="328613"/>
                  <a:pt x="200025" y="328613"/>
                </a:cubicBezTo>
                <a:cubicBezTo>
                  <a:pt x="310485" y="328613"/>
                  <a:pt x="400050" y="296644"/>
                  <a:pt x="400050" y="257175"/>
                </a:cubicBezTo>
                <a:lnTo>
                  <a:pt x="400050" y="183773"/>
                </a:lnTo>
                <a:close/>
                <a:moveTo>
                  <a:pt x="400050" y="114300"/>
                </a:moveTo>
                <a:lnTo>
                  <a:pt x="400050" y="71438"/>
                </a:lnTo>
                <a:cubicBezTo>
                  <a:pt x="400050" y="31968"/>
                  <a:pt x="310485" y="0"/>
                  <a:pt x="200025" y="0"/>
                </a:cubicBezTo>
                <a:cubicBezTo>
                  <a:pt x="89565" y="0"/>
                  <a:pt x="0" y="31968"/>
                  <a:pt x="0" y="71438"/>
                </a:cubicBezTo>
                <a:lnTo>
                  <a:pt x="0" y="114300"/>
                </a:lnTo>
                <a:cubicBezTo>
                  <a:pt x="0" y="153769"/>
                  <a:pt x="89565" y="185738"/>
                  <a:pt x="200025" y="185738"/>
                </a:cubicBezTo>
                <a:cubicBezTo>
                  <a:pt x="310485" y="185738"/>
                  <a:pt x="400050" y="153769"/>
                  <a:pt x="400050" y="114300"/>
                </a:cubicBezTo>
                <a:close/>
                <a:moveTo>
                  <a:pt x="355848" y="348079"/>
                </a:moveTo>
                <a:cubicBezTo>
                  <a:pt x="313968" y="362992"/>
                  <a:pt x="258872" y="371475"/>
                  <a:pt x="200025" y="371475"/>
                </a:cubicBezTo>
                <a:cubicBezTo>
                  <a:pt x="141178" y="371475"/>
                  <a:pt x="86082" y="362992"/>
                  <a:pt x="44202" y="348079"/>
                </a:cubicBezTo>
                <a:cubicBezTo>
                  <a:pt x="28486" y="342454"/>
                  <a:pt x="13216" y="335399"/>
                  <a:pt x="0" y="326648"/>
                </a:cubicBezTo>
                <a:lnTo>
                  <a:pt x="0" y="385763"/>
                </a:lnTo>
                <a:cubicBezTo>
                  <a:pt x="0" y="425232"/>
                  <a:pt x="89565" y="457200"/>
                  <a:pt x="200025" y="457200"/>
                </a:cubicBezTo>
                <a:cubicBezTo>
                  <a:pt x="310485" y="457200"/>
                  <a:pt x="400050" y="425232"/>
                  <a:pt x="400050" y="385763"/>
                </a:cubicBezTo>
                <a:lnTo>
                  <a:pt x="400050" y="326648"/>
                </a:lnTo>
                <a:cubicBezTo>
                  <a:pt x="386834" y="335399"/>
                  <a:pt x="371654" y="342454"/>
                  <a:pt x="355848" y="348079"/>
                </a:cubicBezTo>
                <a:close/>
              </a:path>
            </a:pathLst>
          </a:custGeom>
          <a:solidFill>
            <a:srgbClr val="E9D5FF"/>
          </a:solidFill>
          <a:ln/>
        </p:spPr>
        <p:txBody>
          <a:bodyPr/>
          <a:lstStyle/>
          <a:p>
            <a:endParaRPr lang="en-US"/>
          </a:p>
        </p:txBody>
      </p:sp>
      <p:sp>
        <p:nvSpPr>
          <p:cNvPr id="33" name="Shape 30"/>
          <p:cNvSpPr/>
          <p:nvPr/>
        </p:nvSpPr>
        <p:spPr>
          <a:xfrm>
            <a:off x="5588000" y="7239000"/>
            <a:ext cx="5080000" cy="12700"/>
          </a:xfrm>
          <a:prstGeom prst="rect">
            <a:avLst/>
          </a:prstGeom>
          <a:solidFill>
            <a:srgbClr val="FFFFFF">
              <a:alpha val="18824"/>
            </a:srgbClr>
          </a:solidFill>
          <a:ln/>
        </p:spPr>
        <p:txBody>
          <a:bodyPr/>
          <a:lstStyle/>
          <a:p>
            <a:endParaRPr lang="en-US"/>
          </a:p>
        </p:txBody>
      </p:sp>
      <p:sp>
        <p:nvSpPr>
          <p:cNvPr id="34" name="Text 31"/>
          <p:cNvSpPr/>
          <p:nvPr/>
        </p:nvSpPr>
        <p:spPr>
          <a:xfrm>
            <a:off x="4318000" y="7493000"/>
            <a:ext cx="7620000" cy="444500"/>
          </a:xfrm>
          <a:prstGeom prst="rect">
            <a:avLst/>
          </a:prstGeom>
          <a:noFill/>
          <a:ln/>
        </p:spPr>
        <p:txBody>
          <a:bodyPr wrap="none" lIns="0" tIns="0" rIns="0" bIns="0" rtlCol="0" anchor="ctr"/>
          <a:lstStyle/>
          <a:p>
            <a:pPr algn="ctr">
              <a:lnSpc>
                <a:spcPct val="100000"/>
              </a:lnSpc>
            </a:pPr>
            <a:r>
              <a:rPr lang="en-US" sz="2200" b="1" dirty="0">
                <a:solidFill>
                  <a:srgbClr val="FFFFFF"/>
                </a:solidFill>
                <a:latin typeface="Liter" pitchFamily="34" charset="0"/>
                <a:ea typeface="Liter" pitchFamily="34" charset="-122"/>
                <a:cs typeface="Liter" pitchFamily="34" charset="-120"/>
              </a:rPr>
              <a:t>Rimsha Riaz</a:t>
            </a:r>
            <a:endParaRPr lang="en-US" sz="1600" dirty="0"/>
          </a:p>
        </p:txBody>
      </p:sp>
      <p:sp>
        <p:nvSpPr>
          <p:cNvPr id="35" name="Text 32"/>
          <p:cNvSpPr/>
          <p:nvPr/>
        </p:nvSpPr>
        <p:spPr>
          <a:xfrm>
            <a:off x="4318000" y="7937500"/>
            <a:ext cx="7620000" cy="736600"/>
          </a:xfrm>
          <a:prstGeom prst="rect">
            <a:avLst/>
          </a:prstGeom>
          <a:noFill/>
          <a:ln/>
        </p:spPr>
        <p:txBody>
          <a:bodyPr wrap="square" lIns="0" tIns="0" rIns="0" bIns="0" rtlCol="0" anchor="t"/>
          <a:lstStyle/>
          <a:p>
            <a:pPr algn="ctr">
              <a:lnSpc>
                <a:spcPct val="150000"/>
              </a:lnSpc>
            </a:pPr>
            <a:r>
              <a:rPr lang="en-US" sz="1500" dirty="0">
                <a:solidFill>
                  <a:srgbClr val="C4B5FD"/>
                </a:solidFill>
                <a:latin typeface="Quattrocento Sans" pitchFamily="34" charset="0"/>
                <a:ea typeface="Quattrocento Sans" pitchFamily="34" charset="-122"/>
                <a:cs typeface="Quattrocento Sans" pitchFamily="34" charset="-120"/>
              </a:rPr>
              <a:t>BS Information Technology </a:t>
            </a:r>
            <a:endParaRPr lang="en-US" sz="1600" dirty="0"/>
          </a:p>
          <a:p>
            <a:pPr algn="ctr">
              <a:lnSpc>
                <a:spcPct val="150000"/>
              </a:lnSpc>
            </a:pPr>
            <a:r>
              <a:rPr lang="en-US" sz="1500" dirty="0">
                <a:solidFill>
                  <a:srgbClr val="C4B5FD"/>
                </a:solidFill>
                <a:latin typeface="Quattrocento Sans" pitchFamily="34" charset="0"/>
                <a:ea typeface="Quattrocento Sans" pitchFamily="34" charset="-122"/>
                <a:cs typeface="Quattrocento Sans" pitchFamily="34" charset="-120"/>
              </a:rPr>
              <a:t>University of Sargodha</a:t>
            </a:r>
            <a:endParaRPr lang="en-US" sz="1600" dirty="0"/>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2439</Words>
  <Application>Microsoft Office PowerPoint</Application>
  <PresentationFormat>Custom</PresentationFormat>
  <Paragraphs>322</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Quattrocento Sans</vt:lpstr>
      <vt:lpstr>QuattrocentoSans</vt:lpstr>
      <vt:lpstr>Liter</vt:lpstr>
      <vt:lpstr>Arial</vt:lpstr>
      <vt:lpstr>Custom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Fundamentals of Web Development</dc:title>
  <dc:subject>Fundamentals of Web Development</dc:subject>
  <dc:creator>Kimi</dc:creator>
  <cp:lastModifiedBy>Rimsha Riaz</cp:lastModifiedBy>
  <cp:revision>3</cp:revision>
  <dcterms:created xsi:type="dcterms:W3CDTF">2026-06-02T10:54:53Z</dcterms:created>
  <dcterms:modified xsi:type="dcterms:W3CDTF">2026-06-02T15:53:58Z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{"Label":"Fundamentals of Web Development","ContentProducer":"001191110108MACG2KBH8F10000","ProduceID":"19e87e6b-b7c2-8fc0-8000-000016a49811","ReservedCode1":"","ContentPropagator":"001191110108MACG2KBH8F20000","PropagateID":"19e87e6b-b7c2-8fc0-8000-000016a49811","ReservedCode2":""}</vt:lpwstr>
  </property>
</Properties>
</file>